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charts/chart3.xml" ContentType="application/vnd.openxmlformats-officedocument.drawingml.chart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706" r:id="rId4"/>
  </p:sldMasterIdLst>
  <p:notesMasterIdLst>
    <p:notesMasterId r:id="rId48"/>
  </p:notesMasterIdLst>
  <p:handoutMasterIdLst>
    <p:handoutMasterId r:id="rId49"/>
  </p:handoutMasterIdLst>
  <p:sldIdLst>
    <p:sldId id="324" r:id="rId5"/>
    <p:sldId id="363" r:id="rId6"/>
    <p:sldId id="381" r:id="rId7"/>
    <p:sldId id="326" r:id="rId8"/>
    <p:sldId id="382" r:id="rId9"/>
    <p:sldId id="280" r:id="rId10"/>
    <p:sldId id="283" r:id="rId11"/>
    <p:sldId id="282" r:id="rId12"/>
    <p:sldId id="384" r:id="rId13"/>
    <p:sldId id="383" r:id="rId14"/>
    <p:sldId id="329" r:id="rId15"/>
    <p:sldId id="328" r:id="rId16"/>
    <p:sldId id="365" r:id="rId17"/>
    <p:sldId id="366" r:id="rId18"/>
    <p:sldId id="367" r:id="rId19"/>
    <p:sldId id="288" r:id="rId20"/>
    <p:sldId id="330" r:id="rId21"/>
    <p:sldId id="299" r:id="rId22"/>
    <p:sldId id="350" r:id="rId23"/>
    <p:sldId id="351" r:id="rId24"/>
    <p:sldId id="352" r:id="rId25"/>
    <p:sldId id="353" r:id="rId26"/>
    <p:sldId id="337" r:id="rId27"/>
    <p:sldId id="311" r:id="rId28"/>
    <p:sldId id="338" r:id="rId29"/>
    <p:sldId id="313" r:id="rId30"/>
    <p:sldId id="340" r:id="rId31"/>
    <p:sldId id="346" r:id="rId32"/>
    <p:sldId id="343" r:id="rId33"/>
    <p:sldId id="344" r:id="rId34"/>
    <p:sldId id="361" r:id="rId35"/>
    <p:sldId id="331" r:id="rId36"/>
    <p:sldId id="385" r:id="rId37"/>
    <p:sldId id="386" r:id="rId38"/>
    <p:sldId id="327" r:id="rId39"/>
    <p:sldId id="373" r:id="rId40"/>
    <p:sldId id="357" r:id="rId41"/>
    <p:sldId id="368" r:id="rId42"/>
    <p:sldId id="369" r:id="rId43"/>
    <p:sldId id="360" r:id="rId44"/>
    <p:sldId id="370" r:id="rId45"/>
    <p:sldId id="371" r:id="rId46"/>
    <p:sldId id="372" r:id="rId47"/>
  </p:sldIdLst>
  <p:sldSz cx="12192000" cy="6858000"/>
  <p:notesSz cx="6858000" cy="9144000"/>
  <p:embeddedFontLst>
    <p:embeddedFont>
      <p:font typeface="Charité Headline Office" charset="0"/>
      <p:regular r:id="rId50"/>
      <p:bold r:id="rId51"/>
      <p:italic r:id="rId52"/>
      <p:boldItalic r:id="rId53"/>
    </p:embeddedFont>
    <p:embeddedFont>
      <p:font typeface="Charité Text Office" charset="0"/>
      <p:regular r:id="rId54"/>
      <p:bold r:id="rId55"/>
      <p:italic r:id="rId56"/>
      <p:boldItalic r:id="rId57"/>
    </p:embeddedFont>
    <p:embeddedFont>
      <p:font typeface="Charité Text Office Medium" charset="0"/>
      <p:regular r:id="rId58"/>
      <p:bold r:id="rId59"/>
      <p:italic r:id="rId60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483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1B21217-DC8A-3269-F82B-74BE85584BA0}" name="Proofreader" initials="P" userId="Proofreader" providerId="None"/>
  <p188:author id="{7674D6A3-D6EB-0E93-E4D4-F526F16E36B9}" name="Peggy Lindner" initials="PL" userId="936cbb8f28507a1c" providerId="Windows Live"/>
  <p188:author id="{982159E5-69EB-6507-2A2C-6755E650C527}" name="Nina Goebel" initials="NG" userId="ad04b14e6d1f1003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ina Goebel" initials="NG" lastIdx="1" clrIdx="0">
    <p:extLst>
      <p:ext uri="{19B8F6BF-5375-455C-9EA6-DF929625EA0E}">
        <p15:presenceInfo xmlns:p15="http://schemas.microsoft.com/office/powerpoint/2012/main" userId="ad04b14e6d1f100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9AA9"/>
    <a:srgbClr val="002552"/>
    <a:srgbClr val="5E676C"/>
    <a:srgbClr val="CBCFD2"/>
    <a:srgbClr val="CCDCEB"/>
    <a:srgbClr val="78AD6C"/>
    <a:srgbClr val="D31D19"/>
    <a:srgbClr val="7E898F"/>
    <a:srgbClr val="0077BE"/>
    <a:srgbClr val="004D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8D4E8A-2ABC-9996-EF42-8254F8705B08}" v="31" dt="2026-09-29T08:11:24.042"/>
    <p1510:client id="{C66B9BD7-0BA1-1866-ADE8-07DBCD41AE19}" v="17" dt="2026-09-29T08:03:02.2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FD0F851-EC5A-4D38-B0AD-8093EC10F338}" styleName="Helle Formatvorlage 1 - Akz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ittlere Formatvorlage 1 - Akz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ittlere Formatvorlage 1 - Akz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Helle Formatvorlage 2 - Akz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pos="483"/>
        <p:guide orient="horz" pos="216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font" Target="fonts/font1.fntdata"/><Relationship Id="rId55" Type="http://schemas.openxmlformats.org/officeDocument/2006/relationships/font" Target="fonts/font6.fntdata"/><Relationship Id="rId63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font" Target="fonts/font4.fntdata"/><Relationship Id="rId58" Type="http://schemas.openxmlformats.org/officeDocument/2006/relationships/font" Target="fonts/font9.fntdata"/><Relationship Id="rId66" Type="http://schemas.microsoft.com/office/2015/10/relationships/revisionInfo" Target="revisionInfo.xml"/><Relationship Id="rId5" Type="http://schemas.openxmlformats.org/officeDocument/2006/relationships/slide" Target="slides/slide1.xml"/><Relationship Id="rId61" Type="http://schemas.openxmlformats.org/officeDocument/2006/relationships/commentAuthors" Target="commentAuthor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notesMaster" Target="notesMasters/notesMaster1.xml"/><Relationship Id="rId56" Type="http://schemas.openxmlformats.org/officeDocument/2006/relationships/font" Target="fonts/font7.fntdata"/><Relationship Id="rId64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font" Target="fonts/font2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font" Target="fonts/font10.fntdata"/><Relationship Id="rId67" Type="http://schemas.microsoft.com/office/2018/10/relationships/authors" Target="author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font" Target="fonts/font5.fntdata"/><Relationship Id="rId62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handoutMaster" Target="handoutMasters/handoutMaster1.xml"/><Relationship Id="rId57" Type="http://schemas.openxmlformats.org/officeDocument/2006/relationships/font" Target="fonts/font8.fnt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font" Target="fonts/font3.fntdata"/><Relationship Id="rId60" Type="http://schemas.openxmlformats.org/officeDocument/2006/relationships/font" Target="fonts/font11.fntdata"/><Relationship Id="rId65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170_C110623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2496094970321774E-3"/>
          <c:y val="0"/>
          <c:w val="0.99875039050296788"/>
          <c:h val="0.7335029280958019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Data series 1</c:v>
                </c:pt>
              </c:strCache>
            </c:strRef>
          </c:tx>
          <c:spPr>
            <a:solidFill>
              <a:srgbClr val="0D9AA9"/>
            </a:solidFill>
            <a:ln>
              <a:solidFill>
                <a:srgbClr val="0D9AA9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FCE-4F5A-8EC0-C0BA2E24980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Data series 2</c:v>
                </c:pt>
              </c:strCache>
            </c:strRef>
          </c:tx>
          <c:spPr>
            <a:solidFill>
              <a:srgbClr val="00255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FCE-4F5A-8EC0-C0BA2E24980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Data series 3</c:v>
                </c:pt>
              </c:strCache>
            </c:strRef>
          </c:tx>
          <c:spPr>
            <a:solidFill>
              <a:srgbClr val="5E676C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FCE-4F5A-8EC0-C0BA2E24980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Data series 4</c:v>
                </c:pt>
              </c:strCache>
            </c:strRef>
          </c:tx>
          <c:spPr>
            <a:solidFill>
              <a:srgbClr val="CBCFD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4</c:v>
                </c:pt>
                <c:pt idx="1">
                  <c:v>3</c:v>
                </c:pt>
                <c:pt idx="2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FCE-4F5A-8EC0-C0BA2E24980E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Data series 5</c:v>
                </c:pt>
              </c:strCache>
            </c:strRef>
          </c:tx>
          <c:spPr>
            <a:solidFill>
              <a:srgbClr val="CCDCEB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3</c:v>
                </c:pt>
                <c:pt idx="1">
                  <c:v>1</c:v>
                </c:pt>
                <c:pt idx="2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FCE-4F5A-8EC0-C0BA2E24980E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Data series 6</c:v>
                </c:pt>
              </c:strCache>
            </c:strRef>
          </c:tx>
          <c:spPr>
            <a:solidFill>
              <a:srgbClr val="00255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Sheet1!$G$2:$G$4</c:f>
              <c:numCache>
                <c:formatCode>General</c:formatCode>
                <c:ptCount val="3"/>
                <c:pt idx="0">
                  <c:v>4.3</c:v>
                </c:pt>
                <c:pt idx="1">
                  <c:v>4</c:v>
                </c:pt>
                <c:pt idx="2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FCE-4F5A-8EC0-C0BA2E24980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28394255"/>
        <c:axId val="128396335"/>
      </c:barChart>
      <c:catAx>
        <c:axId val="128394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28396335"/>
        <c:crosses val="autoZero"/>
        <c:auto val="1"/>
        <c:lblAlgn val="ctr"/>
        <c:lblOffset val="200"/>
        <c:noMultiLvlLbl val="0"/>
      </c:catAx>
      <c:valAx>
        <c:axId val="128396335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283942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749099075830142"/>
          <c:y val="0.85058803040112285"/>
          <c:w val="0.65018008643952308"/>
          <c:h val="5.103834522420665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solidFill>
            <a:schemeClr val="tx1"/>
          </a:solidFill>
          <a:latin typeface="+mn-lt"/>
        </a:defRPr>
      </a:pPr>
      <a:endParaRPr lang="de-D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6639888091712338"/>
          <c:y val="0.21652730021474248"/>
          <c:w val="0.68940882042763385"/>
          <c:h val="0.78069782891291184"/>
        </c:manualLayout>
      </c:layout>
      <c:pie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Zahlen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CCDCEB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2062-4FC9-AECA-6127FE736126}"/>
              </c:ext>
            </c:extLst>
          </c:dPt>
          <c:dPt>
            <c:idx val="1"/>
            <c:bubble3D val="0"/>
            <c:spPr>
              <a:solidFill>
                <a:srgbClr val="00255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062-4FC9-AECA-6127FE736126}"/>
              </c:ext>
            </c:extLst>
          </c:dPt>
          <c:dPt>
            <c:idx val="2"/>
            <c:bubble3D val="0"/>
            <c:spPr>
              <a:solidFill>
                <a:srgbClr val="CBCFD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2062-4FC9-AECA-6127FE736126}"/>
              </c:ext>
            </c:extLst>
          </c:dPt>
          <c:dPt>
            <c:idx val="3"/>
            <c:bubble3D val="0"/>
            <c:spPr>
              <a:solidFill>
                <a:srgbClr val="5E676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062-4FC9-AECA-6127FE736126}"/>
              </c:ext>
            </c:extLst>
          </c:dPt>
          <c:dPt>
            <c:idx val="4"/>
            <c:bubble3D val="0"/>
            <c:explosion val="13"/>
            <c:spPr>
              <a:solidFill>
                <a:srgbClr val="0D9AA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2062-4FC9-AECA-6127FE736126}"/>
              </c:ext>
            </c:extLst>
          </c:dPt>
          <c:dLbls>
            <c:dLbl>
              <c:idx val="0"/>
              <c:layout>
                <c:manualLayout>
                  <c:x val="0.1970853573907009"/>
                  <c:y val="-1.8860508471387965E-2"/>
                </c:manualLayout>
              </c:layout>
              <c:tx>
                <c:rich>
                  <a:bodyPr rot="0" spcFirstLastPara="1" vertOverflow="ellipsis" vert="horz" wrap="square" anchor="ctr" anchorCtr="0"/>
                  <a:lstStyle/>
                  <a:p>
                    <a:pPr algn="r">
                      <a:lnSpc>
                        <a:spcPct val="130000"/>
                      </a:lnSpc>
                      <a:defRPr sz="1197" b="0" i="0" u="none" strike="noStrike" kern="1200" baseline="0">
                        <a:solidFill>
                          <a:srgbClr val="002552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BCDE5C0A-2A86-4B41-85DD-0C1DA02CB145}" type="CATEGORYNAME">
                      <a:rPr lang="en-US" baseline="0">
                        <a:solidFill>
                          <a:srgbClr val="002552"/>
                        </a:solidFill>
                      </a:rPr>
                      <a:pPr algn="r">
                        <a:lnSpc>
                          <a:spcPct val="130000"/>
                        </a:lnSpc>
                        <a:defRPr>
                          <a:solidFill>
                            <a:srgbClr val="002552"/>
                          </a:solidFill>
                        </a:defRPr>
                      </a:pPr>
                      <a:t>[CATEGORY NAME]</a:t>
                    </a:fld>
                    <a:endParaRPr lang="en-US" b="1" baseline="0">
                      <a:solidFill>
                        <a:srgbClr val="002552"/>
                      </a:solidFill>
                    </a:endParaRPr>
                  </a:p>
                  <a:p>
                    <a:pPr algn="r">
                      <a:lnSpc>
                        <a:spcPct val="130000"/>
                      </a:lnSpc>
                      <a:defRPr>
                        <a:solidFill>
                          <a:srgbClr val="002552"/>
                        </a:solidFill>
                      </a:defRPr>
                    </a:pPr>
                    <a:fld id="{7FB5E382-35E1-46C5-A7E2-F4F851C0A3E0}" type="PERCENTAGE">
                      <a:rPr lang="en-US" b="1" baseline="0">
                        <a:solidFill>
                          <a:srgbClr val="002552"/>
                        </a:solidFill>
                      </a:rPr>
                      <a:pPr algn="r">
                        <a:lnSpc>
                          <a:spcPct val="130000"/>
                        </a:lnSpc>
                        <a:defRPr>
                          <a:solidFill>
                            <a:srgbClr val="002552"/>
                          </a:solidFill>
                        </a:defRPr>
                      </a:pPr>
                      <a:t>[PERCENTAGE]</a:t>
                    </a:fld>
                    <a:endParaRPr lang="en-GB"/>
                  </a:p>
                </c:rich>
              </c:tx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0"/>
                <a:lstStyle/>
                <a:p>
                  <a:pPr algn="r">
                    <a:lnSpc>
                      <a:spcPct val="130000"/>
                    </a:lnSpc>
                    <a:defRPr sz="1197" b="0" i="0" u="none" strike="noStrike" kern="1200" baseline="0">
                      <a:solidFill>
                        <a:srgbClr val="00255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2062-4FC9-AECA-6127FE736126}"/>
                </c:ext>
              </c:extLst>
            </c:dLbl>
            <c:dLbl>
              <c:idx val="1"/>
              <c:layout>
                <c:manualLayout>
                  <c:x val="5.5517002081887576E-3"/>
                  <c:y val="-0.49037322025608709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 algn="r">
                      <a:lnSpc>
                        <a:spcPct val="130000"/>
                      </a:lnSpc>
                      <a:defRPr sz="1197" b="0" i="0" u="none" strike="noStrike" kern="1200" baseline="0">
                        <a:solidFill>
                          <a:srgbClr val="002552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D768C46E-AF06-4DAF-A348-2F03FD534710}" type="CATEGORYNAME">
                      <a:rPr lang="en-US" baseline="0">
                        <a:solidFill>
                          <a:srgbClr val="002552"/>
                        </a:solidFill>
                      </a:rPr>
                      <a:pPr algn="r">
                        <a:lnSpc>
                          <a:spcPct val="130000"/>
                        </a:lnSpc>
                        <a:defRPr>
                          <a:solidFill>
                            <a:srgbClr val="002552"/>
                          </a:solidFill>
                        </a:defRPr>
                      </a:pPr>
                      <a:t>[CATEGORY NAME]</a:t>
                    </a:fld>
                    <a:endParaRPr lang="en-US" baseline="0">
                      <a:solidFill>
                        <a:srgbClr val="002552"/>
                      </a:solidFill>
                    </a:endParaRPr>
                  </a:p>
                  <a:p>
                    <a:pPr algn="r">
                      <a:lnSpc>
                        <a:spcPct val="130000"/>
                      </a:lnSpc>
                      <a:defRPr>
                        <a:solidFill>
                          <a:srgbClr val="002552"/>
                        </a:solidFill>
                      </a:defRPr>
                    </a:pPr>
                    <a:fld id="{5E62C6A1-DEF9-4B48-A9A4-7CBAB9DADB59}" type="PERCENTAGE">
                      <a:rPr lang="en-US" b="1" baseline="0">
                        <a:solidFill>
                          <a:srgbClr val="002552"/>
                        </a:solidFill>
                      </a:rPr>
                      <a:pPr algn="r">
                        <a:lnSpc>
                          <a:spcPct val="130000"/>
                        </a:lnSpc>
                        <a:defRPr>
                          <a:solidFill>
                            <a:srgbClr val="002552"/>
                          </a:solidFill>
                        </a:defRPr>
                      </a:pPr>
                      <a:t>[PERCENTAGE]</a:t>
                    </a:fld>
                    <a:endParaRPr lang="en-GB"/>
                  </a:p>
                </c:rich>
              </c:tx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 algn="r">
                    <a:lnSpc>
                      <a:spcPct val="130000"/>
                    </a:lnSpc>
                    <a:defRPr sz="1197" b="0" i="0" u="none" strike="noStrike" kern="1200" baseline="0">
                      <a:solidFill>
                        <a:srgbClr val="00255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2062-4FC9-AECA-6127FE736126}"/>
                </c:ext>
              </c:extLst>
            </c:dLbl>
            <c:dLbl>
              <c:idx val="2"/>
              <c:layout>
                <c:manualLayout>
                  <c:x val="2.7758501040943788E-3"/>
                  <c:y val="2.5147344628517285E-2"/>
                </c:manualLayout>
              </c:layout>
              <c:tx>
                <c:rich>
                  <a:bodyPr rot="0" spcFirstLastPara="1" vertOverflow="ellipsis" vert="horz" wrap="square" anchor="ctr" anchorCtr="0"/>
                  <a:lstStyle/>
                  <a:p>
                    <a:pPr algn="l">
                      <a:lnSpc>
                        <a:spcPct val="130000"/>
                      </a:lnSpc>
                      <a:defRPr sz="1197" b="0" i="0" u="none" strike="noStrike" kern="1200" baseline="0">
                        <a:solidFill>
                          <a:srgbClr val="002552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1C791CED-DCC5-4BF4-B67D-03D2313C30CE}" type="CATEGORYNAME">
                      <a:rPr lang="en-US" baseline="0">
                        <a:solidFill>
                          <a:srgbClr val="002552"/>
                        </a:solidFill>
                      </a:rPr>
                      <a:pPr algn="l">
                        <a:lnSpc>
                          <a:spcPct val="130000"/>
                        </a:lnSpc>
                        <a:defRPr>
                          <a:solidFill>
                            <a:srgbClr val="002552"/>
                          </a:solidFill>
                        </a:defRPr>
                      </a:pPr>
                      <a:t>[CATEGORY NAME]</a:t>
                    </a:fld>
                    <a:endParaRPr lang="en-US" baseline="0">
                      <a:solidFill>
                        <a:srgbClr val="002552"/>
                      </a:solidFill>
                    </a:endParaRPr>
                  </a:p>
                  <a:p>
                    <a:pPr algn="l">
                      <a:lnSpc>
                        <a:spcPct val="130000"/>
                      </a:lnSpc>
                      <a:defRPr>
                        <a:solidFill>
                          <a:srgbClr val="002552"/>
                        </a:solidFill>
                      </a:defRPr>
                    </a:pPr>
                    <a:fld id="{3CC7E22A-96CC-4A06-BFEE-EC6BD9F557FB}" type="PERCENTAGE">
                      <a:rPr lang="en-US" b="1" baseline="0">
                        <a:solidFill>
                          <a:srgbClr val="002552"/>
                        </a:solidFill>
                      </a:rPr>
                      <a:pPr algn="l">
                        <a:lnSpc>
                          <a:spcPct val="130000"/>
                        </a:lnSpc>
                        <a:defRPr>
                          <a:solidFill>
                            <a:srgbClr val="002552"/>
                          </a:solidFill>
                        </a:defRPr>
                      </a:pPr>
                      <a:t>[PERCENTAGE]</a:t>
                    </a:fld>
                    <a:endParaRPr lang="en-GB"/>
                  </a:p>
                </c:rich>
              </c:tx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0"/>
                <a:lstStyle/>
                <a:p>
                  <a:pPr algn="l">
                    <a:lnSpc>
                      <a:spcPct val="130000"/>
                    </a:lnSpc>
                    <a:defRPr sz="1197" b="0" i="0" u="none" strike="noStrike" kern="1200" baseline="0">
                      <a:solidFill>
                        <a:srgbClr val="00255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2062-4FC9-AECA-6127FE736126}"/>
                </c:ext>
              </c:extLst>
            </c:dLbl>
            <c:dLbl>
              <c:idx val="3"/>
              <c:layout>
                <c:manualLayout>
                  <c:x val="-0.10747042462856612"/>
                  <c:y val="3.4577598864211266E-2"/>
                </c:manualLayout>
              </c:layout>
              <c:tx>
                <c:rich>
                  <a:bodyPr rot="0" spcFirstLastPara="1" vertOverflow="ellipsis" vert="horz" wrap="square" anchor="ctr" anchorCtr="0"/>
                  <a:lstStyle/>
                  <a:p>
                    <a:pPr algn="l">
                      <a:lnSpc>
                        <a:spcPct val="130000"/>
                      </a:lnSpc>
                      <a:defRPr sz="1197" b="0" i="0" u="none" strike="noStrike" kern="1200" baseline="0">
                        <a:solidFill>
                          <a:srgbClr val="002552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E13BCCF4-3845-487F-8E36-8A256BD32062}" type="CATEGORYNAME">
                      <a:rPr lang="en-US" b="0" baseline="0">
                        <a:solidFill>
                          <a:srgbClr val="002552"/>
                        </a:solidFill>
                      </a:rPr>
                      <a:pPr algn="l">
                        <a:lnSpc>
                          <a:spcPct val="130000"/>
                        </a:lnSpc>
                        <a:defRPr>
                          <a:solidFill>
                            <a:srgbClr val="002552"/>
                          </a:solidFill>
                        </a:defRPr>
                      </a:pPr>
                      <a:t>[CATEGORY NAME]</a:t>
                    </a:fld>
                    <a:endParaRPr lang="en-US" b="0" baseline="0">
                      <a:solidFill>
                        <a:srgbClr val="002552"/>
                      </a:solidFill>
                    </a:endParaRPr>
                  </a:p>
                  <a:p>
                    <a:pPr algn="l">
                      <a:lnSpc>
                        <a:spcPct val="130000"/>
                      </a:lnSpc>
                      <a:defRPr>
                        <a:solidFill>
                          <a:srgbClr val="002552"/>
                        </a:solidFill>
                      </a:defRPr>
                    </a:pPr>
                    <a:fld id="{0DABC623-C17D-46F5-B749-DE56F5EAB6F2}" type="PERCENTAGE">
                      <a:rPr lang="en-US" b="1" baseline="0">
                        <a:solidFill>
                          <a:srgbClr val="002552"/>
                        </a:solidFill>
                      </a:rPr>
                      <a:pPr algn="l">
                        <a:lnSpc>
                          <a:spcPct val="130000"/>
                        </a:lnSpc>
                        <a:defRPr>
                          <a:solidFill>
                            <a:srgbClr val="002552"/>
                          </a:solidFill>
                        </a:defRPr>
                      </a:pPr>
                      <a:t>[PERCENTAGE]</a:t>
                    </a:fld>
                    <a:endParaRPr lang="en-GB"/>
                  </a:p>
                </c:rich>
              </c:tx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0"/>
                <a:lstStyle/>
                <a:p>
                  <a:pPr algn="l">
                    <a:lnSpc>
                      <a:spcPct val="130000"/>
                    </a:lnSpc>
                    <a:defRPr sz="1197" b="0" i="0" u="none" strike="noStrike" kern="1200" baseline="0">
                      <a:solidFill>
                        <a:srgbClr val="00255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2062-4FC9-AECA-6127FE736126}"/>
                </c:ext>
              </c:extLst>
            </c:dLbl>
            <c:dLbl>
              <c:idx val="4"/>
              <c:layout>
                <c:manualLayout>
                  <c:x val="-2.220680083275503E-2"/>
                  <c:y val="-1.2573672314258651E-2"/>
                </c:manualLayout>
              </c:layout>
              <c:tx>
                <c:rich>
                  <a:bodyPr rot="0" spcFirstLastPara="1" vertOverflow="ellipsis" vert="horz" wrap="square" anchor="ctr" anchorCtr="0"/>
                  <a:lstStyle/>
                  <a:p>
                    <a:pPr algn="l">
                      <a:lnSpc>
                        <a:spcPct val="130000"/>
                      </a:lnSpc>
                      <a:defRPr sz="1197" b="1" i="0" u="none" strike="noStrike" kern="1200" baseline="0">
                        <a:solidFill>
                          <a:srgbClr val="002552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1EBB7180-9DDF-48F4-A8F7-F18DDA4CF439}" type="CATEGORYNAME">
                      <a:rPr lang="en-US" b="1" baseline="0">
                        <a:solidFill>
                          <a:srgbClr val="002552"/>
                        </a:solidFill>
                      </a:rPr>
                      <a:pPr algn="l">
                        <a:lnSpc>
                          <a:spcPct val="130000"/>
                        </a:lnSpc>
                        <a:defRPr b="1">
                          <a:solidFill>
                            <a:srgbClr val="002552"/>
                          </a:solidFill>
                        </a:defRPr>
                      </a:pPr>
                      <a:t>[CATEGORY NAME]</a:t>
                    </a:fld>
                    <a:endParaRPr lang="en-US" b="1" baseline="0">
                      <a:solidFill>
                        <a:srgbClr val="002552"/>
                      </a:solidFill>
                    </a:endParaRPr>
                  </a:p>
                  <a:p>
                    <a:pPr algn="l">
                      <a:lnSpc>
                        <a:spcPct val="130000"/>
                      </a:lnSpc>
                      <a:defRPr b="1">
                        <a:solidFill>
                          <a:srgbClr val="002552"/>
                        </a:solidFill>
                      </a:defRPr>
                    </a:pPr>
                    <a:fld id="{B9F75737-D905-4DE1-922E-AA831B4D4158}" type="PERCENTAGE">
                      <a:rPr lang="en-US" sz="1800" baseline="0">
                        <a:solidFill>
                          <a:srgbClr val="002552"/>
                        </a:solidFill>
                      </a:rPr>
                      <a:pPr algn="l">
                        <a:lnSpc>
                          <a:spcPct val="130000"/>
                        </a:lnSpc>
                        <a:defRPr b="1">
                          <a:solidFill>
                            <a:srgbClr val="002552"/>
                          </a:solidFill>
                        </a:defRPr>
                      </a:pPr>
                      <a:t>[PERCENTAGE]</a:t>
                    </a:fld>
                    <a:endParaRPr lang="en-GB"/>
                  </a:p>
                </c:rich>
              </c:tx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0"/>
                <a:lstStyle/>
                <a:p>
                  <a:pPr algn="l">
                    <a:lnSpc>
                      <a:spcPct val="130000"/>
                    </a:lnSpc>
                    <a:defRPr sz="1197" b="1" i="0" u="none" strike="noStrike" kern="1200" baseline="0">
                      <a:solidFill>
                        <a:srgbClr val="00255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2062-4FC9-AECA-6127FE736126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 algn="r">
                  <a:lnSpc>
                    <a:spcPct val="120000"/>
                  </a:lnSpc>
                  <a:defRPr sz="1197" b="0" i="0" u="none" strike="noStrike" kern="1200" baseline="0">
                    <a:solidFill>
                      <a:srgbClr val="002552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Tabelle1!$A$2:$A$6</c:f>
              <c:strCache>
                <c:ptCount val="5"/>
                <c:pt idx="0">
                  <c:v>Consetetur</c:v>
                </c:pt>
                <c:pt idx="1">
                  <c:v>Agnissim porepel</c:v>
                </c:pt>
                <c:pt idx="2">
                  <c:v>Torporupit maiorec</c:v>
                </c:pt>
                <c:pt idx="3">
                  <c:v>Nonsect atustis</c:v>
                </c:pt>
                <c:pt idx="4">
                  <c:v>Lorem ipsum</c:v>
                </c:pt>
              </c:strCache>
            </c:strRef>
          </c:cat>
          <c:val>
            <c:numRef>
              <c:f>Tabelle1!$B$2:$B$6</c:f>
              <c:numCache>
                <c:formatCode>General</c:formatCode>
                <c:ptCount val="5"/>
                <c:pt idx="0">
                  <c:v>4.5</c:v>
                </c:pt>
                <c:pt idx="1">
                  <c:v>60</c:v>
                </c:pt>
                <c:pt idx="2">
                  <c:v>22</c:v>
                </c:pt>
                <c:pt idx="3">
                  <c:v>9</c:v>
                </c:pt>
                <c:pt idx="4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062-4FC9-AECA-6127FE73612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344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de-DE"/>
    </a:p>
  </c:tx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097972972972973E-2"/>
          <c:y val="8.7862318840579712E-2"/>
          <c:w val="0.97804054054054057"/>
          <c:h val="0.86503623188405798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5E676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E387-481F-87A0-AFC299916084}"/>
              </c:ext>
            </c:extLst>
          </c:dPt>
          <c:dPt>
            <c:idx val="3"/>
            <c:invertIfNegative val="0"/>
            <c:bubble3D val="0"/>
            <c:spPr>
              <a:solidFill>
                <a:srgbClr val="CBCF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E387-481F-87A0-AFC299916084}"/>
              </c:ext>
            </c:extLst>
          </c:dPt>
          <c:dPt>
            <c:idx val="4"/>
            <c:invertIfNegative val="0"/>
            <c:bubble3D val="0"/>
            <c:spPr>
              <a:solidFill>
                <a:srgbClr val="D31D1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E387-481F-87A0-AFC299916084}"/>
              </c:ext>
            </c:extLst>
          </c:dPt>
          <c:dPt>
            <c:idx val="5"/>
            <c:invertIfNegative val="0"/>
            <c:bubble3D val="0"/>
            <c:spPr>
              <a:solidFill>
                <a:srgbClr val="78AD6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E387-481F-87A0-AFC299916084}"/>
              </c:ext>
            </c:extLst>
          </c:dPt>
          <c:dPt>
            <c:idx val="6"/>
            <c:invertIfNegative val="0"/>
            <c:bubble3D val="0"/>
            <c:spPr>
              <a:solidFill>
                <a:srgbClr val="CBCF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4-E387-481F-87A0-AFC299916084}"/>
              </c:ext>
            </c:extLst>
          </c:dPt>
          <c:dPt>
            <c:idx val="8"/>
            <c:invertIfNegative val="0"/>
            <c:bubble3D val="0"/>
            <c:spPr>
              <a:solidFill>
                <a:srgbClr val="5E676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E387-481F-87A0-AFC299916084}"/>
              </c:ext>
            </c:extLst>
          </c:dPt>
          <c:dLbls>
            <c:dLbl>
              <c:idx val="0"/>
              <c:layout>
                <c:manualLayout>
                  <c:x val="0"/>
                  <c:y val="-0.15942028985507245"/>
                </c:manualLayout>
              </c:layout>
              <c:numFmt formatCode="0.0;&quot;-&quot;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rgbClr val="00255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E387-481F-87A0-AFC299916084}"/>
                </c:ext>
              </c:extLst>
            </c:dLbl>
            <c:dLbl>
              <c:idx val="3"/>
              <c:layout>
                <c:manualLayout>
                  <c:x val="1.2668919340181801E-3"/>
                  <c:y val="-0.13043478260869565"/>
                </c:manualLayout>
              </c:layout>
              <c:numFmt formatCode="0.0;&quot;-&quot;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rgbClr val="00255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E387-481F-87A0-AFC299916084}"/>
                </c:ext>
              </c:extLst>
            </c:dLbl>
            <c:dLbl>
              <c:idx val="6"/>
              <c:layout>
                <c:manualLayout>
                  <c:x val="0"/>
                  <c:y val="-0.21920289855072464"/>
                </c:manualLayout>
              </c:layout>
              <c:numFmt formatCode="0.0;&quot;-&quot;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rgbClr val="00255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E387-481F-87A0-AFC299916084}"/>
                </c:ext>
              </c:extLst>
            </c:dLbl>
            <c:dLbl>
              <c:idx val="8"/>
              <c:layout>
                <c:manualLayout>
                  <c:x val="0"/>
                  <c:y val="-0.31340579710144928"/>
                </c:manualLayout>
              </c:layout>
              <c:numFmt formatCode="0.0;&quot;-&quot;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rgbClr val="00255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E387-481F-87A0-AFC29991608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rgbClr val="002552"/>
                    </a:solidFill>
                  </a:defRPr>
                </a:pPr>
                <a:endParaRPr lang="de-DE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Sheet1!$A$1:$I$1</c:f>
              <c:numCache>
                <c:formatCode>General</c:formatCode>
                <c:ptCount val="9"/>
                <c:pt idx="0" formatCode="0.0;&quot;-&quot;0.0">
                  <c:v>15.4</c:v>
                </c:pt>
                <c:pt idx="1">
                  <c:v>5.4</c:v>
                </c:pt>
                <c:pt idx="2">
                  <c:v>5.4</c:v>
                </c:pt>
                <c:pt idx="3" formatCode="0.0;&quot;-&quot;0.0">
                  <c:v>10.8</c:v>
                </c:pt>
                <c:pt idx="4">
                  <c:v>10.8</c:v>
                </c:pt>
                <c:pt idx="5">
                  <c:v>4.1999999999999993</c:v>
                </c:pt>
                <c:pt idx="6" formatCode="0.0;&quot;-&quot;0.0">
                  <c:v>-25.900000000000002</c:v>
                </c:pt>
                <c:pt idx="7" formatCode="0.0;&quot;-&quot;0.0">
                  <c:v>-25.900000000000002</c:v>
                </c:pt>
                <c:pt idx="8" formatCode="0.0;&quot;-&quot;0.0">
                  <c:v>-41.300000000000004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387-481F-87A0-AFC299916084}"/>
            </c:ext>
          </c:extLst>
        </c:ser>
        <c:ser>
          <c:idx val="1"/>
          <c:order val="1"/>
          <c:spPr>
            <a:solidFill>
              <a:srgbClr val="78AD6C"/>
            </a:solidFill>
            <a:ln>
              <a:noFill/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D31D1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E387-481F-87A0-AFC299916084}"/>
              </c:ext>
            </c:extLst>
          </c:dPt>
          <c:dPt>
            <c:idx val="7"/>
            <c:invertIfNegative val="0"/>
            <c:bubble3D val="0"/>
            <c:spPr>
              <a:solidFill>
                <a:srgbClr val="D31D1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8-E387-481F-87A0-AFC299916084}"/>
              </c:ext>
            </c:extLst>
          </c:dPt>
          <c:dLbls>
            <c:dLbl>
              <c:idx val="4"/>
              <c:layout>
                <c:manualLayout>
                  <c:x val="0"/>
                  <c:y val="-2.717391304347826E-3"/>
                </c:manualLayout>
              </c:layout>
              <c:numFmt formatCode="0.0;&quot;-&quot;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E387-481F-87A0-AFC299916084}"/>
                </c:ext>
              </c:extLst>
            </c:dLbl>
            <c:dLbl>
              <c:idx val="7"/>
              <c:layout>
                <c:manualLayout>
                  <c:x val="0"/>
                  <c:y val="3.6237589866484079E-3"/>
                </c:manualLayout>
              </c:layout>
              <c:numFmt formatCode="0.0;&quot;-&quot;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E387-481F-87A0-AFC29991608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Sheet1!$A$2:$I$2</c:f>
              <c:numCache>
                <c:formatCode>General</c:formatCode>
                <c:ptCount val="9"/>
                <c:pt idx="1">
                  <c:v>10</c:v>
                </c:pt>
                <c:pt idx="2">
                  <c:v>5.4</c:v>
                </c:pt>
                <c:pt idx="4" formatCode="0.0;&quot;-&quot;0.0">
                  <c:v>7.9000000000000021</c:v>
                </c:pt>
                <c:pt idx="5">
                  <c:v>-21.3</c:v>
                </c:pt>
                <c:pt idx="7" formatCode="0.0;&quot;-&quot;0.0">
                  <c:v>-15.400000000000002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387-481F-87A0-AFC299916084}"/>
            </c:ext>
          </c:extLst>
        </c:ser>
        <c:ser>
          <c:idx val="2"/>
          <c:order val="2"/>
          <c:spPr>
            <a:solidFill>
              <a:srgbClr val="D31D19"/>
            </a:solidFill>
            <a:ln>
              <a:noFill/>
            </a:ln>
          </c:spPr>
          <c:invertIfNegative val="0"/>
          <c:dLbls>
            <c:dLbl>
              <c:idx val="5"/>
              <c:layout>
                <c:manualLayout>
                  <c:x val="0"/>
                  <c:y val="2.717391304347826E-3"/>
                </c:manualLayout>
              </c:layout>
              <c:numFmt formatCode="0.0;&quot;-&quot;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B-E387-481F-87A0-AFC29991608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Sheet1!$A$3:$I$3</c:f>
              <c:numCache>
                <c:formatCode>General</c:formatCode>
                <c:ptCount val="9"/>
                <c:pt idx="4">
                  <c:v>-29.2</c:v>
                </c:pt>
                <c:pt idx="5" formatCode="0.0;&quot;-&quot;0.0">
                  <c:v>-30.100000000000005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E387-481F-87A0-AFC2999160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903518552"/>
        <c:axId val="1"/>
      </c:barChart>
      <c:catAx>
        <c:axId val="90351855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algn="ctr">
            <a:solidFill>
              <a:srgbClr val="000000"/>
            </a:solidFill>
            <a:prstDash val="solid"/>
          </a:ln>
        </c:spPr>
        <c:crossAx val="1"/>
        <c:crossesAt val="0"/>
        <c:auto val="0"/>
        <c:lblAlgn val="ctr"/>
        <c:lblOffset val="100"/>
        <c:noMultiLvlLbl val="0"/>
      </c:catAx>
      <c:valAx>
        <c:axId val="1"/>
        <c:scaling>
          <c:orientation val="minMax"/>
          <c:max val="18.700000000000003"/>
          <c:min val="-51.400000000000006"/>
        </c:scaling>
        <c:delete val="1"/>
        <c:axPos val="l"/>
        <c:numFmt formatCode="0.0;&quot;-&quot;0.0" sourceLinked="1"/>
        <c:majorTickMark val="out"/>
        <c:minorTickMark val="none"/>
        <c:tickLblPos val="nextTo"/>
        <c:crossAx val="903518552"/>
        <c:crosses val="min"/>
        <c:crossBetween val="between"/>
      </c:valAx>
    </c:plotArea>
    <c:plotVisOnly val="0"/>
    <c:dispBlanksAs val="gap"/>
    <c:showDLblsOverMax val="1"/>
  </c:char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EE3FF8ED-6F26-5D1F-4231-19BAC251F07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115797C-71B0-7116-8FFD-153150A26BB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24A949-08E2-499C-B7C0-DE227204D5FF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812045B-A2DB-87D0-613D-DDA2E9B0336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D82B1AC-858F-2AAF-720C-00AD440E2C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7C37F4-3413-484E-8648-7BE7A6AF302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12050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Charité Text Office" pitchFamily="2" charset="0"/>
              </a:defRPr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Charité Text Office" pitchFamily="2" charset="0"/>
              </a:defRPr>
            </a:lvl1pPr>
          </a:lstStyle>
          <a:p>
            <a:fld id="{9A065712-CC01-4EEB-96F7-64B7891CA6B4}" type="datetimeFigureOut">
              <a:rPr lang="de-DE" smtClean="0"/>
              <a:pPr/>
              <a:t>08.10.2026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Charité Text Office" pitchFamily="2" charset="0"/>
              </a:defRPr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Charité Text Office" pitchFamily="2" charset="0"/>
              </a:defRPr>
            </a:lvl1pPr>
          </a:lstStyle>
          <a:p>
            <a:fld id="{824D9D30-8414-458A-8EC3-63F2EE293130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5367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Charité Text Office" pitchFamily="2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Charité Text Office" pitchFamily="2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Charité Text Office" pitchFamily="2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Charité Text Office" pitchFamily="2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Charité Text Office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CB985E58-73E2-B29E-A012-2F63CE235319}"/>
              </a:ext>
            </a:extLst>
          </p:cNvPr>
          <p:cNvSpPr/>
          <p:nvPr userDrawn="1"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CBCF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533E72B6-CD3E-AC98-4643-9EE1A95560DD}"/>
              </a:ext>
            </a:extLst>
          </p:cNvPr>
          <p:cNvSpPr/>
          <p:nvPr/>
        </p:nvSpPr>
        <p:spPr>
          <a:xfrm>
            <a:off x="3052799" y="571499"/>
            <a:ext cx="8120025" cy="5713413"/>
          </a:xfrm>
          <a:prstGeom prst="rect">
            <a:avLst/>
          </a:prstGeom>
          <a:solidFill>
            <a:srgbClr val="0025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85B4324-9483-AD08-A73D-10755027B27E}"/>
              </a:ext>
            </a:extLst>
          </p:cNvPr>
          <p:cNvPicPr>
            <a:picLocks noChangeAspect="1"/>
          </p:cNvPicPr>
          <p:nvPr/>
        </p:nvPicPr>
        <p:blipFill>
          <a:blip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6842" y="1117068"/>
            <a:ext cx="2299114" cy="120609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73DD7CD-320F-0C40-8320-F1C3F4BB0C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1601" y="571499"/>
            <a:ext cx="4558049" cy="5713413"/>
          </a:xfrm>
        </p:spPr>
        <p:txBody>
          <a:bodyPr anchor="ctr"/>
          <a:lstStyle>
            <a:lvl1pPr>
              <a:defRPr sz="34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GB" noProof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8BFCCAB-0DBB-8612-B2AD-0BA5DA7D1E3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842" y="4399888"/>
            <a:ext cx="2235073" cy="1341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578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CB985E58-73E2-B29E-A012-2F63CE235319}"/>
              </a:ext>
            </a:extLst>
          </p:cNvPr>
          <p:cNvSpPr/>
          <p:nvPr userDrawn="1"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0025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533E72B6-CD3E-AC98-4643-9EE1A95560DD}"/>
              </a:ext>
            </a:extLst>
          </p:cNvPr>
          <p:cNvSpPr/>
          <p:nvPr/>
        </p:nvSpPr>
        <p:spPr>
          <a:xfrm>
            <a:off x="3052799" y="571499"/>
            <a:ext cx="8120025" cy="5713413"/>
          </a:xfrm>
          <a:prstGeom prst="rect">
            <a:avLst/>
          </a:prstGeom>
          <a:solidFill>
            <a:srgbClr val="CBCF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85B4324-9483-AD08-A73D-10755027B27E}"/>
              </a:ext>
            </a:extLst>
          </p:cNvPr>
          <p:cNvPicPr>
            <a:picLocks noChangeAspect="1"/>
          </p:cNvPicPr>
          <p:nvPr/>
        </p:nvPicPr>
        <p:blipFill>
          <a:blip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6842" y="1117068"/>
            <a:ext cx="2299114" cy="120609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73DD7CD-320F-0C40-8320-F1C3F4BB0C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1601" y="571499"/>
            <a:ext cx="4558049" cy="5713413"/>
          </a:xfrm>
        </p:spPr>
        <p:txBody>
          <a:bodyPr anchor="ctr"/>
          <a:lstStyle>
            <a:lvl1pPr>
              <a:defRPr sz="3400" b="0">
                <a:solidFill>
                  <a:srgbClr val="002552"/>
                </a:solidFill>
              </a:defRPr>
            </a:lvl1pPr>
          </a:lstStyle>
          <a:p>
            <a:r>
              <a:rPr lang="en-US"/>
              <a:t>Presentation title</a:t>
            </a:r>
            <a:endParaRPr lang="en-GB" noProof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CF110AE-9FE5-AE73-A60E-684A6E9A409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071" y="4342504"/>
            <a:ext cx="2330712" cy="139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280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abo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70571E57-C458-55AD-34AF-B33955A2430E}"/>
              </a:ext>
            </a:extLst>
          </p:cNvPr>
          <p:cNvSpPr/>
          <p:nvPr userDrawn="1"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CBCF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70A57A1D-B3B0-3969-AC3D-731633954FBC}"/>
              </a:ext>
            </a:extLst>
          </p:cNvPr>
          <p:cNvSpPr/>
          <p:nvPr/>
        </p:nvSpPr>
        <p:spPr>
          <a:xfrm>
            <a:off x="3052799" y="571499"/>
            <a:ext cx="8120025" cy="5713413"/>
          </a:xfrm>
          <a:prstGeom prst="rect">
            <a:avLst/>
          </a:prstGeom>
          <a:solidFill>
            <a:srgbClr val="0025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8D16AE1-35A6-C2DD-949A-525C689812B9}"/>
              </a:ext>
            </a:extLst>
          </p:cNvPr>
          <p:cNvPicPr>
            <a:picLocks noChangeAspect="1"/>
          </p:cNvPicPr>
          <p:nvPr/>
        </p:nvPicPr>
        <p:blipFill>
          <a:blip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6842" y="1117068"/>
            <a:ext cx="2299114" cy="120609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A93F957-EFA0-B9BA-15DE-03D8D4868D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1600" y="3427200"/>
            <a:ext cx="6063438" cy="2857712"/>
          </a:xfrm>
        </p:spPr>
        <p:txBody>
          <a:bodyPr anchor="ctr"/>
          <a:lstStyle>
            <a:lvl1pPr>
              <a:defRPr sz="34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GB" noProof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D48CA5AF-CEDE-3E1B-57D8-4973FFB367B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58275" y="3431817"/>
            <a:ext cx="2574524" cy="391628"/>
          </a:xfrm>
          <a:solidFill>
            <a:srgbClr val="0D9AA9"/>
          </a:solidFill>
        </p:spPr>
        <p:txBody>
          <a:bodyPr wrap="none" lIns="108000" tIns="72000" rIns="108000" bIns="72000" anchor="ctr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Section (1 line, max. 32 Char)</a:t>
            </a:r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3823D32A-F323-5163-FE79-469CF35E8F2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052799" y="570600"/>
            <a:ext cx="8120062" cy="2857500"/>
          </a:xfrm>
          <a:solidFill>
            <a:schemeClr val="accent5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Insert Image here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078F60C1-9541-42D3-5A64-BE4D56FA88E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842" y="4399888"/>
            <a:ext cx="2235073" cy="1341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8339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855FC450-CD34-DEE9-370E-65BEC309F95B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0025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847A77F4-73B3-E7E5-A5F5-29BD29C11B5F}"/>
              </a:ext>
            </a:extLst>
          </p:cNvPr>
          <p:cNvSpPr/>
          <p:nvPr userDrawn="1"/>
        </p:nvSpPr>
        <p:spPr>
          <a:xfrm>
            <a:off x="3052799" y="571499"/>
            <a:ext cx="8120025" cy="5713413"/>
          </a:xfrm>
          <a:prstGeom prst="rect">
            <a:avLst/>
          </a:prstGeom>
          <a:solidFill>
            <a:srgbClr val="CBCF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1BA88333-F35F-A682-4E4D-FF3A78AAFFDC}"/>
              </a:ext>
            </a:extLst>
          </p:cNvPr>
          <p:cNvPicPr>
            <a:picLocks noChangeAspect="1"/>
          </p:cNvPicPr>
          <p:nvPr/>
        </p:nvPicPr>
        <p:blipFill>
          <a:blip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6842" y="1117068"/>
            <a:ext cx="2299114" cy="1206092"/>
          </a:xfrm>
          <a:prstGeom prst="rect">
            <a:avLst/>
          </a:prstGeom>
        </p:spPr>
      </p:pic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BE102CB0-FCED-9F61-3872-C4A54866248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119650" y="571500"/>
            <a:ext cx="3052800" cy="5713413"/>
          </a:xfrm>
          <a:solidFill>
            <a:schemeClr val="accent5">
              <a:lumMod val="20000"/>
              <a:lumOff val="80000"/>
            </a:schemeClr>
          </a:solidFill>
        </p:spPr>
        <p:txBody>
          <a:bodyPr/>
          <a:lstStyle/>
          <a:p>
            <a:r>
              <a:rPr lang="en-GB" noProof="0"/>
              <a:t>Insert Image here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9CD8D707-9637-3F2E-E607-A42376E448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2352" y="3426622"/>
            <a:ext cx="3024111" cy="2858290"/>
          </a:xfrm>
        </p:spPr>
        <p:txBody>
          <a:bodyPr anchor="ctr"/>
          <a:lstStyle>
            <a:lvl1pPr>
              <a:spcAft>
                <a:spcPts val="1200"/>
              </a:spcAft>
              <a:defRPr sz="3400">
                <a:solidFill>
                  <a:srgbClr val="002552"/>
                </a:solidFill>
              </a:defRPr>
            </a:lvl1pPr>
          </a:lstStyle>
          <a:p>
            <a:r>
              <a:rPr lang="en-US"/>
              <a:t>Presentation title</a:t>
            </a:r>
            <a:endParaRPr lang="en-GB" noProof="0"/>
          </a:p>
        </p:txBody>
      </p:sp>
      <p:sp>
        <p:nvSpPr>
          <p:cNvPr id="10" name="Textplatzhalter 10">
            <a:extLst>
              <a:ext uri="{FF2B5EF4-FFF2-40B4-BE49-F238E27FC236}">
                <a16:creationId xmlns:a16="http://schemas.microsoft.com/office/drawing/2014/main" id="{2394CD50-8748-4FB8-98A4-74F947B1D1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58275" y="3431817"/>
            <a:ext cx="2574524" cy="391628"/>
          </a:xfrm>
          <a:solidFill>
            <a:srgbClr val="0D9AA9"/>
          </a:solidFill>
        </p:spPr>
        <p:txBody>
          <a:bodyPr wrap="none" lIns="108000" tIns="72000" rIns="108000" bIns="72000" anchor="ctr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Section (1 line, max. 32 Char)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084A180D-32F5-DA99-DAD4-BD8F1EAD3D9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071" y="4342504"/>
            <a:ext cx="2330712" cy="139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4945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with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855FC450-CD34-DEE9-370E-65BEC309F95B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CBCF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847A77F4-73B3-E7E5-A5F5-29BD29C11B5F}"/>
              </a:ext>
            </a:extLst>
          </p:cNvPr>
          <p:cNvSpPr/>
          <p:nvPr userDrawn="1"/>
        </p:nvSpPr>
        <p:spPr>
          <a:xfrm>
            <a:off x="3052799" y="571499"/>
            <a:ext cx="8120025" cy="5713413"/>
          </a:xfrm>
          <a:prstGeom prst="rect">
            <a:avLst/>
          </a:prstGeom>
          <a:solidFill>
            <a:srgbClr val="0025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1BA88333-F35F-A682-4E4D-FF3A78AAFFDC}"/>
              </a:ext>
            </a:extLst>
          </p:cNvPr>
          <p:cNvPicPr>
            <a:picLocks noChangeAspect="1"/>
          </p:cNvPicPr>
          <p:nvPr/>
        </p:nvPicPr>
        <p:blipFill>
          <a:blip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6842" y="1117068"/>
            <a:ext cx="2299114" cy="1206092"/>
          </a:xfrm>
          <a:prstGeom prst="rect">
            <a:avLst/>
          </a:prstGeom>
        </p:spPr>
      </p:pic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BE102CB0-FCED-9F61-3872-C4A54866248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119650" y="571500"/>
            <a:ext cx="3052800" cy="5713413"/>
          </a:xfrm>
          <a:solidFill>
            <a:schemeClr val="accent5">
              <a:lumMod val="20000"/>
              <a:lumOff val="80000"/>
            </a:schemeClr>
          </a:solidFill>
        </p:spPr>
        <p:txBody>
          <a:bodyPr/>
          <a:lstStyle/>
          <a:p>
            <a:r>
              <a:rPr lang="en-GB" noProof="0"/>
              <a:t>Insert Image here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9CD8D707-9637-3F2E-E607-A42376E448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2352" y="3426622"/>
            <a:ext cx="3024111" cy="2858290"/>
          </a:xfrm>
        </p:spPr>
        <p:txBody>
          <a:bodyPr anchor="ctr"/>
          <a:lstStyle>
            <a:lvl1pPr>
              <a:spcAft>
                <a:spcPts val="1200"/>
              </a:spcAft>
              <a:defRPr sz="34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GB" noProof="0"/>
          </a:p>
        </p:txBody>
      </p:sp>
      <p:sp>
        <p:nvSpPr>
          <p:cNvPr id="10" name="Textplatzhalter 10">
            <a:extLst>
              <a:ext uri="{FF2B5EF4-FFF2-40B4-BE49-F238E27FC236}">
                <a16:creationId xmlns:a16="http://schemas.microsoft.com/office/drawing/2014/main" id="{2394CD50-8748-4FB8-98A4-74F947B1D1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58275" y="3431817"/>
            <a:ext cx="2574524" cy="391628"/>
          </a:xfrm>
          <a:solidFill>
            <a:srgbClr val="0D9AA9"/>
          </a:solidFill>
        </p:spPr>
        <p:txBody>
          <a:bodyPr wrap="none" lIns="108000" tIns="72000" rIns="108000" bIns="72000" anchor="ctr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Section (1 line, max. 32 Char)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C1346B5D-6267-A6C8-A154-18B57E67F40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842" y="4399888"/>
            <a:ext cx="2235073" cy="1341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5491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6ECB30C2-EF93-3E6F-378A-1A690BDC7B33}"/>
              </a:ext>
            </a:extLst>
          </p:cNvPr>
          <p:cNvSpPr/>
          <p:nvPr userDrawn="1"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CBCF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832ABF63-E2BC-8509-C80F-4F329E0273CD}"/>
              </a:ext>
            </a:extLst>
          </p:cNvPr>
          <p:cNvSpPr/>
          <p:nvPr/>
        </p:nvSpPr>
        <p:spPr>
          <a:xfrm>
            <a:off x="3052799" y="571499"/>
            <a:ext cx="8120025" cy="5713413"/>
          </a:xfrm>
          <a:prstGeom prst="rect">
            <a:avLst/>
          </a:prstGeom>
          <a:solidFill>
            <a:srgbClr val="0025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BE7F0B71-AB37-1720-1B52-052F95B6B735}"/>
              </a:ext>
            </a:extLst>
          </p:cNvPr>
          <p:cNvPicPr>
            <a:picLocks noChangeAspect="1"/>
          </p:cNvPicPr>
          <p:nvPr/>
        </p:nvPicPr>
        <p:blipFill>
          <a:blip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6842" y="1117068"/>
            <a:ext cx="2299114" cy="120609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0A60F7D6-1489-B722-33B9-4CA3028AC5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28063" y="571500"/>
            <a:ext cx="2267099" cy="5713412"/>
          </a:xfrm>
        </p:spPr>
        <p:txBody>
          <a:bodyPr anchor="ctr"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GB" noProof="0"/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615BF2A7-A61F-D256-E994-4C92580C3FE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052799" y="571500"/>
            <a:ext cx="5065678" cy="5713413"/>
          </a:xfrm>
          <a:solidFill>
            <a:schemeClr val="accent5">
              <a:lumMod val="20000"/>
              <a:lumOff val="80000"/>
            </a:schemeClr>
          </a:solidFill>
        </p:spPr>
        <p:txBody>
          <a:bodyPr/>
          <a:lstStyle/>
          <a:p>
            <a:r>
              <a:rPr lang="en-GB" noProof="0"/>
              <a:t>Insert Image here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0135244B-2162-BF69-2A23-B3D36CD1CD1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842" y="4399888"/>
            <a:ext cx="2235073" cy="1341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820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with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6ECB30C2-EF93-3E6F-378A-1A690BDC7B33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0025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832ABF63-E2BC-8509-C80F-4F329E0273CD}"/>
              </a:ext>
            </a:extLst>
          </p:cNvPr>
          <p:cNvSpPr/>
          <p:nvPr/>
        </p:nvSpPr>
        <p:spPr>
          <a:xfrm>
            <a:off x="3052799" y="571499"/>
            <a:ext cx="8120025" cy="5713413"/>
          </a:xfrm>
          <a:prstGeom prst="rect">
            <a:avLst/>
          </a:prstGeom>
          <a:solidFill>
            <a:srgbClr val="5E67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BE7F0B71-AB37-1720-1B52-052F95B6B735}"/>
              </a:ext>
            </a:extLst>
          </p:cNvPr>
          <p:cNvPicPr>
            <a:picLocks noChangeAspect="1"/>
          </p:cNvPicPr>
          <p:nvPr/>
        </p:nvPicPr>
        <p:blipFill>
          <a:blip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6842" y="1117068"/>
            <a:ext cx="2299114" cy="120609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0A60F7D6-1489-B722-33B9-4CA3028AC5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28063" y="571500"/>
            <a:ext cx="2035175" cy="5713412"/>
          </a:xfrm>
        </p:spPr>
        <p:txBody>
          <a:bodyPr anchor="ctr"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GB" noProof="0"/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615BF2A7-A61F-D256-E994-4C92580C3FE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052799" y="571500"/>
            <a:ext cx="5065678" cy="5713413"/>
          </a:xfrm>
          <a:solidFill>
            <a:schemeClr val="accent5">
              <a:lumMod val="20000"/>
              <a:lumOff val="80000"/>
            </a:schemeClr>
          </a:solidFill>
        </p:spPr>
        <p:txBody>
          <a:bodyPr/>
          <a:lstStyle/>
          <a:p>
            <a:r>
              <a:rPr lang="en-GB" noProof="0"/>
              <a:t>Insert Image here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E6DD3258-BC96-BB50-F100-1B77F6FA588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071" y="4342504"/>
            <a:ext cx="2330712" cy="139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842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4AC106-BDF8-CEF1-825B-31168B6ADC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7181" y="509969"/>
            <a:ext cx="9136463" cy="403200"/>
          </a:xfrm>
        </p:spPr>
        <p:txBody>
          <a:bodyPr/>
          <a:lstStyle>
            <a:lvl1pPr>
              <a:defRPr baseline="0">
                <a:solidFill>
                  <a:srgbClr val="002552"/>
                </a:solidFill>
              </a:defRPr>
            </a:lvl1pPr>
          </a:lstStyle>
          <a:p>
            <a:r>
              <a:rPr lang="de-DE" noProof="0"/>
              <a:t>Edit </a:t>
            </a:r>
            <a:r>
              <a:rPr lang="en-GB"/>
              <a:t>Headline</a:t>
            </a:r>
            <a:endParaRPr lang="en-GB" noProof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49C24AF-B323-63B9-86B5-95311227C5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B0FF830B-A89E-83C7-F82C-1285D4A79AB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0882" y="1577626"/>
            <a:ext cx="7409665" cy="4064953"/>
          </a:xfrm>
        </p:spPr>
        <p:txBody>
          <a:bodyPr/>
          <a:lstStyle>
            <a:lvl1pPr marL="450000" indent="-450000">
              <a:spcAft>
                <a:spcPts val="300"/>
              </a:spcAft>
              <a:buFont typeface="+mj-lt"/>
              <a:buAutoNum type="arabicPeriod"/>
              <a:defRPr sz="2800" baseline="0">
                <a:solidFill>
                  <a:srgbClr val="5E676C"/>
                </a:solidFill>
                <a:latin typeface="+mn-lt"/>
              </a:defRPr>
            </a:lvl1pPr>
          </a:lstStyle>
          <a:p>
            <a:pPr lvl="0"/>
            <a:r>
              <a:rPr lang="de-DE" noProof="0"/>
              <a:t>Edit Master </a:t>
            </a:r>
            <a:r>
              <a:rPr lang="de-DE" noProof="0" err="1"/>
              <a:t>text</a:t>
            </a:r>
            <a:endParaRPr lang="de-DE" noProof="0"/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9688E9D4-0B6A-B7EA-B556-04FDB5E33CC3}"/>
              </a:ext>
            </a:extLst>
          </p:cNvPr>
          <p:cNvPicPr>
            <a:picLocks noChangeAspect="1"/>
          </p:cNvPicPr>
          <p:nvPr/>
        </p:nvPicPr>
        <p:blipFill>
          <a:blip cstate="hqprint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27181" y="6184800"/>
            <a:ext cx="925200" cy="485351"/>
          </a:xfrm>
          <a:prstGeom prst="rect">
            <a:avLst/>
          </a:prstGeom>
        </p:spPr>
      </p:pic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67667763-4FCA-0EAC-9EC9-2D2373BD29E4}"/>
              </a:ext>
            </a:extLst>
          </p:cNvPr>
          <p:cNvCxnSpPr/>
          <p:nvPr/>
        </p:nvCxnSpPr>
        <p:spPr>
          <a:xfrm>
            <a:off x="1519200" y="6278400"/>
            <a:ext cx="0" cy="28080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25E98871-4032-17EC-C264-14142C58E0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67482" y="6307118"/>
            <a:ext cx="4114800" cy="252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accent5"/>
                </a:solidFill>
              </a:defRPr>
            </a:lvl1pPr>
          </a:lstStyle>
          <a:p>
            <a:r>
              <a:rPr lang="en-GB"/>
              <a:t>Optional: </a:t>
            </a:r>
            <a:r>
              <a:rPr lang="en-US"/>
              <a:t>Department, Clinic, Center, Business Division, etc.</a:t>
            </a:r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D5A05D-200A-2DC7-EB22-461739E3486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33815"/>
          <a:stretch/>
        </p:blipFill>
        <p:spPr>
          <a:xfrm>
            <a:off x="8060535" y="427765"/>
            <a:ext cx="4131465" cy="624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487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with/without picture - blue">
    <p:bg>
      <p:bgPr>
        <a:solidFill>
          <a:srgbClr val="0D9A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5EE0B59F-0FAC-80E7-32C9-883237D688B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106250" y="0"/>
            <a:ext cx="5085750" cy="685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Insert Image here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EBC21B9-442B-0912-1EE9-5FE643155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9587" y="3105150"/>
            <a:ext cx="5085741" cy="2967847"/>
          </a:xfrm>
        </p:spPr>
        <p:txBody>
          <a:bodyPr anchor="ctr"/>
          <a:lstStyle>
            <a:lvl1pPr>
              <a:defRPr sz="3400"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Edit </a:t>
            </a:r>
            <a:r>
              <a:rPr lang="en-GB"/>
              <a:t>Headline</a:t>
            </a:r>
            <a:endParaRPr lang="en-GB" noProof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CEE59A9-B79C-3969-3C29-CE75F90DEC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A9C953F-34B1-4DD2-A3DB-3A35190EAD1A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585625E-3B01-AE03-E943-5A9E05062F49}"/>
              </a:ext>
            </a:extLst>
          </p:cNvPr>
          <p:cNvPicPr>
            <a:picLocks noChangeAspect="1"/>
          </p:cNvPicPr>
          <p:nvPr/>
        </p:nvPicPr>
        <p:blipFill>
          <a:blip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27181" y="6184800"/>
            <a:ext cx="925200" cy="485350"/>
          </a:xfrm>
          <a:prstGeom prst="rect">
            <a:avLst/>
          </a:prstGeom>
        </p:spPr>
      </p:pic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F2B39C79-EFB8-2529-AEEC-B828C9E388D6}"/>
              </a:ext>
            </a:extLst>
          </p:cNvPr>
          <p:cNvCxnSpPr/>
          <p:nvPr/>
        </p:nvCxnSpPr>
        <p:spPr>
          <a:xfrm>
            <a:off x="1519200" y="6278400"/>
            <a:ext cx="0" cy="280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AF5E90F5-6540-1678-F944-E2B2AE9A485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7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7" t="34288" r="-22532" b="12055"/>
          <a:stretch/>
        </p:blipFill>
        <p:spPr>
          <a:xfrm>
            <a:off x="114300" y="0"/>
            <a:ext cx="6888019" cy="310515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0406A2EF-9A8C-E43B-F9B0-B7E04247135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0615" y="6141255"/>
            <a:ext cx="944208" cy="56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138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number - blue ">
    <p:bg>
      <p:bgPr>
        <a:solidFill>
          <a:srgbClr val="0D9A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0BBB59-C568-54F2-A825-AF50E3A6E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32113" y="1143000"/>
            <a:ext cx="5076000" cy="4567238"/>
          </a:xfrm>
        </p:spPr>
        <p:txBody>
          <a:bodyPr anchor="ctr"/>
          <a:lstStyle>
            <a:lvl1pPr>
              <a:defRPr sz="3400"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Edit </a:t>
            </a:r>
            <a:r>
              <a:rPr lang="en-GB"/>
              <a:t>Headline</a:t>
            </a:r>
            <a:endParaRPr lang="en-GB" noProof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2ADF842-CEC7-2322-A24D-3B4054F2441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A9C953F-34B1-4DD2-A3DB-3A35190EAD1A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A13041B-000C-8F57-1585-DD8DF10A23B4}"/>
              </a:ext>
            </a:extLst>
          </p:cNvPr>
          <p:cNvPicPr>
            <a:picLocks noChangeAspect="1"/>
          </p:cNvPicPr>
          <p:nvPr/>
        </p:nvPicPr>
        <p:blipFill>
          <a:blip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27181" y="6184800"/>
            <a:ext cx="925200" cy="485350"/>
          </a:xfrm>
          <a:prstGeom prst="rect">
            <a:avLst/>
          </a:prstGeom>
        </p:spPr>
      </p:pic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5DC96E62-9AC0-0025-4FCC-C7F0D58E0BAF}"/>
              </a:ext>
            </a:extLst>
          </p:cNvPr>
          <p:cNvCxnSpPr/>
          <p:nvPr/>
        </p:nvCxnSpPr>
        <p:spPr>
          <a:xfrm>
            <a:off x="1519200" y="6278400"/>
            <a:ext cx="0" cy="280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50F88E3C-5B38-45B1-089B-E1E0944D9D1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4350" y="1143000"/>
            <a:ext cx="2610000" cy="4567238"/>
          </a:xfrm>
        </p:spPr>
        <p:txBody>
          <a:bodyPr anchor="ctr"/>
          <a:lstStyle>
            <a:lvl1pPr marL="0" indent="0">
              <a:buNone/>
              <a:defRPr sz="20000">
                <a:solidFill>
                  <a:srgbClr val="002552"/>
                </a:solidFill>
                <a:latin typeface="+mj-lt"/>
              </a:defRPr>
            </a:lvl1pPr>
            <a:lvl2pPr marL="385200" indent="0">
              <a:buNone/>
              <a:defRPr>
                <a:latin typeface="+mj-lt"/>
              </a:defRPr>
            </a:lvl2pPr>
            <a:lvl3pPr marL="385200" indent="0">
              <a:buNone/>
              <a:defRPr>
                <a:latin typeface="+mj-lt"/>
              </a:defRPr>
            </a:lvl3pPr>
            <a:lvl4pPr marL="385200" indent="0">
              <a:buNone/>
              <a:defRPr>
                <a:latin typeface="+mj-lt"/>
              </a:defRPr>
            </a:lvl4pPr>
            <a:lvl5pPr marL="385200" indent="0">
              <a:buNone/>
              <a:defRPr>
                <a:latin typeface="+mj-lt"/>
              </a:defRPr>
            </a:lvl5pPr>
          </a:lstStyle>
          <a:p>
            <a:pPr lvl="0"/>
            <a:r>
              <a:rPr lang="en-GB" noProof="0"/>
              <a:t>X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7049E99-3ED6-5B6D-20AF-21460F34F234}"/>
              </a:ext>
            </a:extLst>
          </p:cNvPr>
          <p:cNvPicPr>
            <a:picLocks noChangeAspect="1"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27181" y="6184800"/>
            <a:ext cx="925200" cy="485350"/>
          </a:xfrm>
          <a:prstGeom prst="rect">
            <a:avLst/>
          </a:prstGeom>
        </p:spPr>
      </p:pic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A192048F-D09C-D13C-6F96-F9CC421FEE3F}"/>
              </a:ext>
            </a:extLst>
          </p:cNvPr>
          <p:cNvCxnSpPr/>
          <p:nvPr userDrawn="1"/>
        </p:nvCxnSpPr>
        <p:spPr>
          <a:xfrm>
            <a:off x="1519200" y="6278400"/>
            <a:ext cx="0" cy="280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6A39C37E-578A-5D5B-C8FD-4477443BAB7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6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55" r="26301" b="3991"/>
          <a:stretch/>
        </p:blipFill>
        <p:spPr>
          <a:xfrm>
            <a:off x="6695481" y="0"/>
            <a:ext cx="5496520" cy="685800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CC302AF7-BF3D-D222-A2CD-99647C6C272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0615" y="6141255"/>
            <a:ext cx="944208" cy="56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530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title with/without picture - blue">
    <p:bg>
      <p:bgPr>
        <a:solidFill>
          <a:srgbClr val="5E67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5EE0B59F-0FAC-80E7-32C9-883237D688B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106250" y="0"/>
            <a:ext cx="5085750" cy="685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Insert Image here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EBC21B9-442B-0912-1EE9-5FE643155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9588" y="3105150"/>
            <a:ext cx="4938702" cy="2821197"/>
          </a:xfrm>
        </p:spPr>
        <p:txBody>
          <a:bodyPr anchor="ctr"/>
          <a:lstStyle>
            <a:lvl1pPr>
              <a:defRPr sz="3400"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Edit </a:t>
            </a:r>
            <a:r>
              <a:rPr lang="en-GB"/>
              <a:t>Headline</a:t>
            </a:r>
            <a:endParaRPr lang="en-GB" noProof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CEE59A9-B79C-3969-3C29-CE75F90DEC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A9C953F-34B1-4DD2-A3DB-3A35190EAD1A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585625E-3B01-AE03-E943-5A9E05062F49}"/>
              </a:ext>
            </a:extLst>
          </p:cNvPr>
          <p:cNvPicPr>
            <a:picLocks noChangeAspect="1"/>
          </p:cNvPicPr>
          <p:nvPr/>
        </p:nvPicPr>
        <p:blipFill>
          <a:blip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27181" y="6184800"/>
            <a:ext cx="925200" cy="485350"/>
          </a:xfrm>
          <a:prstGeom prst="rect">
            <a:avLst/>
          </a:prstGeom>
        </p:spPr>
      </p:pic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F2B39C79-EFB8-2529-AEEC-B828C9E388D6}"/>
              </a:ext>
            </a:extLst>
          </p:cNvPr>
          <p:cNvCxnSpPr/>
          <p:nvPr/>
        </p:nvCxnSpPr>
        <p:spPr>
          <a:xfrm>
            <a:off x="1519200" y="6278400"/>
            <a:ext cx="0" cy="280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1B32E14-E3F7-7CEE-A8F4-F2C0426C981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7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7" t="34288" r="-22532" b="12055"/>
          <a:stretch/>
        </p:blipFill>
        <p:spPr>
          <a:xfrm>
            <a:off x="114299" y="0"/>
            <a:ext cx="6888019" cy="310515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1A4AE86C-C232-592B-AA33-99CBE4BF08D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0615" y="6141255"/>
            <a:ext cx="944208" cy="56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156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title number - blue ">
    <p:bg>
      <p:bgPr>
        <a:solidFill>
          <a:srgbClr val="5E67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0BBB59-C568-54F2-A825-AF50E3A6E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32113" y="1143000"/>
            <a:ext cx="5076000" cy="4567238"/>
          </a:xfrm>
        </p:spPr>
        <p:txBody>
          <a:bodyPr anchor="ctr"/>
          <a:lstStyle>
            <a:lvl1pPr>
              <a:defRPr sz="3400"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Edit </a:t>
            </a:r>
            <a:r>
              <a:rPr lang="en-GB"/>
              <a:t>Headline</a:t>
            </a:r>
            <a:endParaRPr lang="en-GB" noProof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2ADF842-CEC7-2322-A24D-3B4054F2441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A9C953F-34B1-4DD2-A3DB-3A35190EAD1A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A13041B-000C-8F57-1585-DD8DF10A23B4}"/>
              </a:ext>
            </a:extLst>
          </p:cNvPr>
          <p:cNvPicPr>
            <a:picLocks noChangeAspect="1"/>
          </p:cNvPicPr>
          <p:nvPr/>
        </p:nvPicPr>
        <p:blipFill>
          <a:blip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27181" y="6184800"/>
            <a:ext cx="925200" cy="485350"/>
          </a:xfrm>
          <a:prstGeom prst="rect">
            <a:avLst/>
          </a:prstGeom>
        </p:spPr>
      </p:pic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5DC96E62-9AC0-0025-4FCC-C7F0D58E0BAF}"/>
              </a:ext>
            </a:extLst>
          </p:cNvPr>
          <p:cNvCxnSpPr/>
          <p:nvPr/>
        </p:nvCxnSpPr>
        <p:spPr>
          <a:xfrm>
            <a:off x="1519200" y="6278400"/>
            <a:ext cx="0" cy="280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50F88E3C-5B38-45B1-089B-E1E0944D9D1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4350" y="1143000"/>
            <a:ext cx="2610000" cy="4567238"/>
          </a:xfrm>
        </p:spPr>
        <p:txBody>
          <a:bodyPr anchor="ctr"/>
          <a:lstStyle>
            <a:lvl1pPr marL="0" indent="0">
              <a:buNone/>
              <a:defRPr sz="20000">
                <a:solidFill>
                  <a:schemeClr val="bg1"/>
                </a:solidFill>
                <a:latin typeface="+mj-lt"/>
              </a:defRPr>
            </a:lvl1pPr>
            <a:lvl2pPr marL="385200" indent="0">
              <a:buNone/>
              <a:defRPr>
                <a:latin typeface="+mj-lt"/>
              </a:defRPr>
            </a:lvl2pPr>
            <a:lvl3pPr marL="385200" indent="0">
              <a:buNone/>
              <a:defRPr>
                <a:latin typeface="+mj-lt"/>
              </a:defRPr>
            </a:lvl3pPr>
            <a:lvl4pPr marL="385200" indent="0">
              <a:buNone/>
              <a:defRPr>
                <a:latin typeface="+mj-lt"/>
              </a:defRPr>
            </a:lvl4pPr>
            <a:lvl5pPr marL="385200" indent="0">
              <a:buNone/>
              <a:defRPr>
                <a:latin typeface="+mj-lt"/>
              </a:defRPr>
            </a:lvl5pPr>
          </a:lstStyle>
          <a:p>
            <a:pPr lvl="0"/>
            <a:r>
              <a:rPr lang="en-GB" noProof="0"/>
              <a:t>X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7049E99-3ED6-5B6D-20AF-21460F34F234}"/>
              </a:ext>
            </a:extLst>
          </p:cNvPr>
          <p:cNvPicPr>
            <a:picLocks noChangeAspect="1"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27181" y="6184800"/>
            <a:ext cx="925200" cy="485350"/>
          </a:xfrm>
          <a:prstGeom prst="rect">
            <a:avLst/>
          </a:prstGeom>
        </p:spPr>
      </p:pic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A192048F-D09C-D13C-6F96-F9CC421FEE3F}"/>
              </a:ext>
            </a:extLst>
          </p:cNvPr>
          <p:cNvCxnSpPr/>
          <p:nvPr userDrawn="1"/>
        </p:nvCxnSpPr>
        <p:spPr>
          <a:xfrm>
            <a:off x="1519200" y="6278400"/>
            <a:ext cx="0" cy="280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B94AA791-902D-A460-56A0-7837525731A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7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05" r="36978" b="1838"/>
          <a:stretch/>
        </p:blipFill>
        <p:spPr>
          <a:xfrm>
            <a:off x="7697703" y="-1"/>
            <a:ext cx="4494298" cy="6858001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E6266365-0BF0-E8CF-1623-1B94796E60B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0615" y="6141255"/>
            <a:ext cx="944208" cy="56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5953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with/without picture - gre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7D6B1EF7-ECF9-9550-1571-9474A39D476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106400" y="-1"/>
            <a:ext cx="5086800" cy="6858000"/>
          </a:xfrm>
        </p:spPr>
        <p:txBody>
          <a:bodyPr/>
          <a:lstStyle/>
          <a:p>
            <a:r>
              <a:rPr lang="en-GB" noProof="0"/>
              <a:t>Insert Image here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73B435A-F0F0-AAFB-0962-287FB85E78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9587" y="3180449"/>
            <a:ext cx="5014911" cy="2780404"/>
          </a:xfrm>
        </p:spPr>
        <p:txBody>
          <a:bodyPr anchor="ctr" anchorCtr="0"/>
          <a:lstStyle>
            <a:lvl1pPr>
              <a:defRPr sz="3400">
                <a:solidFill>
                  <a:srgbClr val="002552"/>
                </a:solidFill>
              </a:defRPr>
            </a:lvl1pPr>
          </a:lstStyle>
          <a:p>
            <a:r>
              <a:rPr lang="de-DE" noProof="0"/>
              <a:t>Edit </a:t>
            </a:r>
            <a:r>
              <a:rPr lang="en-GB"/>
              <a:t>Headline</a:t>
            </a:r>
            <a:endParaRPr lang="en-GB" noProof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855697A-12F7-8A29-4803-AF33FA8F89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76258C0-1E6D-4F80-59BE-DE6DBDE760BB}"/>
              </a:ext>
            </a:extLst>
          </p:cNvPr>
          <p:cNvPicPr>
            <a:picLocks noChangeAspect="1"/>
          </p:cNvPicPr>
          <p:nvPr/>
        </p:nvPicPr>
        <p:blipFill>
          <a:blip cstate="hqprint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27181" y="6184800"/>
            <a:ext cx="925200" cy="485351"/>
          </a:xfrm>
          <a:prstGeom prst="rect">
            <a:avLst/>
          </a:prstGeom>
        </p:spPr>
      </p:pic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24D3E934-A56D-B0A0-0E43-1E93832657CB}"/>
              </a:ext>
            </a:extLst>
          </p:cNvPr>
          <p:cNvCxnSpPr/>
          <p:nvPr/>
        </p:nvCxnSpPr>
        <p:spPr>
          <a:xfrm>
            <a:off x="1519200" y="6278400"/>
            <a:ext cx="0" cy="28080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50530F89-DD33-0EB5-DA74-09255E91A9C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7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7" t="34288" r="-22532" b="12055"/>
          <a:stretch/>
        </p:blipFill>
        <p:spPr>
          <a:xfrm>
            <a:off x="114299" y="0"/>
            <a:ext cx="6888019" cy="31051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78C5AB3-4A9D-88C4-2F41-1A45B0FB491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t="20765" r="-4827" b="29492"/>
          <a:stretch/>
        </p:blipFill>
        <p:spPr>
          <a:xfrm>
            <a:off x="-49284" y="-12751"/>
            <a:ext cx="6543625" cy="3105151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403D8F88-0634-80C9-AF74-48A17B5003D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6020" y="6112179"/>
            <a:ext cx="1050985" cy="630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493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number - grey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8913EB-0869-8FD7-818F-656297B8FA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0475" y="1144800"/>
            <a:ext cx="5076000" cy="4568400"/>
          </a:xfrm>
        </p:spPr>
        <p:txBody>
          <a:bodyPr anchor="ctr"/>
          <a:lstStyle>
            <a:lvl1pPr>
              <a:defRPr sz="3400">
                <a:solidFill>
                  <a:srgbClr val="002552"/>
                </a:solidFill>
              </a:defRPr>
            </a:lvl1pPr>
          </a:lstStyle>
          <a:p>
            <a:r>
              <a:rPr lang="de-DE" noProof="0"/>
              <a:t>Edit </a:t>
            </a:r>
            <a:r>
              <a:rPr lang="en-GB"/>
              <a:t>Headline</a:t>
            </a:r>
            <a:endParaRPr lang="en-GB" noProof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740F636-3411-DCFD-8E89-ED4AD0B6CB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AA42F60-AD05-FFA0-A537-C9FE91C84A34}"/>
              </a:ext>
            </a:extLst>
          </p:cNvPr>
          <p:cNvPicPr>
            <a:picLocks noChangeAspect="1"/>
          </p:cNvPicPr>
          <p:nvPr/>
        </p:nvPicPr>
        <p:blipFill>
          <a:blip cstate="hqprint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27181" y="6184800"/>
            <a:ext cx="925200" cy="485351"/>
          </a:xfrm>
          <a:prstGeom prst="rect">
            <a:avLst/>
          </a:prstGeom>
        </p:spPr>
      </p:pic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BA283EBF-73AE-3B48-9E1D-066BAD3BB183}"/>
              </a:ext>
            </a:extLst>
          </p:cNvPr>
          <p:cNvCxnSpPr/>
          <p:nvPr/>
        </p:nvCxnSpPr>
        <p:spPr>
          <a:xfrm>
            <a:off x="1519200" y="6278400"/>
            <a:ext cx="0" cy="28080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9FF456E4-C710-EE0F-D3F1-B36709FBDCF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4800" y="1144800"/>
            <a:ext cx="2610000" cy="4568400"/>
          </a:xfrm>
        </p:spPr>
        <p:txBody>
          <a:bodyPr anchor="ctr"/>
          <a:lstStyle>
            <a:lvl1pPr marL="0" indent="0">
              <a:buNone/>
              <a:defRPr sz="20000">
                <a:solidFill>
                  <a:srgbClr val="002552"/>
                </a:solidFill>
              </a:defRPr>
            </a:lvl1pPr>
          </a:lstStyle>
          <a:p>
            <a:pPr lvl="0"/>
            <a:r>
              <a:rPr lang="en-GB" noProof="0"/>
              <a:t>X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0901AA-570B-B84C-44FB-E9BCE41F472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5" r="41426" b="3125"/>
          <a:stretch/>
        </p:blipFill>
        <p:spPr>
          <a:xfrm>
            <a:off x="7907194" y="0"/>
            <a:ext cx="4284805" cy="685800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7D385F5A-99C5-11FB-17C7-A1AF68E5218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6020" y="6112179"/>
            <a:ext cx="1050985" cy="630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939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404313-9EBD-E2E8-85A4-8658C545F5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9587" y="500444"/>
            <a:ext cx="9136463" cy="401256"/>
          </a:xfrm>
        </p:spPr>
        <p:txBody>
          <a:bodyPr/>
          <a:lstStyle>
            <a:lvl1pPr>
              <a:defRPr>
                <a:solidFill>
                  <a:srgbClr val="002552"/>
                </a:solidFill>
              </a:defRPr>
            </a:lvl1pPr>
          </a:lstStyle>
          <a:p>
            <a:r>
              <a:rPr lang="de-DE" noProof="0"/>
              <a:t>Edit </a:t>
            </a:r>
            <a:r>
              <a:rPr lang="en-GB"/>
              <a:t>Headline</a:t>
            </a:r>
            <a:endParaRPr lang="en-GB" noProof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679071E-0EC5-4614-9539-92CECCA887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2881E07-D74B-F675-3F24-47FC0C82607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007999" y="1670400"/>
            <a:ext cx="10162800" cy="4039200"/>
          </a:xfrm>
        </p:spPr>
        <p:txBody>
          <a:bodyPr/>
          <a:lstStyle>
            <a:lvl1pPr>
              <a:defRPr>
                <a:solidFill>
                  <a:srgbClr val="5E676C"/>
                </a:solidFill>
              </a:defRPr>
            </a:lvl1pPr>
            <a:lvl2pPr>
              <a:defRPr>
                <a:solidFill>
                  <a:srgbClr val="5E676C"/>
                </a:solidFill>
              </a:defRPr>
            </a:lvl2pPr>
            <a:lvl3pPr>
              <a:defRPr>
                <a:solidFill>
                  <a:srgbClr val="5E676C"/>
                </a:solidFill>
              </a:defRPr>
            </a:lvl3pPr>
            <a:lvl4pPr>
              <a:defRPr>
                <a:solidFill>
                  <a:srgbClr val="5E676C"/>
                </a:solidFill>
              </a:defRPr>
            </a:lvl4pPr>
            <a:lvl5pPr>
              <a:defRPr>
                <a:solidFill>
                  <a:srgbClr val="5E676C"/>
                </a:solidFill>
              </a:defRPr>
            </a:lvl5pPr>
          </a:lstStyle>
          <a:p>
            <a:pPr lvl="0"/>
            <a:r>
              <a:rPr lang="en-GB" noProof="0"/>
              <a:t>Edit Master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01E9CBF8-FE5B-C246-9318-1600559A79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9587" y="924815"/>
            <a:ext cx="9136800" cy="246221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rgbClr val="0D9AA9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Subtitle (optional)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A8BC7A22-A92A-8C27-21AE-A5239F58F091}"/>
              </a:ext>
            </a:extLst>
          </p:cNvPr>
          <p:cNvPicPr>
            <a:picLocks noChangeAspect="1"/>
          </p:cNvPicPr>
          <p:nvPr userDrawn="1"/>
        </p:nvPicPr>
        <p:blipFill>
          <a:blip cstate="hqprint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27181" y="6184800"/>
            <a:ext cx="925200" cy="485351"/>
          </a:xfrm>
          <a:prstGeom prst="rect">
            <a:avLst/>
          </a:prstGeom>
        </p:spPr>
      </p:pic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AD929626-B291-E201-0AE6-463AD95968F5}"/>
              </a:ext>
            </a:extLst>
          </p:cNvPr>
          <p:cNvCxnSpPr/>
          <p:nvPr/>
        </p:nvCxnSpPr>
        <p:spPr>
          <a:xfrm>
            <a:off x="1519200" y="6278400"/>
            <a:ext cx="0" cy="28080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fik 4">
            <a:extLst>
              <a:ext uri="{FF2B5EF4-FFF2-40B4-BE49-F238E27FC236}">
                <a16:creationId xmlns:a16="http://schemas.microsoft.com/office/drawing/2014/main" id="{05ABD8CB-6BC2-C5F0-9DBC-1B6C2DF2289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6020" y="6112179"/>
            <a:ext cx="1050985" cy="630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9683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FB8285-1706-99FE-D645-9A2B07024B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9586" y="500444"/>
            <a:ext cx="9136800" cy="403200"/>
          </a:xfrm>
        </p:spPr>
        <p:txBody>
          <a:bodyPr/>
          <a:lstStyle>
            <a:lvl1pPr>
              <a:defRPr/>
            </a:lvl1pPr>
          </a:lstStyle>
          <a:p>
            <a:r>
              <a:rPr lang="de-DE" noProof="0"/>
              <a:t>Edit </a:t>
            </a:r>
            <a:r>
              <a:rPr lang="en-GB"/>
              <a:t>Headline</a:t>
            </a:r>
            <a:endParaRPr lang="en-GB" noProof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44444CA-DD99-CF82-AB04-1386AEE9FD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CEB13E3-E4B9-2614-DCF4-B0F8730D78E9}"/>
              </a:ext>
            </a:extLst>
          </p:cNvPr>
          <p:cNvPicPr>
            <a:picLocks noChangeAspect="1"/>
          </p:cNvPicPr>
          <p:nvPr userDrawn="1"/>
        </p:nvPicPr>
        <p:blipFill>
          <a:blip cstate="hqprint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27181" y="6184800"/>
            <a:ext cx="925200" cy="485351"/>
          </a:xfrm>
          <a:prstGeom prst="rect">
            <a:avLst/>
          </a:prstGeom>
        </p:spPr>
      </p:pic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E94F8CC4-A959-4D54-7030-B1D1EA892874}"/>
              </a:ext>
            </a:extLst>
          </p:cNvPr>
          <p:cNvCxnSpPr/>
          <p:nvPr/>
        </p:nvCxnSpPr>
        <p:spPr>
          <a:xfrm>
            <a:off x="1519200" y="6278400"/>
            <a:ext cx="0" cy="28080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9E78F271-951E-29F3-CA6E-C1A7AE43396D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008000" y="1670400"/>
            <a:ext cx="4573650" cy="40392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noProof="0"/>
              <a:t>Edit Master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9B1BE3FB-D9B5-0621-7697-E410DA22E54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596062" y="1670400"/>
            <a:ext cx="4575600" cy="40392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noProof="0"/>
              <a:t>Edit Master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8E6B3E14-3F88-EBCF-C508-95387CF4499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1200" y="925200"/>
            <a:ext cx="9136800" cy="244800"/>
          </a:xfrm>
        </p:spPr>
        <p:txBody>
          <a:bodyPr/>
          <a:lstStyle>
            <a:lvl1pPr marL="0" indent="0">
              <a:buFontTx/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>
                <a:solidFill>
                  <a:schemeClr val="accent4"/>
                </a:solidFill>
              </a:defRPr>
            </a:lvl2pPr>
            <a:lvl3pPr>
              <a:defRPr>
                <a:solidFill>
                  <a:schemeClr val="accent4"/>
                </a:solidFill>
              </a:defRPr>
            </a:lvl3pPr>
            <a:lvl4pPr>
              <a:defRPr>
                <a:solidFill>
                  <a:schemeClr val="accent4"/>
                </a:solidFill>
              </a:defRPr>
            </a:lvl4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 noProof="0"/>
              <a:t>Subtitle (optional)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45AF089-8A91-A2BF-1D39-A8250A34171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6020" y="6112179"/>
            <a:ext cx="1050985" cy="630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2265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3516" userDrawn="1">
          <p15:clr>
            <a:srgbClr val="FBAE40"/>
          </p15:clr>
        </p15:guide>
        <p15:guide id="4" pos="4163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F98ECDE-FBC7-5149-B631-0EBAED7FBB6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5" name="Untertitel">
            <a:extLst>
              <a:ext uri="{FF2B5EF4-FFF2-40B4-BE49-F238E27FC236}">
                <a16:creationId xmlns:a16="http://schemas.microsoft.com/office/drawing/2014/main" id="{5237F277-E0C0-66D9-AE88-3A6FD1CE04F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1200" y="925200"/>
            <a:ext cx="9136063" cy="244800"/>
          </a:xfrm>
        </p:spPr>
        <p:txBody>
          <a:bodyPr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 marL="385200" indent="0">
              <a:buNone/>
              <a:defRPr sz="2000">
                <a:solidFill>
                  <a:schemeClr val="tx2"/>
                </a:solidFill>
                <a:latin typeface="+mj-lt"/>
              </a:defRPr>
            </a:lvl2pPr>
            <a:lvl3pPr marL="385200" indent="0">
              <a:buNone/>
              <a:defRPr sz="2000">
                <a:solidFill>
                  <a:schemeClr val="tx2"/>
                </a:solidFill>
                <a:latin typeface="+mj-lt"/>
              </a:defRPr>
            </a:lvl3pPr>
            <a:lvl4pPr marL="385200" indent="0">
              <a:buNone/>
              <a:defRPr sz="2000">
                <a:solidFill>
                  <a:schemeClr val="tx2"/>
                </a:solidFill>
                <a:latin typeface="+mj-lt"/>
              </a:defRPr>
            </a:lvl4pPr>
            <a:lvl5pPr marL="385200" indent="0">
              <a:buNone/>
              <a:defRPr sz="2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GB" noProof="0"/>
              <a:t>Subtitle (optional)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D6AABEF3-8209-9E1E-0232-BBD06684FD9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008000" y="1670400"/>
            <a:ext cx="2702716" cy="40392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GB" noProof="0"/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1346C2B8-C26F-81F0-727C-946A2609B0B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40627" y="1670400"/>
            <a:ext cx="2703600" cy="40386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GB" noProof="0"/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B8C8072C-305B-3E46-CD43-19567F180AB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64550" y="1670400"/>
            <a:ext cx="2703600" cy="40386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GB" noProof="0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93C1328C-169D-9D33-E81D-22576126355E}"/>
              </a:ext>
            </a:extLst>
          </p:cNvPr>
          <p:cNvPicPr>
            <a:picLocks noChangeAspect="1"/>
          </p:cNvPicPr>
          <p:nvPr/>
        </p:nvPicPr>
        <p:blipFill>
          <a:blip cstate="hqprint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27181" y="6184800"/>
            <a:ext cx="925200" cy="485351"/>
          </a:xfrm>
          <a:prstGeom prst="rect">
            <a:avLst/>
          </a:prstGeom>
        </p:spPr>
      </p:pic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D0C107BD-C3C5-3F7E-46E4-5E2702D0C34C}"/>
              </a:ext>
            </a:extLst>
          </p:cNvPr>
          <p:cNvCxnSpPr/>
          <p:nvPr/>
        </p:nvCxnSpPr>
        <p:spPr>
          <a:xfrm>
            <a:off x="1519200" y="6278400"/>
            <a:ext cx="0" cy="28080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itel 22">
            <a:extLst>
              <a:ext uri="{FF2B5EF4-FFF2-40B4-BE49-F238E27FC236}">
                <a16:creationId xmlns:a16="http://schemas.microsoft.com/office/drawing/2014/main" id="{30BA5C45-3B5A-B10D-5444-C0DFDB5185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noProof="0"/>
              <a:t>Edit </a:t>
            </a:r>
            <a:r>
              <a:rPr lang="en-GB"/>
              <a:t>Headline</a:t>
            </a:r>
            <a:endParaRPr lang="en-GB" noProof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87EB46C7-8FC2-F12C-42DC-115C4F21E6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6020" y="6112179"/>
            <a:ext cx="1050985" cy="630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6341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pos="2352" userDrawn="1">
          <p15:clr>
            <a:srgbClr val="FBAE40"/>
          </p15:clr>
        </p15:guide>
        <p15:guide id="6" pos="2986" userDrawn="1">
          <p15:clr>
            <a:srgbClr val="FBAE40"/>
          </p15:clr>
        </p15:guide>
        <p15:guide id="7" pos="4694" userDrawn="1">
          <p15:clr>
            <a:srgbClr val="FBAE40"/>
          </p15:clr>
        </p15:guide>
        <p15:guide id="8" pos="532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43D99F4B-FBED-6C79-35C8-70A2B587BB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17588" y="1720394"/>
            <a:ext cx="2035175" cy="1531980"/>
          </a:xfrm>
        </p:spPr>
        <p:txBody>
          <a:bodyPr tIns="3384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en-GB" noProof="0"/>
              <a:t>Edit Master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GB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9F46460-6CF7-6006-523C-248D69ECD7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002552"/>
                </a:solidFill>
              </a:defRPr>
            </a:lvl1pPr>
          </a:lstStyle>
          <a:p>
            <a:r>
              <a:rPr lang="de-DE" noProof="0"/>
              <a:t>Edit </a:t>
            </a:r>
            <a:r>
              <a:rPr lang="en-GB"/>
              <a:t>Headline</a:t>
            </a:r>
            <a:endParaRPr lang="en-GB" noProof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45A39AC-B565-603B-F788-DF4DC1314F1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B5EBF49-362C-41B2-D79E-BFFBDFC73B5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17588" y="1720394"/>
            <a:ext cx="270000" cy="270000"/>
          </a:xfrm>
          <a:prstGeom prst="ellipse">
            <a:avLst/>
          </a:prstGeom>
          <a:solidFill>
            <a:srgbClr val="0D9AA9"/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Charité Text Office Medium" pitchFamily="2" charset="0"/>
              </a:defRPr>
            </a:lvl1pPr>
          </a:lstStyle>
          <a:p>
            <a:pPr lvl="0"/>
            <a:r>
              <a:rPr lang="en-GB" noProof="0"/>
              <a:t>X</a:t>
            </a:r>
          </a:p>
        </p:txBody>
      </p:sp>
      <p:sp>
        <p:nvSpPr>
          <p:cNvPr id="16" name="Textplatzhalter 14">
            <a:extLst>
              <a:ext uri="{FF2B5EF4-FFF2-40B4-BE49-F238E27FC236}">
                <a16:creationId xmlns:a16="http://schemas.microsoft.com/office/drawing/2014/main" id="{9F55F8BD-FFD6-5394-E2A2-0BBAB3A2A49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23746" y="1720394"/>
            <a:ext cx="2035175" cy="1533600"/>
          </a:xfrm>
        </p:spPr>
        <p:txBody>
          <a:bodyPr tIns="3384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noProof="0"/>
              <a:t>Edit Master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7" name="Textplatzhalter 14">
            <a:extLst>
              <a:ext uri="{FF2B5EF4-FFF2-40B4-BE49-F238E27FC236}">
                <a16:creationId xmlns:a16="http://schemas.microsoft.com/office/drawing/2014/main" id="{5AE3EF26-CF8A-C653-7EA5-B92FF0C2ED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29904" y="1720394"/>
            <a:ext cx="2035175" cy="1533600"/>
          </a:xfrm>
        </p:spPr>
        <p:txBody>
          <a:bodyPr tIns="3384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en-GB" noProof="0"/>
              <a:t>Edit Master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  <a:p>
            <a:pPr lvl="4"/>
            <a:endParaRPr lang="en-GB" noProof="0"/>
          </a:p>
        </p:txBody>
      </p:sp>
      <p:sp>
        <p:nvSpPr>
          <p:cNvPr id="18" name="Textplatzhalter 14">
            <a:extLst>
              <a:ext uri="{FF2B5EF4-FFF2-40B4-BE49-F238E27FC236}">
                <a16:creationId xmlns:a16="http://schemas.microsoft.com/office/drawing/2014/main" id="{0BA58826-1951-E46E-DB68-3224162EB8E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36062" y="1720394"/>
            <a:ext cx="2035175" cy="1533600"/>
          </a:xfrm>
        </p:spPr>
        <p:txBody>
          <a:bodyPr tIns="3384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en-GB" noProof="0"/>
              <a:t>Edit Master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BC9D7961-FFD7-348F-902B-D93F952E5B6B}"/>
              </a:ext>
            </a:extLst>
          </p:cNvPr>
          <p:cNvPicPr>
            <a:picLocks noChangeAspect="1"/>
          </p:cNvPicPr>
          <p:nvPr/>
        </p:nvPicPr>
        <p:blipFill>
          <a:blip cstate="hqprint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27181" y="6184800"/>
            <a:ext cx="925200" cy="485351"/>
          </a:xfrm>
          <a:prstGeom prst="rect">
            <a:avLst/>
          </a:prstGeom>
        </p:spPr>
      </p:pic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89FC299C-B82C-4B31-CB60-839938A8D8A2}"/>
              </a:ext>
            </a:extLst>
          </p:cNvPr>
          <p:cNvCxnSpPr/>
          <p:nvPr/>
        </p:nvCxnSpPr>
        <p:spPr>
          <a:xfrm>
            <a:off x="1519200" y="6278400"/>
            <a:ext cx="0" cy="28080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D0B3D105-9F14-D5A6-9933-9E01C366DE5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18763" y="3611592"/>
            <a:ext cx="2034000" cy="1533600"/>
          </a:xfrm>
        </p:spPr>
        <p:txBody>
          <a:bodyPr tIns="3384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en-GB" noProof="0"/>
              <a:t>Edit Master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7" name="Textplatzhalter 26">
            <a:extLst>
              <a:ext uri="{FF2B5EF4-FFF2-40B4-BE49-F238E27FC236}">
                <a16:creationId xmlns:a16="http://schemas.microsoft.com/office/drawing/2014/main" id="{C1927BA1-7742-0897-C6DF-95CF2964DB7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22400" y="3611592"/>
            <a:ext cx="2034000" cy="1533600"/>
          </a:xfrm>
        </p:spPr>
        <p:txBody>
          <a:bodyPr tIns="3384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noProof="0"/>
              <a:t>Edit Master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9" name="Textplatzhalter 28">
            <a:extLst>
              <a:ext uri="{FF2B5EF4-FFF2-40B4-BE49-F238E27FC236}">
                <a16:creationId xmlns:a16="http://schemas.microsoft.com/office/drawing/2014/main" id="{0BBC978F-E89F-793F-BB70-92CAA989D2D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29375" y="3611592"/>
            <a:ext cx="2034000" cy="1533600"/>
          </a:xfrm>
        </p:spPr>
        <p:txBody>
          <a:bodyPr tIns="3384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noProof="0"/>
              <a:t>Edit Master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31" name="Textplatzhalter 30">
            <a:extLst>
              <a:ext uri="{FF2B5EF4-FFF2-40B4-BE49-F238E27FC236}">
                <a16:creationId xmlns:a16="http://schemas.microsoft.com/office/drawing/2014/main" id="{4AB36E7A-D7E8-0728-877B-8DD7CBFE9CF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36062" y="3611592"/>
            <a:ext cx="2034000" cy="1533600"/>
          </a:xfrm>
        </p:spPr>
        <p:txBody>
          <a:bodyPr tIns="3384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en-GB" noProof="0"/>
              <a:t>Edit Master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33" name="Textplatzhalter 32">
            <a:extLst>
              <a:ext uri="{FF2B5EF4-FFF2-40B4-BE49-F238E27FC236}">
                <a16:creationId xmlns:a16="http://schemas.microsoft.com/office/drawing/2014/main" id="{B439D542-CA4B-FE32-E7A5-D2369E83D27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22400" y="1720394"/>
            <a:ext cx="270000" cy="270000"/>
          </a:xfrm>
          <a:prstGeom prst="ellipse">
            <a:avLst/>
          </a:prstGeom>
          <a:solidFill>
            <a:srgbClr val="0D9AA9"/>
          </a:solidFill>
        </p:spPr>
        <p:txBody>
          <a:bodyPr anchor="ctr"/>
          <a:lstStyle>
            <a:lvl1pPr marL="0" indent="0" algn="ctr">
              <a:buFontTx/>
              <a:buNone/>
              <a:defRPr sz="1400">
                <a:solidFill>
                  <a:schemeClr val="bg1"/>
                </a:solidFill>
                <a:latin typeface="Charité Text Office Medium" pitchFamily="2" charset="0"/>
              </a:defRPr>
            </a:lvl1pPr>
          </a:lstStyle>
          <a:p>
            <a:pPr lvl="0"/>
            <a:r>
              <a:rPr lang="en-GB" noProof="0"/>
              <a:t>X</a:t>
            </a:r>
          </a:p>
        </p:txBody>
      </p:sp>
      <p:sp>
        <p:nvSpPr>
          <p:cNvPr id="35" name="Textplatzhalter 34">
            <a:extLst>
              <a:ext uri="{FF2B5EF4-FFF2-40B4-BE49-F238E27FC236}">
                <a16:creationId xmlns:a16="http://schemas.microsoft.com/office/drawing/2014/main" id="{57E9B3F6-6713-EEA1-85FC-99758540332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17588" y="3611592"/>
            <a:ext cx="270000" cy="270000"/>
          </a:xfrm>
          <a:prstGeom prst="ellipse">
            <a:avLst/>
          </a:prstGeom>
          <a:solidFill>
            <a:srgbClr val="0D9AA9"/>
          </a:solidFill>
        </p:spPr>
        <p:txBody>
          <a:bodyPr anchor="ctr"/>
          <a:lstStyle>
            <a:lvl1pPr marL="0" indent="0" algn="ctr">
              <a:buFontTx/>
              <a:buNone/>
              <a:defRPr sz="1400">
                <a:solidFill>
                  <a:schemeClr val="bg1"/>
                </a:solidFill>
                <a:latin typeface="Charité Text Office Medium" pitchFamily="2" charset="0"/>
              </a:defRPr>
            </a:lvl1pPr>
          </a:lstStyle>
          <a:p>
            <a:pPr lvl="0"/>
            <a:r>
              <a:rPr lang="en-GB" noProof="0"/>
              <a:t>X</a:t>
            </a:r>
          </a:p>
        </p:txBody>
      </p:sp>
      <p:sp>
        <p:nvSpPr>
          <p:cNvPr id="37" name="Textplatzhalter 36">
            <a:extLst>
              <a:ext uri="{FF2B5EF4-FFF2-40B4-BE49-F238E27FC236}">
                <a16:creationId xmlns:a16="http://schemas.microsoft.com/office/drawing/2014/main" id="{FEB9A5F2-71F6-772D-EE5C-521091D5BC5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29600" y="1720394"/>
            <a:ext cx="270000" cy="270000"/>
          </a:xfrm>
          <a:prstGeom prst="ellipse">
            <a:avLst/>
          </a:prstGeom>
          <a:solidFill>
            <a:srgbClr val="0D9AA9"/>
          </a:solidFill>
        </p:spPr>
        <p:txBody>
          <a:bodyPr anchor="ctr"/>
          <a:lstStyle>
            <a:lvl1pPr marL="0" indent="0" algn="ctr">
              <a:buFontTx/>
              <a:buNone/>
              <a:defRPr sz="1400">
                <a:solidFill>
                  <a:schemeClr val="bg1"/>
                </a:solidFill>
                <a:latin typeface="Charité Text Office Medium" pitchFamily="2" charset="0"/>
              </a:defRPr>
            </a:lvl1pPr>
          </a:lstStyle>
          <a:p>
            <a:pPr lvl="0"/>
            <a:r>
              <a:rPr lang="en-GB" noProof="0"/>
              <a:t>X</a:t>
            </a:r>
          </a:p>
        </p:txBody>
      </p:sp>
      <p:sp>
        <p:nvSpPr>
          <p:cNvPr id="39" name="Textplatzhalter 38">
            <a:extLst>
              <a:ext uri="{FF2B5EF4-FFF2-40B4-BE49-F238E27FC236}">
                <a16:creationId xmlns:a16="http://schemas.microsoft.com/office/drawing/2014/main" id="{4EB44CED-85DA-2D20-B06D-675D3982171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22400" y="3611592"/>
            <a:ext cx="270000" cy="270000"/>
          </a:xfrm>
          <a:prstGeom prst="ellipse">
            <a:avLst/>
          </a:prstGeom>
          <a:solidFill>
            <a:srgbClr val="0D9AA9"/>
          </a:solidFill>
        </p:spPr>
        <p:txBody>
          <a:bodyPr anchor="ctr"/>
          <a:lstStyle>
            <a:lvl1pPr marL="0" indent="0" algn="ctr">
              <a:buFontTx/>
              <a:buNone/>
              <a:defRPr sz="1400">
                <a:solidFill>
                  <a:schemeClr val="bg1"/>
                </a:solidFill>
                <a:latin typeface="Charité Text Office Medium" pitchFamily="2" charset="0"/>
              </a:defRPr>
            </a:lvl1pPr>
          </a:lstStyle>
          <a:p>
            <a:pPr lvl="0"/>
            <a:r>
              <a:rPr lang="en-GB" noProof="0"/>
              <a:t>X</a:t>
            </a:r>
          </a:p>
        </p:txBody>
      </p:sp>
      <p:sp>
        <p:nvSpPr>
          <p:cNvPr id="41" name="Textplatzhalter 40">
            <a:extLst>
              <a:ext uri="{FF2B5EF4-FFF2-40B4-BE49-F238E27FC236}">
                <a16:creationId xmlns:a16="http://schemas.microsoft.com/office/drawing/2014/main" id="{5BD4ECCA-FC88-90CB-A5E0-6ABFE147CA5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137650" y="1720394"/>
            <a:ext cx="270000" cy="270000"/>
          </a:xfrm>
          <a:prstGeom prst="ellipse">
            <a:avLst/>
          </a:prstGeom>
          <a:solidFill>
            <a:srgbClr val="0D9AA9"/>
          </a:solidFill>
        </p:spPr>
        <p:txBody>
          <a:bodyPr anchor="ctr"/>
          <a:lstStyle>
            <a:lvl1pPr marL="0" indent="0" algn="ctr">
              <a:buFontTx/>
              <a:buNone/>
              <a:defRPr sz="1400">
                <a:solidFill>
                  <a:schemeClr val="bg1"/>
                </a:solidFill>
                <a:latin typeface="Charité Text Office Medium" pitchFamily="2" charset="0"/>
              </a:defRPr>
            </a:lvl1pPr>
          </a:lstStyle>
          <a:p>
            <a:pPr lvl="0"/>
            <a:r>
              <a:rPr lang="en-GB" noProof="0"/>
              <a:t>X</a:t>
            </a:r>
          </a:p>
        </p:txBody>
      </p:sp>
      <p:sp>
        <p:nvSpPr>
          <p:cNvPr id="43" name="Textplatzhalter 42">
            <a:extLst>
              <a:ext uri="{FF2B5EF4-FFF2-40B4-BE49-F238E27FC236}">
                <a16:creationId xmlns:a16="http://schemas.microsoft.com/office/drawing/2014/main" id="{8C09F7CA-2A66-6759-084E-9F600D9EBFE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37650" y="3611592"/>
            <a:ext cx="270000" cy="270000"/>
          </a:xfrm>
          <a:prstGeom prst="ellipse">
            <a:avLst/>
          </a:prstGeom>
          <a:solidFill>
            <a:srgbClr val="0D9AA9"/>
          </a:solidFill>
        </p:spPr>
        <p:txBody>
          <a:bodyPr anchor="ctr"/>
          <a:lstStyle>
            <a:lvl1pPr marL="0" indent="0" algn="ctr">
              <a:buFontTx/>
              <a:buNone/>
              <a:defRPr sz="1400">
                <a:solidFill>
                  <a:schemeClr val="bg1"/>
                </a:solidFill>
                <a:latin typeface="Charité Text Office Medium" pitchFamily="2" charset="0"/>
              </a:defRPr>
            </a:lvl1pPr>
          </a:lstStyle>
          <a:p>
            <a:pPr lvl="0"/>
            <a:r>
              <a:rPr lang="en-GB" noProof="0"/>
              <a:t>X</a:t>
            </a:r>
          </a:p>
        </p:txBody>
      </p:sp>
      <p:sp>
        <p:nvSpPr>
          <p:cNvPr id="45" name="Textplatzhalter 44">
            <a:extLst>
              <a:ext uri="{FF2B5EF4-FFF2-40B4-BE49-F238E27FC236}">
                <a16:creationId xmlns:a16="http://schemas.microsoft.com/office/drawing/2014/main" id="{E0BBB7F6-AF25-91C1-05CA-408BE7B0F83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429600" y="3611592"/>
            <a:ext cx="270000" cy="270000"/>
          </a:xfrm>
          <a:prstGeom prst="ellipse">
            <a:avLst/>
          </a:prstGeom>
          <a:solidFill>
            <a:srgbClr val="0D9AA9"/>
          </a:solidFill>
        </p:spPr>
        <p:txBody>
          <a:bodyPr anchor="ctr"/>
          <a:lstStyle>
            <a:lvl1pPr marL="0" indent="0" algn="ctr">
              <a:buFontTx/>
              <a:buNone/>
              <a:defRPr sz="1400">
                <a:solidFill>
                  <a:schemeClr val="bg1"/>
                </a:solidFill>
                <a:latin typeface="Charité Text Office Medium" pitchFamily="2" charset="0"/>
              </a:defRPr>
            </a:lvl1pPr>
          </a:lstStyle>
          <a:p>
            <a:pPr lvl="0"/>
            <a:r>
              <a:rPr lang="en-GB" noProof="0"/>
              <a:t>X</a:t>
            </a:r>
          </a:p>
        </p:txBody>
      </p:sp>
      <p:sp>
        <p:nvSpPr>
          <p:cNvPr id="47" name="Textplatzhalter 46">
            <a:extLst>
              <a:ext uri="{FF2B5EF4-FFF2-40B4-BE49-F238E27FC236}">
                <a16:creationId xmlns:a16="http://schemas.microsoft.com/office/drawing/2014/main" id="{F20A98A4-7467-206D-E5B1-C72A2ED372A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1200" y="925200"/>
            <a:ext cx="9136800" cy="244800"/>
          </a:xfrm>
        </p:spPr>
        <p:txBody>
          <a:bodyPr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 marL="385200" indent="0">
              <a:buNone/>
              <a:defRPr/>
            </a:lvl2pPr>
            <a:lvl3pPr marL="385200" indent="0">
              <a:buNone/>
              <a:defRPr/>
            </a:lvl3pPr>
            <a:lvl4pPr marL="385200" indent="0">
              <a:buNone/>
              <a:defRPr/>
            </a:lvl4pPr>
            <a:lvl5pPr marL="385200" indent="0">
              <a:buNone/>
              <a:defRPr/>
            </a:lvl5pPr>
          </a:lstStyle>
          <a:p>
            <a:pPr lvl="0"/>
            <a:r>
              <a:rPr lang="en-GB" noProof="0"/>
              <a:t>Subtitle (optional)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1075146-1B92-AAD9-7E7B-56A63E576A8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6020" y="6112179"/>
            <a:ext cx="1050985" cy="630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5590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591" userDrawn="1">
          <p15:clr>
            <a:srgbClr val="FBAE40"/>
          </p15:clr>
        </p15:guide>
        <p15:guide id="10" orient="horz" pos="2275" userDrawn="1">
          <p15:clr>
            <a:srgbClr val="FBAE40"/>
          </p15:clr>
        </p15:guide>
        <p15:guide id="11" pos="1923" userDrawn="1">
          <p15:clr>
            <a:srgbClr val="FBAE40"/>
          </p15:clr>
        </p15:guide>
        <p15:guide id="12" pos="2345" userDrawn="1">
          <p15:clr>
            <a:srgbClr val="FBAE40"/>
          </p15:clr>
        </p15:guide>
        <p15:guide id="13" pos="3630" userDrawn="1">
          <p15:clr>
            <a:srgbClr val="FBAE40"/>
          </p15:clr>
        </p15:guide>
        <p15:guide id="14" pos="4050" userDrawn="1">
          <p15:clr>
            <a:srgbClr val="FBAE40"/>
          </p15:clr>
        </p15:guide>
        <p15:guide id="15" pos="5756" userDrawn="1">
          <p15:clr>
            <a:srgbClr val="FBAE40"/>
          </p15:clr>
        </p15:guide>
        <p15:guide id="16" pos="5333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with picture right -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F1F45816-AC38-941C-8642-361448D9E08E}"/>
              </a:ext>
            </a:extLst>
          </p:cNvPr>
          <p:cNvSpPr/>
          <p:nvPr/>
        </p:nvSpPr>
        <p:spPr>
          <a:xfrm>
            <a:off x="8127600" y="0"/>
            <a:ext cx="4064400" cy="5140800"/>
          </a:xfrm>
          <a:prstGeom prst="rect">
            <a:avLst/>
          </a:prstGeom>
          <a:solidFill>
            <a:srgbClr val="CBCF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tIns="72000" rIns="126000" bIns="72000" rtlCol="0" anchor="t">
            <a:noAutofit/>
          </a:bodyPr>
          <a:lstStyle/>
          <a:p>
            <a:pPr algn="l">
              <a:spcAft>
                <a:spcPts val="600"/>
              </a:spcAft>
            </a:pPr>
            <a:endParaRPr lang="en-GB" sz="1200" noProof="0">
              <a:solidFill>
                <a:schemeClr val="tx1"/>
              </a:solidFill>
            </a:endParaRPr>
          </a:p>
        </p:txBody>
      </p:sp>
      <p:sp>
        <p:nvSpPr>
          <p:cNvPr id="13" name="Bildunterschrift">
            <a:extLst>
              <a:ext uri="{FF2B5EF4-FFF2-40B4-BE49-F238E27FC236}">
                <a16:creationId xmlns:a16="http://schemas.microsoft.com/office/drawing/2014/main" id="{A415EF6E-0026-A754-49CA-E277E90E347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10413" y="5709600"/>
            <a:ext cx="3816000" cy="579600"/>
          </a:xfrm>
        </p:spPr>
        <p:txBody>
          <a:bodyPr tIns="72000"/>
          <a:lstStyle>
            <a:lvl1pPr marL="0" indent="0">
              <a:buFontTx/>
              <a:buNone/>
              <a:defRPr sz="100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noProof="0"/>
              <a:t>Caption and/or source (optional)</a:t>
            </a:r>
          </a:p>
        </p:txBody>
      </p:sp>
      <p:sp>
        <p:nvSpPr>
          <p:cNvPr id="9" name="Untertitel">
            <a:extLst>
              <a:ext uri="{FF2B5EF4-FFF2-40B4-BE49-F238E27FC236}">
                <a16:creationId xmlns:a16="http://schemas.microsoft.com/office/drawing/2014/main" id="{A1CC353C-CB5B-30D8-8C25-FE71F3BEAF9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9587" y="925200"/>
            <a:ext cx="5598000" cy="244800"/>
          </a:xfrm>
        </p:spPr>
        <p:txBody>
          <a:bodyPr/>
          <a:lstStyle>
            <a:lvl1pPr marL="0" indent="0">
              <a:buNone/>
              <a:defRPr sz="2000">
                <a:solidFill>
                  <a:srgbClr val="5E676C"/>
                </a:solidFill>
                <a:latin typeface="+mj-lt"/>
              </a:defRPr>
            </a:lvl1pPr>
            <a:lvl2pPr marL="385200" indent="0">
              <a:buNone/>
              <a:defRPr sz="2000">
                <a:solidFill>
                  <a:schemeClr val="tx2"/>
                </a:solidFill>
                <a:latin typeface="+mj-lt"/>
              </a:defRPr>
            </a:lvl2pPr>
            <a:lvl3pPr marL="385200" indent="0">
              <a:buNone/>
              <a:defRPr sz="2000">
                <a:solidFill>
                  <a:schemeClr val="tx2"/>
                </a:solidFill>
                <a:latin typeface="+mj-lt"/>
              </a:defRPr>
            </a:lvl3pPr>
            <a:lvl4pPr marL="385200" indent="0">
              <a:buNone/>
              <a:defRPr sz="2000">
                <a:solidFill>
                  <a:schemeClr val="tx2"/>
                </a:solidFill>
                <a:latin typeface="+mj-lt"/>
              </a:defRPr>
            </a:lvl4pPr>
            <a:lvl5pPr marL="385200" indent="0">
              <a:buNone/>
              <a:defRPr sz="2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GB" noProof="0"/>
              <a:t>Subtitle (optional)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8932425-FEBD-9789-5D35-A94FCAD781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9587" y="500444"/>
            <a:ext cx="5598000" cy="403200"/>
          </a:xfrm>
        </p:spPr>
        <p:txBody>
          <a:bodyPr/>
          <a:lstStyle>
            <a:lvl1pPr>
              <a:defRPr>
                <a:solidFill>
                  <a:srgbClr val="002552"/>
                </a:solidFill>
              </a:defRPr>
            </a:lvl1pPr>
          </a:lstStyle>
          <a:p>
            <a:r>
              <a:rPr lang="de-DE" noProof="0"/>
              <a:t>Edit </a:t>
            </a:r>
            <a:r>
              <a:rPr lang="en-GB"/>
              <a:t>Headline</a:t>
            </a:r>
            <a:endParaRPr lang="en-GB" noProof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83FB9AE-9E6D-2D5B-59DC-A0CD80BD528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BEE1888-55D2-A2C1-B138-27E69663AECF}"/>
              </a:ext>
            </a:extLst>
          </p:cNvPr>
          <p:cNvPicPr>
            <a:picLocks noChangeAspect="1"/>
          </p:cNvPicPr>
          <p:nvPr/>
        </p:nvPicPr>
        <p:blipFill>
          <a:blip cstate="hqprint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27181" y="6184800"/>
            <a:ext cx="925200" cy="485351"/>
          </a:xfrm>
          <a:prstGeom prst="rect">
            <a:avLst/>
          </a:prstGeom>
        </p:spPr>
      </p:pic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EDCBEDA2-04EF-A8FD-969E-7871337F52A1}"/>
              </a:ext>
            </a:extLst>
          </p:cNvPr>
          <p:cNvCxnSpPr/>
          <p:nvPr/>
        </p:nvCxnSpPr>
        <p:spPr>
          <a:xfrm>
            <a:off x="1519200" y="6278400"/>
            <a:ext cx="0" cy="28080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C5D49E70-CD68-24B1-5CE4-D810BC6BB89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08000" y="1670400"/>
            <a:ext cx="5097600" cy="40392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noProof="0"/>
              <a:t>Edit Master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8CAACDC9-B304-1159-0AA3-F82B78F83FE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10000" y="572400"/>
            <a:ext cx="4064400" cy="5140800"/>
          </a:xfrm>
          <a:solidFill>
            <a:schemeClr val="accent5">
              <a:lumMod val="20000"/>
              <a:lumOff val="80000"/>
            </a:schemeClr>
          </a:solidFill>
        </p:spPr>
        <p:txBody>
          <a:bodyPr/>
          <a:lstStyle/>
          <a:p>
            <a:r>
              <a:rPr lang="en-GB" noProof="0"/>
              <a:t>Insert Image here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403401A-BE67-1106-A803-302708D2C2D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6020" y="6112179"/>
            <a:ext cx="1050985" cy="630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8186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with picture right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ildunterschrift">
            <a:extLst>
              <a:ext uri="{FF2B5EF4-FFF2-40B4-BE49-F238E27FC236}">
                <a16:creationId xmlns:a16="http://schemas.microsoft.com/office/drawing/2014/main" id="{B83F5A42-09F3-8AF1-5DD8-4CEFA098237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08825" y="5709600"/>
            <a:ext cx="3816000" cy="579600"/>
          </a:xfrm>
        </p:spPr>
        <p:txBody>
          <a:bodyPr tIns="72000"/>
          <a:lstStyle>
            <a:lvl1pPr marL="0" indent="0">
              <a:buNone/>
              <a:defRPr sz="100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noProof="0"/>
              <a:t>Caption and/or source (optional)</a:t>
            </a:r>
          </a:p>
        </p:txBody>
      </p:sp>
      <p:sp>
        <p:nvSpPr>
          <p:cNvPr id="12" name="Untertitel">
            <a:extLst>
              <a:ext uri="{FF2B5EF4-FFF2-40B4-BE49-F238E27FC236}">
                <a16:creationId xmlns:a16="http://schemas.microsoft.com/office/drawing/2014/main" id="{039E2D46-444D-DEB7-16B4-8DD4289BC41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9588" y="925200"/>
            <a:ext cx="5598000" cy="244800"/>
          </a:xfrm>
        </p:spPr>
        <p:txBody>
          <a:bodyPr/>
          <a:lstStyle>
            <a:lvl1pPr marL="0" indent="0">
              <a:buNone/>
              <a:defRPr sz="2000">
                <a:solidFill>
                  <a:srgbClr val="5E676C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Subtitle (optional)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02BF8A9-19BC-0FA9-FD6D-BF956E3745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9586" y="500444"/>
            <a:ext cx="5596425" cy="403200"/>
          </a:xfrm>
        </p:spPr>
        <p:txBody>
          <a:bodyPr/>
          <a:lstStyle>
            <a:lvl1pPr>
              <a:defRPr>
                <a:solidFill>
                  <a:srgbClr val="002552"/>
                </a:solidFill>
              </a:defRPr>
            </a:lvl1pPr>
          </a:lstStyle>
          <a:p>
            <a:r>
              <a:rPr lang="de-DE" noProof="0"/>
              <a:t>Edit </a:t>
            </a:r>
            <a:r>
              <a:rPr lang="en-GB"/>
              <a:t>Headline</a:t>
            </a:r>
            <a:endParaRPr lang="en-GB" noProof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64DFD21-7A1F-0463-AB52-625787D590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A844017-E78D-22D5-CE5A-4028FC42F253}"/>
              </a:ext>
            </a:extLst>
          </p:cNvPr>
          <p:cNvPicPr>
            <a:picLocks noChangeAspect="1"/>
          </p:cNvPicPr>
          <p:nvPr/>
        </p:nvPicPr>
        <p:blipFill>
          <a:blip cstate="hqprint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27181" y="6184800"/>
            <a:ext cx="925200" cy="485351"/>
          </a:xfrm>
          <a:prstGeom prst="rect">
            <a:avLst/>
          </a:prstGeom>
        </p:spPr>
      </p:pic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AA8359DE-EBE8-12FF-4096-36F458DFC4B2}"/>
              </a:ext>
            </a:extLst>
          </p:cNvPr>
          <p:cNvCxnSpPr/>
          <p:nvPr/>
        </p:nvCxnSpPr>
        <p:spPr>
          <a:xfrm>
            <a:off x="1519200" y="6278400"/>
            <a:ext cx="0" cy="28080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546483FB-B1C7-609E-6E6D-11D1D6269B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07999" y="1670400"/>
            <a:ext cx="5098013" cy="40392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noProof="0"/>
              <a:t>Edit Master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A5468F84-C774-202E-E2EB-B60A78E28728}"/>
              </a:ext>
            </a:extLst>
          </p:cNvPr>
          <p:cNvSpPr/>
          <p:nvPr/>
        </p:nvSpPr>
        <p:spPr>
          <a:xfrm>
            <a:off x="8127600" y="0"/>
            <a:ext cx="4064400" cy="5140800"/>
          </a:xfrm>
          <a:prstGeom prst="rect">
            <a:avLst/>
          </a:prstGeom>
          <a:solidFill>
            <a:srgbClr val="5E67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tIns="72000" rIns="126000" bIns="72000" rtlCol="0" anchor="t">
            <a:noAutofit/>
          </a:bodyPr>
          <a:lstStyle/>
          <a:p>
            <a:pPr algn="l">
              <a:spcAft>
                <a:spcPts val="600"/>
              </a:spcAft>
            </a:pPr>
            <a:endParaRPr lang="en-GB" sz="1200" noProof="0">
              <a:solidFill>
                <a:schemeClr val="tx1"/>
              </a:solidFill>
            </a:endParaRP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3CD094CC-FBA3-BAEB-D00B-1BECF6056FD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08425" y="573676"/>
            <a:ext cx="4064400" cy="5140800"/>
          </a:xfrm>
          <a:solidFill>
            <a:schemeClr val="accent5">
              <a:lumMod val="20000"/>
              <a:lumOff val="80000"/>
            </a:schemeClr>
          </a:solidFill>
        </p:spPr>
        <p:txBody>
          <a:bodyPr/>
          <a:lstStyle/>
          <a:p>
            <a:r>
              <a:rPr lang="en-GB" noProof="0"/>
              <a:t>Insert Image here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B8F34BEC-491C-A803-7284-DF630E6966A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6020" y="6112179"/>
            <a:ext cx="1050985" cy="630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345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with picture left -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D2ECBB58-4B6E-4F5D-18E3-352178B5F108}"/>
              </a:ext>
            </a:extLst>
          </p:cNvPr>
          <p:cNvSpPr/>
          <p:nvPr/>
        </p:nvSpPr>
        <p:spPr>
          <a:xfrm>
            <a:off x="0" y="0"/>
            <a:ext cx="5083200" cy="5140800"/>
          </a:xfrm>
          <a:prstGeom prst="rect">
            <a:avLst/>
          </a:prstGeom>
          <a:solidFill>
            <a:srgbClr val="CBCF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tIns="72000" rIns="126000" bIns="72000" rtlCol="0" anchor="t">
            <a:noAutofit/>
          </a:bodyPr>
          <a:lstStyle/>
          <a:p>
            <a:pPr algn="l">
              <a:spcAft>
                <a:spcPts val="600"/>
              </a:spcAft>
            </a:pPr>
            <a:endParaRPr lang="en-GB" sz="1200" noProof="0">
              <a:solidFill>
                <a:schemeClr val="tx1"/>
              </a:solidFill>
            </a:endParaRPr>
          </a:p>
        </p:txBody>
      </p:sp>
      <p:sp>
        <p:nvSpPr>
          <p:cNvPr id="19" name="Bildunterschrift">
            <a:extLst>
              <a:ext uri="{FF2B5EF4-FFF2-40B4-BE49-F238E27FC236}">
                <a16:creationId xmlns:a16="http://schemas.microsoft.com/office/drawing/2014/main" id="{25DFDAC6-8A5B-9471-0A9F-54B22B6816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18800" y="5709600"/>
            <a:ext cx="3816000" cy="402579"/>
          </a:xfrm>
        </p:spPr>
        <p:txBody>
          <a:bodyPr tIns="72000"/>
          <a:lstStyle>
            <a:lvl1pPr marL="0" indent="0">
              <a:buNone/>
              <a:defRPr sz="1000">
                <a:solidFill>
                  <a:schemeClr val="tx2"/>
                </a:solidFill>
              </a:defRPr>
            </a:lvl1pPr>
            <a:lvl2pPr>
              <a:defRPr sz="1000">
                <a:solidFill>
                  <a:schemeClr val="tx2"/>
                </a:solidFill>
              </a:defRPr>
            </a:lvl2pPr>
            <a:lvl3pPr>
              <a:defRPr sz="1000">
                <a:solidFill>
                  <a:schemeClr val="tx2"/>
                </a:solidFill>
              </a:defRPr>
            </a:lvl3pPr>
            <a:lvl4pPr>
              <a:defRPr sz="1000">
                <a:solidFill>
                  <a:schemeClr val="tx2"/>
                </a:solidFill>
              </a:defRPr>
            </a:lvl4pPr>
            <a:lvl5pPr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0"/>
              <a:t>Caption and/or source (optional)</a:t>
            </a:r>
          </a:p>
        </p:txBody>
      </p:sp>
      <p:sp>
        <p:nvSpPr>
          <p:cNvPr id="15" name="Untertitel">
            <a:extLst>
              <a:ext uri="{FF2B5EF4-FFF2-40B4-BE49-F238E27FC236}">
                <a16:creationId xmlns:a16="http://schemas.microsoft.com/office/drawing/2014/main" id="{89A7CE53-8F11-FE8E-6DDD-F7618B97494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18349" y="925200"/>
            <a:ext cx="4060800" cy="244800"/>
          </a:xfrm>
        </p:spPr>
        <p:txBody>
          <a:bodyPr/>
          <a:lstStyle>
            <a:lvl1pPr marL="0" indent="0">
              <a:buNone/>
              <a:defRPr sz="2000">
                <a:solidFill>
                  <a:srgbClr val="5E676C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Subtitle (optional)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02359A7-1149-422C-69A8-37AE8B162D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18376" y="500444"/>
            <a:ext cx="4060800" cy="403200"/>
          </a:xfrm>
        </p:spPr>
        <p:txBody>
          <a:bodyPr/>
          <a:lstStyle>
            <a:lvl1pPr>
              <a:defRPr>
                <a:solidFill>
                  <a:srgbClr val="002552"/>
                </a:solidFill>
              </a:defRPr>
            </a:lvl1pPr>
          </a:lstStyle>
          <a:p>
            <a:r>
              <a:rPr lang="de-DE" noProof="0"/>
              <a:t>Edit </a:t>
            </a:r>
            <a:r>
              <a:rPr lang="en-GB"/>
              <a:t>Headline</a:t>
            </a:r>
            <a:endParaRPr lang="en-GB" noProof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FF4D526-92AA-2696-9886-0A80AC27DF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020E028-2D70-DDC8-A75B-AFC9FF0ECAC2}"/>
              </a:ext>
            </a:extLst>
          </p:cNvPr>
          <p:cNvPicPr>
            <a:picLocks noChangeAspect="1"/>
          </p:cNvPicPr>
          <p:nvPr/>
        </p:nvPicPr>
        <p:blipFill>
          <a:blip cstate="hqprint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27181" y="6184800"/>
            <a:ext cx="925200" cy="485351"/>
          </a:xfrm>
          <a:prstGeom prst="rect">
            <a:avLst/>
          </a:prstGeom>
        </p:spPr>
      </p:pic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46445B0F-D593-F908-CA3C-D9D7F1902A30}"/>
              </a:ext>
            </a:extLst>
          </p:cNvPr>
          <p:cNvCxnSpPr/>
          <p:nvPr/>
        </p:nvCxnSpPr>
        <p:spPr>
          <a:xfrm>
            <a:off x="1519200" y="6278400"/>
            <a:ext cx="0" cy="28080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B70A3D4C-8535-BE52-9416-AA35328A261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17588" y="569913"/>
            <a:ext cx="5083200" cy="5140325"/>
          </a:xfrm>
          <a:solidFill>
            <a:schemeClr val="accent5">
              <a:lumMod val="20000"/>
              <a:lumOff val="80000"/>
            </a:schemeClr>
          </a:solidFill>
        </p:spPr>
        <p:txBody>
          <a:bodyPr/>
          <a:lstStyle/>
          <a:p>
            <a:r>
              <a:rPr lang="en-GB" noProof="0"/>
              <a:t>Insert Image here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C93E7FA6-31E7-59EE-A999-F09A5C8CBD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18349" y="1670400"/>
            <a:ext cx="4060800" cy="40392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noProof="0"/>
              <a:t>Edit Master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AC482AB6-DCB1-793C-0089-C1AF0BEC11F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6020" y="6112179"/>
            <a:ext cx="1050985" cy="630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9737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484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with picture left -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ildunterschrift">
            <a:extLst>
              <a:ext uri="{FF2B5EF4-FFF2-40B4-BE49-F238E27FC236}">
                <a16:creationId xmlns:a16="http://schemas.microsoft.com/office/drawing/2014/main" id="{6530243A-A0D6-B4C6-7331-2AE3B9106A4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17588" y="5709600"/>
            <a:ext cx="3816000" cy="475200"/>
          </a:xfrm>
        </p:spPr>
        <p:txBody>
          <a:bodyPr tIns="72000"/>
          <a:lstStyle>
            <a:lvl1pPr marL="0" indent="0">
              <a:buFontTx/>
              <a:buNone/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Caption and/or source (optional)</a:t>
            </a:r>
          </a:p>
        </p:txBody>
      </p:sp>
      <p:sp>
        <p:nvSpPr>
          <p:cNvPr id="14" name="Untertitel">
            <a:extLst>
              <a:ext uri="{FF2B5EF4-FFF2-40B4-BE49-F238E27FC236}">
                <a16:creationId xmlns:a16="http://schemas.microsoft.com/office/drawing/2014/main" id="{1B023507-4C12-465C-5B67-55E082CDAA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16763" y="925200"/>
            <a:ext cx="4060800" cy="244800"/>
          </a:xfrm>
        </p:spPr>
        <p:txBody>
          <a:bodyPr/>
          <a:lstStyle>
            <a:lvl1pPr marL="0" indent="0">
              <a:buNone/>
              <a:defRPr sz="2000">
                <a:solidFill>
                  <a:srgbClr val="5E676C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Subtitle (optional)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31C227B-9DE1-2AA8-305F-F16000F2C0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17200" y="500444"/>
            <a:ext cx="4060800" cy="403200"/>
          </a:xfrm>
        </p:spPr>
        <p:txBody>
          <a:bodyPr/>
          <a:lstStyle/>
          <a:p>
            <a:r>
              <a:rPr lang="de-DE" noProof="0"/>
              <a:t>Edit </a:t>
            </a:r>
            <a:r>
              <a:rPr lang="en-GB"/>
              <a:t>Headline</a:t>
            </a:r>
            <a:endParaRPr lang="en-GB" noProof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3595691-1C8C-3479-AE37-1A310B8D867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4ED1A4FE-7E6F-90B9-EAD8-684C0501EF8B}"/>
              </a:ext>
            </a:extLst>
          </p:cNvPr>
          <p:cNvSpPr/>
          <p:nvPr/>
        </p:nvSpPr>
        <p:spPr>
          <a:xfrm>
            <a:off x="0" y="0"/>
            <a:ext cx="5083200" cy="5140800"/>
          </a:xfrm>
          <a:prstGeom prst="rect">
            <a:avLst/>
          </a:prstGeom>
          <a:solidFill>
            <a:srgbClr val="5E67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tIns="72000" rIns="126000" bIns="72000" rtlCol="0" anchor="t">
            <a:noAutofit/>
          </a:bodyPr>
          <a:lstStyle/>
          <a:p>
            <a:pPr algn="l">
              <a:spcAft>
                <a:spcPts val="600"/>
              </a:spcAft>
            </a:pPr>
            <a:endParaRPr lang="en-GB" sz="1200" noProof="0">
              <a:solidFill>
                <a:schemeClr val="tx1"/>
              </a:solidFill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E084715E-A26A-780C-58EF-A05AC37998B8}"/>
              </a:ext>
            </a:extLst>
          </p:cNvPr>
          <p:cNvPicPr>
            <a:picLocks noChangeAspect="1"/>
          </p:cNvPicPr>
          <p:nvPr/>
        </p:nvPicPr>
        <p:blipFill>
          <a:blip cstate="hqprint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27181" y="6184800"/>
            <a:ext cx="925200" cy="485351"/>
          </a:xfrm>
          <a:prstGeom prst="rect">
            <a:avLst/>
          </a:prstGeom>
        </p:spPr>
      </p:pic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4BE0523F-0317-1C66-75A2-1378C1883750}"/>
              </a:ext>
            </a:extLst>
          </p:cNvPr>
          <p:cNvCxnSpPr/>
          <p:nvPr/>
        </p:nvCxnSpPr>
        <p:spPr>
          <a:xfrm>
            <a:off x="1519200" y="6278400"/>
            <a:ext cx="0" cy="28080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167AFAC5-E98C-D72F-C6F7-99426887E86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17588" y="568800"/>
            <a:ext cx="5083200" cy="5140800"/>
          </a:xfrm>
          <a:solidFill>
            <a:schemeClr val="accent5">
              <a:lumMod val="20000"/>
              <a:lumOff val="80000"/>
            </a:schemeClr>
          </a:solidFill>
        </p:spPr>
        <p:txBody>
          <a:bodyPr/>
          <a:lstStyle/>
          <a:p>
            <a:r>
              <a:rPr lang="en-GB" noProof="0"/>
              <a:t>Insert Image here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D1A18C4E-E9A0-5EC2-6917-6E116013FB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16763" y="1670400"/>
            <a:ext cx="4060800" cy="40392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noProof="0"/>
              <a:t>Edit Master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43A41DFD-7F22-5D05-E0D8-5EF761F1694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6020" y="6112179"/>
            <a:ext cx="1050985" cy="630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612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481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x Picture with text -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30D5BF-3468-766C-3E90-FB1A153A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noProof="0"/>
              <a:t>Edit </a:t>
            </a:r>
            <a:r>
              <a:rPr lang="en-GB"/>
              <a:t>Headline</a:t>
            </a:r>
            <a:endParaRPr lang="en-GB" noProof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55F5D32-A15D-3AAE-C668-2E1E1314CC1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Optional: </a:t>
            </a:r>
            <a:r>
              <a:rPr lang="en-US"/>
              <a:t>Department, Clinic, Center, Business Division, etc.</a:t>
            </a:r>
            <a:endParaRPr lang="en-GB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901B3C6-DBC5-650E-5FB0-23AF99A000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5A61836-94D7-E50E-9EA4-B37A1539491B}"/>
              </a:ext>
            </a:extLst>
          </p:cNvPr>
          <p:cNvPicPr>
            <a:picLocks noChangeAspect="1"/>
          </p:cNvPicPr>
          <p:nvPr/>
        </p:nvPicPr>
        <p:blipFill>
          <a:blip cstate="hqprint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27181" y="6184800"/>
            <a:ext cx="925200" cy="485351"/>
          </a:xfrm>
          <a:prstGeom prst="rect">
            <a:avLst/>
          </a:prstGeom>
        </p:spPr>
      </p:pic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C091E40B-CC10-5C7D-4E7E-B3B286DDC7D8}"/>
              </a:ext>
            </a:extLst>
          </p:cNvPr>
          <p:cNvCxnSpPr/>
          <p:nvPr/>
        </p:nvCxnSpPr>
        <p:spPr>
          <a:xfrm>
            <a:off x="1519200" y="6278400"/>
            <a:ext cx="0" cy="28080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hteck 6">
            <a:extLst>
              <a:ext uri="{FF2B5EF4-FFF2-40B4-BE49-F238E27FC236}">
                <a16:creationId xmlns:a16="http://schemas.microsoft.com/office/drawing/2014/main" id="{0755A324-2C07-E9DE-7C47-9D8A4E94468B}"/>
              </a:ext>
            </a:extLst>
          </p:cNvPr>
          <p:cNvSpPr/>
          <p:nvPr/>
        </p:nvSpPr>
        <p:spPr>
          <a:xfrm>
            <a:off x="0" y="2855438"/>
            <a:ext cx="12192000" cy="2854800"/>
          </a:xfrm>
          <a:prstGeom prst="rect">
            <a:avLst/>
          </a:prstGeom>
          <a:solidFill>
            <a:srgbClr val="CBCF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tIns="72000" rIns="126000" bIns="72000" rtlCol="0" anchor="t">
            <a:noAutofit/>
          </a:bodyPr>
          <a:lstStyle/>
          <a:p>
            <a:pPr algn="l">
              <a:spcAft>
                <a:spcPts val="600"/>
              </a:spcAft>
            </a:pPr>
            <a:endParaRPr lang="en-GB" sz="1200" noProof="0">
              <a:solidFill>
                <a:schemeClr val="tx1"/>
              </a:solidFill>
            </a:endParaRPr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37297243-B4C9-835C-E79E-1D8C330F66F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17588" y="1713600"/>
            <a:ext cx="4064400" cy="2286000"/>
          </a:xfrm>
          <a:solidFill>
            <a:schemeClr val="accent5">
              <a:lumMod val="20000"/>
              <a:lumOff val="80000"/>
            </a:schemeClr>
          </a:solidFill>
        </p:spPr>
        <p:txBody>
          <a:bodyPr/>
          <a:lstStyle/>
          <a:p>
            <a:r>
              <a:rPr lang="en-GB" noProof="0"/>
              <a:t>Insert Image here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F9BD6CE4-05EB-0F7B-1287-47FFE26DB3F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05450" y="1713600"/>
            <a:ext cx="4064400" cy="2286000"/>
          </a:xfrm>
          <a:solidFill>
            <a:schemeClr val="accent5">
              <a:lumMod val="20000"/>
              <a:lumOff val="80000"/>
            </a:schemeClr>
          </a:solidFill>
        </p:spPr>
        <p:txBody>
          <a:bodyPr/>
          <a:lstStyle/>
          <a:p>
            <a:r>
              <a:rPr lang="en-GB" noProof="0"/>
              <a:t>Insert Image here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CEE08FEE-65AA-E28D-7EB6-D029D22C8F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17588" y="3998913"/>
            <a:ext cx="4064000" cy="1710000"/>
          </a:xfrm>
        </p:spPr>
        <p:txBody>
          <a:bodyPr tIns="252000" bIns="144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noProof="0"/>
              <a:t>Edit Master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595F1686-D325-2423-FADF-0BAF4FD75F2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05650" y="3998913"/>
            <a:ext cx="4064000" cy="1710000"/>
          </a:xfrm>
        </p:spPr>
        <p:txBody>
          <a:bodyPr tIns="252000" bIns="144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noProof="0"/>
              <a:t>Edit Master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A5A56BAE-7B11-AC1C-3E73-01405A2D2FF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1200" y="925200"/>
            <a:ext cx="9136063" cy="244800"/>
          </a:xfrm>
        </p:spPr>
        <p:txBody>
          <a:bodyPr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Subtitle (optional)</a:t>
            </a:r>
          </a:p>
        </p:txBody>
      </p:sp>
    </p:spTree>
    <p:extLst>
      <p:ext uri="{BB962C8B-B14F-4D97-AF65-F5344CB8AC3E}">
        <p14:creationId xmlns:p14="http://schemas.microsoft.com/office/powerpoint/2010/main" val="3312000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3204" userDrawn="1">
          <p15:clr>
            <a:srgbClr val="FBAE40"/>
          </p15:clr>
        </p15:guide>
        <p15:guide id="4" pos="4475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x Picture with text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8B95AC-787E-6570-9EBA-924258A1DD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9587" y="500444"/>
            <a:ext cx="9136800" cy="403200"/>
          </a:xfrm>
        </p:spPr>
        <p:txBody>
          <a:bodyPr/>
          <a:lstStyle>
            <a:lvl1pPr>
              <a:defRPr>
                <a:solidFill>
                  <a:srgbClr val="002552"/>
                </a:solidFill>
              </a:defRPr>
            </a:lvl1pPr>
          </a:lstStyle>
          <a:p>
            <a:r>
              <a:rPr lang="de-DE" noProof="0"/>
              <a:t>Edit </a:t>
            </a:r>
            <a:r>
              <a:rPr lang="en-GB"/>
              <a:t>Headline</a:t>
            </a:r>
            <a:endParaRPr lang="en-GB" noProof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89F59FB-6202-5E64-A2B0-EB61D68F5B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C100A0F-82DE-2E25-04E4-6D053E95B426}"/>
              </a:ext>
            </a:extLst>
          </p:cNvPr>
          <p:cNvPicPr>
            <a:picLocks noChangeAspect="1"/>
          </p:cNvPicPr>
          <p:nvPr/>
        </p:nvPicPr>
        <p:blipFill>
          <a:blip cstate="hqprint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27181" y="6184800"/>
            <a:ext cx="925200" cy="485351"/>
          </a:xfrm>
          <a:prstGeom prst="rect">
            <a:avLst/>
          </a:prstGeom>
        </p:spPr>
      </p:pic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3B5FAE4B-A6D4-085D-6A3E-98BD8F7168E9}"/>
              </a:ext>
            </a:extLst>
          </p:cNvPr>
          <p:cNvCxnSpPr/>
          <p:nvPr/>
        </p:nvCxnSpPr>
        <p:spPr>
          <a:xfrm>
            <a:off x="1519200" y="6278400"/>
            <a:ext cx="0" cy="28080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hteck 6">
            <a:extLst>
              <a:ext uri="{FF2B5EF4-FFF2-40B4-BE49-F238E27FC236}">
                <a16:creationId xmlns:a16="http://schemas.microsoft.com/office/drawing/2014/main" id="{F26FF4B2-E32A-687D-93AC-BF8340CE86C6}"/>
              </a:ext>
            </a:extLst>
          </p:cNvPr>
          <p:cNvSpPr/>
          <p:nvPr/>
        </p:nvSpPr>
        <p:spPr>
          <a:xfrm>
            <a:off x="0" y="2855438"/>
            <a:ext cx="12192000" cy="2854800"/>
          </a:xfrm>
          <a:prstGeom prst="rect">
            <a:avLst/>
          </a:prstGeom>
          <a:solidFill>
            <a:srgbClr val="5E67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tIns="72000" rIns="126000" bIns="72000" rtlCol="0" anchor="t">
            <a:noAutofit/>
          </a:bodyPr>
          <a:lstStyle/>
          <a:p>
            <a:pPr algn="l">
              <a:spcAft>
                <a:spcPts val="600"/>
              </a:spcAft>
            </a:pPr>
            <a:endParaRPr lang="en-GB" sz="1200" noProof="0">
              <a:solidFill>
                <a:schemeClr val="tx1"/>
              </a:solidFill>
            </a:endParaRPr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19DB8161-E57B-D485-9EF0-C746E1D1EE8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17588" y="1714500"/>
            <a:ext cx="4064400" cy="2286000"/>
          </a:xfrm>
          <a:solidFill>
            <a:schemeClr val="accent5">
              <a:lumMod val="20000"/>
              <a:lumOff val="80000"/>
            </a:schemeClr>
          </a:solidFill>
        </p:spPr>
        <p:txBody>
          <a:bodyPr/>
          <a:lstStyle/>
          <a:p>
            <a:r>
              <a:rPr lang="en-GB" noProof="0"/>
              <a:t>Insert Image here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77ED89A1-EDBC-802D-3495-BE63017FA47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06839" y="1714500"/>
            <a:ext cx="4064400" cy="2286000"/>
          </a:xfrm>
          <a:solidFill>
            <a:schemeClr val="accent5">
              <a:lumMod val="20000"/>
              <a:lumOff val="80000"/>
            </a:schemeClr>
          </a:solidFill>
        </p:spPr>
        <p:txBody>
          <a:bodyPr/>
          <a:lstStyle/>
          <a:p>
            <a:r>
              <a:rPr lang="en-GB" noProof="0"/>
              <a:t>Insert Image here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E3E6423B-C2C1-C316-7151-5D81468FEE5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17588" y="4000369"/>
            <a:ext cx="4064000" cy="1709738"/>
          </a:xfrm>
        </p:spPr>
        <p:txBody>
          <a:bodyPr tIns="252000" bIns="144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Edit Master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845A965B-A019-AA22-2301-6A2C1C3633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07238" y="4000369"/>
            <a:ext cx="4065587" cy="1710000"/>
          </a:xfrm>
        </p:spPr>
        <p:txBody>
          <a:bodyPr tIns="252000" bIns="144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Edit Master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3228712D-955C-CC61-9526-1E97E44BDA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1200" y="925200"/>
            <a:ext cx="9136063" cy="244800"/>
          </a:xfrm>
        </p:spPr>
        <p:txBody>
          <a:bodyPr/>
          <a:lstStyle>
            <a:lvl1pPr marL="0" indent="0">
              <a:buNone/>
              <a:defRPr sz="2000">
                <a:solidFill>
                  <a:srgbClr val="0D9AA9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Subtitle (optional)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19FB6640-D47B-49BC-18C0-DD1F14F0888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6020" y="6112179"/>
            <a:ext cx="1050985" cy="630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9050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4476" userDrawn="1">
          <p15:clr>
            <a:srgbClr val="FBAE40"/>
          </p15:clr>
        </p15:guide>
        <p15:guide id="4" pos="3203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fullscreen dark - text light">
    <p:bg>
      <p:bgPr>
        <a:solidFill>
          <a:srgbClr val="5E67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5">
            <a:extLst>
              <a:ext uri="{FF2B5EF4-FFF2-40B4-BE49-F238E27FC236}">
                <a16:creationId xmlns:a16="http://schemas.microsoft.com/office/drawing/2014/main" id="{CED52C9D-87C8-011B-E56D-51D5C50B391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solidFill>
            <a:srgbClr val="5E676C"/>
          </a:solidFill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Here you can insert a large picture. </a:t>
            </a:r>
            <a:br>
              <a:rPr lang="en-GB" noProof="0"/>
            </a:br>
            <a:r>
              <a:rPr lang="en-GB" noProof="0"/>
              <a:t>Please pay attention that the colour contrast is sufficient, especially that the logo and footer are readable.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3B63763-DE9D-6D38-AC3B-4B4CC07EC05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A9C953F-34B1-4DD2-A3DB-3A35190EAD1A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DCB682A-2009-9235-F971-D6E915E4E60D}"/>
              </a:ext>
            </a:extLst>
          </p:cNvPr>
          <p:cNvPicPr>
            <a:picLocks noChangeAspect="1"/>
          </p:cNvPicPr>
          <p:nvPr/>
        </p:nvPicPr>
        <p:blipFill>
          <a:blip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27181" y="6184800"/>
            <a:ext cx="925200" cy="485350"/>
          </a:xfrm>
          <a:prstGeom prst="rect">
            <a:avLst/>
          </a:prstGeom>
        </p:spPr>
      </p:pic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AF581E7A-B35D-5EC1-B852-434FA1E7DC23}"/>
              </a:ext>
            </a:extLst>
          </p:cNvPr>
          <p:cNvCxnSpPr/>
          <p:nvPr/>
        </p:nvCxnSpPr>
        <p:spPr>
          <a:xfrm>
            <a:off x="1519200" y="6278400"/>
            <a:ext cx="0" cy="280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fik 1">
            <a:extLst>
              <a:ext uri="{FF2B5EF4-FFF2-40B4-BE49-F238E27FC236}">
                <a16:creationId xmlns:a16="http://schemas.microsoft.com/office/drawing/2014/main" id="{B11F9447-A78D-C609-2589-8618767C372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0615" y="6141255"/>
            <a:ext cx="944208" cy="56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68693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fullscreen light - text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CBBA00DF-2000-4C26-A9C5-C7DCDBB9F8C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solidFill>
            <a:srgbClr val="CBCFD2"/>
          </a:solidFill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Here you can insert a large picture. </a:t>
            </a:r>
            <a:br>
              <a:rPr lang="en-GB" noProof="0"/>
            </a:br>
            <a:r>
              <a:rPr lang="en-GB" noProof="0"/>
              <a:t>Please pay attention that the colour contrast is sufficient, especially that the logo and footer are readable.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F46FDE8-A2B6-316B-1469-0EEC7555C6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54A8951-1200-D0E7-5F8E-2C10B57D7587}"/>
              </a:ext>
            </a:extLst>
          </p:cNvPr>
          <p:cNvPicPr>
            <a:picLocks noChangeAspect="1"/>
          </p:cNvPicPr>
          <p:nvPr/>
        </p:nvPicPr>
        <p:blipFill>
          <a:blip cstate="hqprint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27181" y="6184800"/>
            <a:ext cx="925200" cy="485351"/>
          </a:xfrm>
          <a:prstGeom prst="rect">
            <a:avLst/>
          </a:prstGeom>
        </p:spPr>
      </p:pic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25938C14-2DEC-82A2-7695-24571C7D5D8E}"/>
              </a:ext>
            </a:extLst>
          </p:cNvPr>
          <p:cNvCxnSpPr/>
          <p:nvPr/>
        </p:nvCxnSpPr>
        <p:spPr>
          <a:xfrm>
            <a:off x="1519200" y="6278400"/>
            <a:ext cx="0" cy="28080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fik 6">
            <a:extLst>
              <a:ext uri="{FF2B5EF4-FFF2-40B4-BE49-F238E27FC236}">
                <a16:creationId xmlns:a16="http://schemas.microsoft.com/office/drawing/2014/main" id="{D89BC6EC-F12E-CEB1-B3A3-49828702664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6020" y="6112179"/>
            <a:ext cx="1050985" cy="630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8264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text on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2FCA897-0E45-4EFB-1E77-AEBED04C2B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D94C2AB-ECEC-E542-B222-D9C6BD9A43D2}"/>
              </a:ext>
            </a:extLst>
          </p:cNvPr>
          <p:cNvPicPr>
            <a:picLocks noChangeAspect="1"/>
          </p:cNvPicPr>
          <p:nvPr/>
        </p:nvPicPr>
        <p:blipFill>
          <a:blip cstate="hqprint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27181" y="6184800"/>
            <a:ext cx="925200" cy="485351"/>
          </a:xfrm>
          <a:prstGeom prst="rect">
            <a:avLst/>
          </a:prstGeom>
        </p:spPr>
      </p:pic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9B46E80D-8C7E-12BE-E6D4-002699C55689}"/>
              </a:ext>
            </a:extLst>
          </p:cNvPr>
          <p:cNvCxnSpPr/>
          <p:nvPr/>
        </p:nvCxnSpPr>
        <p:spPr>
          <a:xfrm>
            <a:off x="1519200" y="6278400"/>
            <a:ext cx="0" cy="28080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fik 12">
            <a:extLst>
              <a:ext uri="{FF2B5EF4-FFF2-40B4-BE49-F238E27FC236}">
                <a16:creationId xmlns:a16="http://schemas.microsoft.com/office/drawing/2014/main" id="{826F5AFC-CA37-5E0B-FCB1-E613AB3E5F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2343" y="1723680"/>
            <a:ext cx="478534" cy="349200"/>
          </a:xfrm>
          <a:prstGeom prst="rect">
            <a:avLst/>
          </a:prstGeom>
        </p:spPr>
      </p:pic>
      <p:sp>
        <p:nvSpPr>
          <p:cNvPr id="8" name="Textplatzhalter 7">
            <a:extLst>
              <a:ext uri="{FF2B5EF4-FFF2-40B4-BE49-F238E27FC236}">
                <a16:creationId xmlns:a16="http://schemas.microsoft.com/office/drawing/2014/main" id="{BBD2C1F7-0409-E8C8-F128-0615B1F22DE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42343" y="1714500"/>
            <a:ext cx="8120062" cy="3995737"/>
          </a:xfrm>
        </p:spPr>
        <p:txBody>
          <a:bodyPr tIns="576000" rIns="0" anchor="t"/>
          <a:lstStyle>
            <a:lvl1pPr marL="0" indent="0">
              <a:spcAft>
                <a:spcPts val="2200"/>
              </a:spcAft>
              <a:buNone/>
              <a:defRPr sz="3200">
                <a:latin typeface="Charité Headline Office Light" pitchFamily="2" charset="0"/>
              </a:defRPr>
            </a:lvl1pPr>
            <a:lvl2pPr marL="0" indent="0">
              <a:buNone/>
              <a:defRPr sz="2000">
                <a:solidFill>
                  <a:srgbClr val="5E676C"/>
                </a:solidFill>
                <a:latin typeface="Charité Headline Office Light" pitchFamily="2" charset="0"/>
              </a:defRPr>
            </a:lvl2pPr>
            <a:lvl3pPr marL="0" indent="0">
              <a:buNone/>
              <a:defRPr sz="2000">
                <a:solidFill>
                  <a:srgbClr val="5E676C"/>
                </a:solidFill>
                <a:latin typeface="Charité Headline Office Light" pitchFamily="2" charset="0"/>
              </a:defRPr>
            </a:lvl3pPr>
            <a:lvl4pPr marL="0" indent="0">
              <a:buNone/>
              <a:defRPr sz="2000">
                <a:solidFill>
                  <a:srgbClr val="5E676C"/>
                </a:solidFill>
                <a:latin typeface="Charité Headline Office Light" pitchFamily="2" charset="0"/>
              </a:defRPr>
            </a:lvl4pPr>
            <a:lvl5pPr marL="0" indent="0">
              <a:buNone/>
              <a:defRPr sz="2000">
                <a:solidFill>
                  <a:srgbClr val="5E676C"/>
                </a:solidFill>
                <a:latin typeface="Charité Headline Office Light" pitchFamily="2" charset="0"/>
              </a:defRPr>
            </a:lvl5pPr>
          </a:lstStyle>
          <a:p>
            <a:pPr lvl="0"/>
            <a:r>
              <a:rPr lang="en-GB" noProof="0"/>
              <a:t>A quotation. (max. 200 characters)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8011DD-E9C3-4E81-4016-34893B1ADEC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6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406"/>
          <a:stretch/>
        </p:blipFill>
        <p:spPr>
          <a:xfrm>
            <a:off x="7289627" y="-299419"/>
            <a:ext cx="4902373" cy="7252669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1A90FD04-0E7A-5C9B-D326-750C59357E4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6020" y="6112179"/>
            <a:ext cx="1050985" cy="630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683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1662" userDrawn="1">
          <p15:clr>
            <a:srgbClr val="FBAE40"/>
          </p15:clr>
        </p15:guide>
        <p15:guide id="5" pos="1282" userDrawn="1">
          <p15:clr>
            <a:srgbClr val="FBAE40"/>
          </p15:clr>
        </p15:guide>
        <p15:guide id="6" pos="6396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pictur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DEC8225-D3C6-D2CF-36B3-EDB4A6C8405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Optional: </a:t>
            </a:r>
            <a:r>
              <a:rPr lang="en-US"/>
              <a:t>Department, Clinic, Center, Business Division, etc.</a:t>
            </a:r>
            <a:endParaRPr lang="en-GB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59C7943-986D-598F-5ABF-0796079E17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Bildunterschrift links">
            <a:extLst>
              <a:ext uri="{FF2B5EF4-FFF2-40B4-BE49-F238E27FC236}">
                <a16:creationId xmlns:a16="http://schemas.microsoft.com/office/drawing/2014/main" id="{F5EF10FB-FF64-F494-0F12-214A17E74D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17588" y="4568400"/>
            <a:ext cx="4464000" cy="579600"/>
          </a:xfrm>
        </p:spPr>
        <p:txBody>
          <a:bodyPr tIns="72000"/>
          <a:lstStyle>
            <a:lvl1pPr marL="0" indent="0">
              <a:buNone/>
              <a:defRPr sz="1000">
                <a:solidFill>
                  <a:schemeClr val="tx2"/>
                </a:solidFill>
              </a:defRPr>
            </a:lvl1pPr>
            <a:lvl2pPr>
              <a:defRPr sz="1000">
                <a:solidFill>
                  <a:schemeClr val="tx2"/>
                </a:solidFill>
              </a:defRPr>
            </a:lvl2pPr>
            <a:lvl3pPr>
              <a:defRPr sz="1000">
                <a:solidFill>
                  <a:schemeClr val="tx2"/>
                </a:solidFill>
              </a:defRPr>
            </a:lvl3pPr>
            <a:lvl4pPr>
              <a:defRPr sz="1000">
                <a:solidFill>
                  <a:schemeClr val="tx2"/>
                </a:solidFill>
              </a:defRPr>
            </a:lvl4pPr>
            <a:lvl5pPr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0"/>
              <a:t>Caption and/or source (optional) </a:t>
            </a:r>
          </a:p>
        </p:txBody>
      </p:sp>
      <p:sp>
        <p:nvSpPr>
          <p:cNvPr id="6" name="Zitat rechts">
            <a:extLst>
              <a:ext uri="{FF2B5EF4-FFF2-40B4-BE49-F238E27FC236}">
                <a16:creationId xmlns:a16="http://schemas.microsoft.com/office/drawing/2014/main" id="{9A610B8F-52F5-CF16-D4FA-31837E4AB5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4800" y="1714500"/>
            <a:ext cx="5076000" cy="4572000"/>
          </a:xfrm>
        </p:spPr>
        <p:txBody>
          <a:bodyPr tIns="576000"/>
          <a:lstStyle>
            <a:lvl1pPr marL="0" indent="0">
              <a:spcAft>
                <a:spcPts val="2200"/>
              </a:spcAft>
              <a:buNone/>
              <a:defRPr sz="3200">
                <a:solidFill>
                  <a:srgbClr val="002552"/>
                </a:solidFill>
                <a:latin typeface="Charité Headline Office Light" pitchFamily="2" charset="0"/>
              </a:defRPr>
            </a:lvl1pPr>
            <a:lvl2pPr marL="0" indent="0">
              <a:buNone/>
              <a:defRPr sz="2000">
                <a:solidFill>
                  <a:srgbClr val="5E676C"/>
                </a:solidFill>
                <a:latin typeface="Charité Headline Office Light" pitchFamily="2" charset="0"/>
              </a:defRPr>
            </a:lvl2pPr>
            <a:lvl3pPr marL="0" indent="0">
              <a:buNone/>
              <a:defRPr sz="2000">
                <a:solidFill>
                  <a:schemeClr val="tx2"/>
                </a:solidFill>
                <a:latin typeface="Charité Headline Office Light" pitchFamily="2" charset="0"/>
              </a:defRPr>
            </a:lvl3pPr>
            <a:lvl4pPr marL="0" indent="0">
              <a:buNone/>
              <a:defRPr sz="2000">
                <a:solidFill>
                  <a:schemeClr val="tx2"/>
                </a:solidFill>
                <a:latin typeface="Charité Headline Office Light" pitchFamily="2" charset="0"/>
              </a:defRPr>
            </a:lvl4pPr>
            <a:lvl5pPr marL="0" indent="0">
              <a:buNone/>
              <a:defRPr sz="2000">
                <a:solidFill>
                  <a:schemeClr val="tx2"/>
                </a:solidFill>
                <a:latin typeface="Charité Headline Office Light" pitchFamily="2" charset="0"/>
              </a:defRPr>
            </a:lvl5pPr>
          </a:lstStyle>
          <a:p>
            <a:pPr lvl="0"/>
            <a:r>
              <a:rPr lang="de-DE" noProof="0"/>
              <a:t>Edit Mater </a:t>
            </a:r>
            <a:r>
              <a:rPr lang="de-DE" noProof="0" err="1"/>
              <a:t>text</a:t>
            </a:r>
            <a:endParaRPr lang="de-DE" noProof="0"/>
          </a:p>
          <a:p>
            <a:pPr lvl="1"/>
            <a:r>
              <a:rPr lang="de-DE" noProof="0"/>
              <a:t>Second </a:t>
            </a:r>
            <a:r>
              <a:rPr lang="de-DE" noProof="0" err="1"/>
              <a:t>level</a:t>
            </a:r>
            <a:endParaRPr lang="de-DE" noProof="0"/>
          </a:p>
          <a:p>
            <a:pPr lvl="1"/>
            <a:r>
              <a:rPr lang="de-DE" noProof="0"/>
              <a:t>Third </a:t>
            </a:r>
            <a:r>
              <a:rPr lang="de-DE" noProof="0" err="1"/>
              <a:t>level</a:t>
            </a:r>
            <a:endParaRPr lang="de-DE" noProof="0"/>
          </a:p>
          <a:p>
            <a:pPr lvl="1"/>
            <a:r>
              <a:rPr lang="de-DE" noProof="0" err="1"/>
              <a:t>Fourth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  <a:p>
            <a:pPr lvl="1"/>
            <a:r>
              <a:rPr lang="de-DE" noProof="0" err="1"/>
              <a:t>Fifth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3507D0E9-6FBC-33E2-267F-7C3A99A5353F}"/>
              </a:ext>
            </a:extLst>
          </p:cNvPr>
          <p:cNvPicPr>
            <a:picLocks noChangeAspect="1"/>
          </p:cNvPicPr>
          <p:nvPr/>
        </p:nvPicPr>
        <p:blipFill>
          <a:blip cstate="hqprint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27181" y="6184800"/>
            <a:ext cx="925200" cy="485351"/>
          </a:xfrm>
          <a:prstGeom prst="rect">
            <a:avLst/>
          </a:prstGeom>
        </p:spPr>
      </p:pic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ECB66DCF-A25C-6162-B9A7-4F80B9BB1B76}"/>
              </a:ext>
            </a:extLst>
          </p:cNvPr>
          <p:cNvCxnSpPr/>
          <p:nvPr/>
        </p:nvCxnSpPr>
        <p:spPr>
          <a:xfrm>
            <a:off x="1519200" y="6278400"/>
            <a:ext cx="0" cy="28080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fik 10">
            <a:extLst>
              <a:ext uri="{FF2B5EF4-FFF2-40B4-BE49-F238E27FC236}">
                <a16:creationId xmlns:a16="http://schemas.microsoft.com/office/drawing/2014/main" id="{60A537C2-A37C-32D3-0B21-5CAD494B56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9734" y="1723680"/>
            <a:ext cx="478534" cy="349200"/>
          </a:xfrm>
          <a:prstGeom prst="rect">
            <a:avLst/>
          </a:prstGeom>
        </p:spPr>
      </p:pic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80238563-4251-CCDC-2832-70054B412A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094800" cy="4568400"/>
          </a:xfrm>
          <a:custGeom>
            <a:avLst/>
            <a:gdLst>
              <a:gd name="connsiteX0" fmla="*/ 0 w 6094800"/>
              <a:gd name="connsiteY0" fmla="*/ 0 h 4568400"/>
              <a:gd name="connsiteX1" fmla="*/ 6094800 w 6094800"/>
              <a:gd name="connsiteY1" fmla="*/ 0 h 4568400"/>
              <a:gd name="connsiteX2" fmla="*/ 6094800 w 6094800"/>
              <a:gd name="connsiteY2" fmla="*/ 1145905 h 4568400"/>
              <a:gd name="connsiteX3" fmla="*/ 5588461 w 6094800"/>
              <a:gd name="connsiteY3" fmla="*/ 1145905 h 4568400"/>
              <a:gd name="connsiteX4" fmla="*/ 5588461 w 6094800"/>
              <a:gd name="connsiteY4" fmla="*/ 4568400 h 4568400"/>
              <a:gd name="connsiteX5" fmla="*/ 0 w 6094800"/>
              <a:gd name="connsiteY5" fmla="*/ 4568400 h 456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4800" h="4568400">
                <a:moveTo>
                  <a:pt x="0" y="0"/>
                </a:moveTo>
                <a:lnTo>
                  <a:pt x="6094800" y="0"/>
                </a:lnTo>
                <a:lnTo>
                  <a:pt x="6094800" y="1145905"/>
                </a:lnTo>
                <a:lnTo>
                  <a:pt x="5588461" y="1145905"/>
                </a:lnTo>
                <a:lnTo>
                  <a:pt x="5588461" y="4568400"/>
                </a:lnTo>
                <a:lnTo>
                  <a:pt x="0" y="4568400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en-GB" noProof="0"/>
              <a:t>Insert Image here</a:t>
            </a:r>
          </a:p>
        </p:txBody>
      </p:sp>
    </p:spTree>
    <p:extLst>
      <p:ext uri="{BB962C8B-B14F-4D97-AF65-F5344CB8AC3E}">
        <p14:creationId xmlns:p14="http://schemas.microsoft.com/office/powerpoint/2010/main" val="28293471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picture - grey">
    <p:bg>
      <p:bgPr>
        <a:solidFill>
          <a:srgbClr val="CBCF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CF42F20-F06C-0343-0BB9-FEA75E9F56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Bildunterschrift links">
            <a:extLst>
              <a:ext uri="{FF2B5EF4-FFF2-40B4-BE49-F238E27FC236}">
                <a16:creationId xmlns:a16="http://schemas.microsoft.com/office/drawing/2014/main" id="{3E89E347-2C1B-858E-9984-451FF1694B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18800" y="4568400"/>
            <a:ext cx="4464000" cy="579600"/>
          </a:xfrm>
        </p:spPr>
        <p:txBody>
          <a:bodyPr tIns="72000"/>
          <a:lstStyle>
            <a:lvl1pPr marL="0" indent="0">
              <a:buNone/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Caption and/or source (optional) </a:t>
            </a:r>
          </a:p>
        </p:txBody>
      </p:sp>
      <p:sp>
        <p:nvSpPr>
          <p:cNvPr id="6" name="Zitat rechts">
            <a:extLst>
              <a:ext uri="{FF2B5EF4-FFF2-40B4-BE49-F238E27FC236}">
                <a16:creationId xmlns:a16="http://schemas.microsoft.com/office/drawing/2014/main" id="{C1D4E14F-DCC6-FF5E-8F43-2EA345A037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0" y="1713600"/>
            <a:ext cx="5076000" cy="4572000"/>
          </a:xfrm>
        </p:spPr>
        <p:txBody>
          <a:bodyPr tIns="576000"/>
          <a:lstStyle>
            <a:lvl1pPr marL="0" indent="0">
              <a:spcAft>
                <a:spcPts val="2200"/>
              </a:spcAft>
              <a:buNone/>
              <a:defRPr sz="3200">
                <a:latin typeface="Charité Headline Office Light" pitchFamily="2" charset="0"/>
              </a:defRPr>
            </a:lvl1pPr>
            <a:lvl2pPr marL="0" indent="0">
              <a:buNone/>
              <a:defRPr sz="2000">
                <a:solidFill>
                  <a:schemeClr val="tx2"/>
                </a:solidFill>
                <a:latin typeface="Charité Headline Office Light" pitchFamily="2" charset="0"/>
              </a:defRPr>
            </a:lvl2pPr>
            <a:lvl3pPr marL="0" indent="0">
              <a:buNone/>
              <a:defRPr sz="2000">
                <a:solidFill>
                  <a:schemeClr val="tx2"/>
                </a:solidFill>
                <a:latin typeface="Charité Headline Office Light" pitchFamily="2" charset="0"/>
              </a:defRPr>
            </a:lvl3pPr>
            <a:lvl4pPr marL="0" indent="0">
              <a:buNone/>
              <a:defRPr sz="2000">
                <a:solidFill>
                  <a:schemeClr val="tx2"/>
                </a:solidFill>
                <a:latin typeface="Charité Headline Office Light" pitchFamily="2" charset="0"/>
              </a:defRPr>
            </a:lvl4pPr>
            <a:lvl5pPr marL="0" indent="0">
              <a:buNone/>
              <a:defRPr sz="2000">
                <a:solidFill>
                  <a:schemeClr val="tx2"/>
                </a:solidFill>
                <a:latin typeface="Charité Headline Office Light" pitchFamily="2" charset="0"/>
              </a:defRPr>
            </a:lvl5pPr>
          </a:lstStyle>
          <a:p>
            <a:pPr lvl="0"/>
            <a:r>
              <a:rPr lang="de-DE" noProof="0"/>
              <a:t>Edit Mater </a:t>
            </a:r>
            <a:r>
              <a:rPr lang="de-DE" noProof="0" err="1"/>
              <a:t>text</a:t>
            </a:r>
            <a:endParaRPr lang="de-DE" noProof="0"/>
          </a:p>
          <a:p>
            <a:pPr lvl="1"/>
            <a:r>
              <a:rPr lang="de-DE" noProof="0"/>
              <a:t>Second </a:t>
            </a:r>
            <a:r>
              <a:rPr lang="de-DE" noProof="0" err="1"/>
              <a:t>level</a:t>
            </a:r>
            <a:endParaRPr lang="de-DE" noProof="0"/>
          </a:p>
          <a:p>
            <a:pPr lvl="1"/>
            <a:r>
              <a:rPr lang="de-DE" noProof="0"/>
              <a:t>Third </a:t>
            </a:r>
            <a:r>
              <a:rPr lang="de-DE" noProof="0" err="1"/>
              <a:t>level</a:t>
            </a:r>
            <a:endParaRPr lang="de-DE" noProof="0"/>
          </a:p>
          <a:p>
            <a:pPr lvl="1"/>
            <a:r>
              <a:rPr lang="de-DE" noProof="0" err="1"/>
              <a:t>Fourth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  <a:p>
            <a:pPr lvl="1"/>
            <a:r>
              <a:rPr lang="de-DE" noProof="0" err="1"/>
              <a:t>Fifth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8F1BAF51-5DF7-97FD-EDE4-EC34051DCF4C}"/>
              </a:ext>
            </a:extLst>
          </p:cNvPr>
          <p:cNvPicPr>
            <a:picLocks noChangeAspect="1"/>
          </p:cNvPicPr>
          <p:nvPr/>
        </p:nvPicPr>
        <p:blipFill>
          <a:blip cstate="hqprint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27181" y="6184800"/>
            <a:ext cx="925200" cy="485351"/>
          </a:xfrm>
          <a:prstGeom prst="rect">
            <a:avLst/>
          </a:prstGeom>
        </p:spPr>
      </p:pic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5C00BC6E-95B8-88CD-5F8E-3CC20B06E5C3}"/>
              </a:ext>
            </a:extLst>
          </p:cNvPr>
          <p:cNvCxnSpPr/>
          <p:nvPr/>
        </p:nvCxnSpPr>
        <p:spPr>
          <a:xfrm>
            <a:off x="1519200" y="6278400"/>
            <a:ext cx="0" cy="28080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fik 10">
            <a:extLst>
              <a:ext uri="{FF2B5EF4-FFF2-40B4-BE49-F238E27FC236}">
                <a16:creationId xmlns:a16="http://schemas.microsoft.com/office/drawing/2014/main" id="{BDFF4DC6-07C7-1045-F431-5EC8EDE8CF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9734" y="1723680"/>
            <a:ext cx="478534" cy="349200"/>
          </a:xfrm>
          <a:prstGeom prst="rect">
            <a:avLst/>
          </a:prstGeom>
        </p:spPr>
      </p:pic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83B521FA-D1BF-CDE7-CD6D-E751D5FA5BC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094800" cy="4568400"/>
          </a:xfrm>
          <a:custGeom>
            <a:avLst/>
            <a:gdLst>
              <a:gd name="connsiteX0" fmla="*/ 0 w 6094800"/>
              <a:gd name="connsiteY0" fmla="*/ 0 h 4568400"/>
              <a:gd name="connsiteX1" fmla="*/ 6094800 w 6094800"/>
              <a:gd name="connsiteY1" fmla="*/ 0 h 4568400"/>
              <a:gd name="connsiteX2" fmla="*/ 6094800 w 6094800"/>
              <a:gd name="connsiteY2" fmla="*/ 1145905 h 4568400"/>
              <a:gd name="connsiteX3" fmla="*/ 5588461 w 6094800"/>
              <a:gd name="connsiteY3" fmla="*/ 1145905 h 4568400"/>
              <a:gd name="connsiteX4" fmla="*/ 5588461 w 6094800"/>
              <a:gd name="connsiteY4" fmla="*/ 4568400 h 4568400"/>
              <a:gd name="connsiteX5" fmla="*/ 0 w 6094800"/>
              <a:gd name="connsiteY5" fmla="*/ 4568400 h 456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4800" h="4568400">
                <a:moveTo>
                  <a:pt x="0" y="0"/>
                </a:moveTo>
                <a:lnTo>
                  <a:pt x="6094800" y="0"/>
                </a:lnTo>
                <a:lnTo>
                  <a:pt x="6094800" y="1145905"/>
                </a:lnTo>
                <a:lnTo>
                  <a:pt x="5588461" y="1145905"/>
                </a:lnTo>
                <a:lnTo>
                  <a:pt x="5588461" y="4568400"/>
                </a:lnTo>
                <a:lnTo>
                  <a:pt x="0" y="4568400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en-GB" noProof="0"/>
              <a:t>Insert Image here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2EB49D55-66F1-B6C0-046A-1EFA4ED7B7D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6020" y="6112179"/>
            <a:ext cx="1050985" cy="630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4602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picture - blue">
    <p:bg>
      <p:bgPr>
        <a:solidFill>
          <a:srgbClr val="5E67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97DE233-0890-3C93-8D23-0FC49F53F7A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A9C953F-34B1-4DD2-A3DB-3A35190EAD1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Bildunterschrift links">
            <a:extLst>
              <a:ext uri="{FF2B5EF4-FFF2-40B4-BE49-F238E27FC236}">
                <a16:creationId xmlns:a16="http://schemas.microsoft.com/office/drawing/2014/main" id="{81389CBD-C4DC-2153-941A-05FA4F502E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17587" y="4568400"/>
            <a:ext cx="4464000" cy="579600"/>
          </a:xfrm>
        </p:spPr>
        <p:txBody>
          <a:bodyPr tIns="72000"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  <a:lvl2pPr marL="385200" indent="0">
              <a:buNone/>
              <a:defRPr sz="1000">
                <a:solidFill>
                  <a:schemeClr val="bg1"/>
                </a:solidFill>
              </a:defRPr>
            </a:lvl2pPr>
            <a:lvl3pPr marL="385200" indent="0">
              <a:buNone/>
              <a:defRPr sz="1000">
                <a:solidFill>
                  <a:schemeClr val="bg1"/>
                </a:solidFill>
              </a:defRPr>
            </a:lvl3pPr>
            <a:lvl4pPr marL="385200" indent="0">
              <a:buNone/>
              <a:defRPr sz="1000">
                <a:solidFill>
                  <a:schemeClr val="bg1"/>
                </a:solidFill>
              </a:defRPr>
            </a:lvl4pPr>
            <a:lvl5pPr marL="3852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Caption and/or source (optional)</a:t>
            </a:r>
          </a:p>
        </p:txBody>
      </p:sp>
      <p:sp>
        <p:nvSpPr>
          <p:cNvPr id="6" name="Zitat rechts">
            <a:extLst>
              <a:ext uri="{FF2B5EF4-FFF2-40B4-BE49-F238E27FC236}">
                <a16:creationId xmlns:a16="http://schemas.microsoft.com/office/drawing/2014/main" id="{09A741AB-DDB3-E465-B84E-7E5FCC563DB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99" y="1714500"/>
            <a:ext cx="5076000" cy="4572000"/>
          </a:xfrm>
        </p:spPr>
        <p:txBody>
          <a:bodyPr tIns="576000"/>
          <a:lstStyle>
            <a:lvl1pPr marL="0" indent="0">
              <a:spcAft>
                <a:spcPts val="2200"/>
              </a:spcAft>
              <a:buNone/>
              <a:defRPr sz="3200">
                <a:solidFill>
                  <a:schemeClr val="bg1"/>
                </a:solidFill>
                <a:latin typeface="Charité Headline Office Light" pitchFamily="2" charset="0"/>
              </a:defRPr>
            </a:lvl1pPr>
            <a:lvl2pPr marL="0" indent="0">
              <a:buNone/>
              <a:defRPr sz="2000">
                <a:solidFill>
                  <a:schemeClr val="bg1"/>
                </a:solidFill>
                <a:latin typeface="Charité Headline Office Light" pitchFamily="2" charset="0"/>
              </a:defRPr>
            </a:lvl2pPr>
            <a:lvl3pPr marL="0" indent="0">
              <a:buNone/>
              <a:defRPr sz="2000">
                <a:solidFill>
                  <a:schemeClr val="bg1"/>
                </a:solidFill>
                <a:latin typeface="Charité Headline Office Light" pitchFamily="2" charset="0"/>
              </a:defRPr>
            </a:lvl3pPr>
            <a:lvl4pPr marL="0" indent="0">
              <a:buNone/>
              <a:defRPr sz="2000">
                <a:solidFill>
                  <a:schemeClr val="bg1"/>
                </a:solidFill>
                <a:latin typeface="Charité Headline Office Light" pitchFamily="2" charset="0"/>
              </a:defRPr>
            </a:lvl4pPr>
            <a:lvl5pPr marL="0" indent="0">
              <a:buNone/>
              <a:defRPr sz="2000">
                <a:solidFill>
                  <a:schemeClr val="bg1"/>
                </a:solidFill>
                <a:latin typeface="Charité Headline Office Light" pitchFamily="2" charset="0"/>
              </a:defRPr>
            </a:lvl5pPr>
          </a:lstStyle>
          <a:p>
            <a:pPr lvl="0"/>
            <a:r>
              <a:rPr lang="de-DE" noProof="0"/>
              <a:t>Edit Mater </a:t>
            </a:r>
            <a:r>
              <a:rPr lang="de-DE" noProof="0" err="1"/>
              <a:t>text</a:t>
            </a:r>
            <a:endParaRPr lang="de-DE" noProof="0"/>
          </a:p>
          <a:p>
            <a:pPr lvl="1"/>
            <a:r>
              <a:rPr lang="de-DE" noProof="0"/>
              <a:t>Second </a:t>
            </a:r>
            <a:r>
              <a:rPr lang="de-DE" noProof="0" err="1"/>
              <a:t>level</a:t>
            </a:r>
            <a:endParaRPr lang="de-DE" noProof="0"/>
          </a:p>
          <a:p>
            <a:pPr lvl="1"/>
            <a:r>
              <a:rPr lang="de-DE" noProof="0"/>
              <a:t>Third </a:t>
            </a:r>
            <a:r>
              <a:rPr lang="de-DE" noProof="0" err="1"/>
              <a:t>level</a:t>
            </a:r>
            <a:endParaRPr lang="de-DE" noProof="0"/>
          </a:p>
          <a:p>
            <a:pPr lvl="1"/>
            <a:r>
              <a:rPr lang="de-DE" noProof="0" err="1"/>
              <a:t>Fourth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  <a:p>
            <a:pPr lvl="1"/>
            <a:r>
              <a:rPr lang="de-DE" noProof="0" err="1"/>
              <a:t>Fifth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116928C1-93F3-55BA-09E6-176D3129118B}"/>
              </a:ext>
            </a:extLst>
          </p:cNvPr>
          <p:cNvPicPr>
            <a:picLocks noChangeAspect="1"/>
          </p:cNvPicPr>
          <p:nvPr/>
        </p:nvPicPr>
        <p:blipFill>
          <a:blip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27181" y="6184800"/>
            <a:ext cx="925200" cy="485350"/>
          </a:xfrm>
          <a:prstGeom prst="rect">
            <a:avLst/>
          </a:prstGeom>
        </p:spPr>
      </p:pic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E0BD22A1-6E28-2916-D633-DFA8E06A2222}"/>
              </a:ext>
            </a:extLst>
          </p:cNvPr>
          <p:cNvCxnSpPr/>
          <p:nvPr/>
        </p:nvCxnSpPr>
        <p:spPr>
          <a:xfrm>
            <a:off x="1519200" y="6278400"/>
            <a:ext cx="0" cy="280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fik 10">
            <a:extLst>
              <a:ext uri="{FF2B5EF4-FFF2-40B4-BE49-F238E27FC236}">
                <a16:creationId xmlns:a16="http://schemas.microsoft.com/office/drawing/2014/main" id="{16AF9A60-7CB2-553B-D1C0-A2AA28E583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9734" y="1723680"/>
            <a:ext cx="478534" cy="349200"/>
          </a:xfrm>
          <a:prstGeom prst="rect">
            <a:avLst/>
          </a:prstGeom>
        </p:spPr>
      </p:pic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EFDDC698-A9C4-96B3-CCB5-572D335078B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094800" cy="4568400"/>
          </a:xfrm>
          <a:custGeom>
            <a:avLst/>
            <a:gdLst>
              <a:gd name="connsiteX0" fmla="*/ 0 w 6094800"/>
              <a:gd name="connsiteY0" fmla="*/ 0 h 4568400"/>
              <a:gd name="connsiteX1" fmla="*/ 6094800 w 6094800"/>
              <a:gd name="connsiteY1" fmla="*/ 0 h 4568400"/>
              <a:gd name="connsiteX2" fmla="*/ 6094800 w 6094800"/>
              <a:gd name="connsiteY2" fmla="*/ 1145905 h 4568400"/>
              <a:gd name="connsiteX3" fmla="*/ 5588461 w 6094800"/>
              <a:gd name="connsiteY3" fmla="*/ 1145905 h 4568400"/>
              <a:gd name="connsiteX4" fmla="*/ 5588461 w 6094800"/>
              <a:gd name="connsiteY4" fmla="*/ 4568400 h 4568400"/>
              <a:gd name="connsiteX5" fmla="*/ 0 w 6094800"/>
              <a:gd name="connsiteY5" fmla="*/ 4568400 h 456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4800" h="4568400">
                <a:moveTo>
                  <a:pt x="0" y="0"/>
                </a:moveTo>
                <a:lnTo>
                  <a:pt x="6094800" y="0"/>
                </a:lnTo>
                <a:lnTo>
                  <a:pt x="6094800" y="1145905"/>
                </a:lnTo>
                <a:lnTo>
                  <a:pt x="5588461" y="1145905"/>
                </a:lnTo>
                <a:lnTo>
                  <a:pt x="5588461" y="4568400"/>
                </a:lnTo>
                <a:lnTo>
                  <a:pt x="0" y="4568400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en-GB" noProof="0"/>
              <a:t>Insert Image here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5071F229-AF37-2446-8AAC-C56C7B8A097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0615" y="6141255"/>
            <a:ext cx="944208" cy="56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5576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C04AA9-04B0-AE4F-13DB-3A460177E9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9587" y="500444"/>
            <a:ext cx="9136463" cy="430887"/>
          </a:xfrm>
        </p:spPr>
        <p:txBody>
          <a:bodyPr>
            <a:noAutofit/>
          </a:bodyPr>
          <a:lstStyle/>
          <a:p>
            <a:r>
              <a:rPr lang="en-US"/>
              <a:t>Design main component</a:t>
            </a:r>
            <a:endParaRPr lang="en-GB" noProof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394FAAF-D2FB-F3B8-D7AC-023718855E4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3DD1D29-CC10-0823-A03C-3201D8569711}"/>
              </a:ext>
            </a:extLst>
          </p:cNvPr>
          <p:cNvPicPr>
            <a:picLocks noChangeAspect="1"/>
          </p:cNvPicPr>
          <p:nvPr/>
        </p:nvPicPr>
        <p:blipFill>
          <a:blip cstate="hqprint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27181" y="6184800"/>
            <a:ext cx="925200" cy="485351"/>
          </a:xfrm>
          <a:prstGeom prst="rect">
            <a:avLst/>
          </a:prstGeom>
        </p:spPr>
      </p:pic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BE8DEE0A-8885-8A93-BA9E-31F3F31BF967}"/>
              </a:ext>
            </a:extLst>
          </p:cNvPr>
          <p:cNvCxnSpPr/>
          <p:nvPr/>
        </p:nvCxnSpPr>
        <p:spPr>
          <a:xfrm>
            <a:off x="1519200" y="6278400"/>
            <a:ext cx="0" cy="28080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platzhalter 7">
            <a:extLst>
              <a:ext uri="{FF2B5EF4-FFF2-40B4-BE49-F238E27FC236}">
                <a16:creationId xmlns:a16="http://schemas.microsoft.com/office/drawing/2014/main" id="{51B28C07-CDE2-39A0-5CD6-5B9B074368B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9988" y="1031564"/>
            <a:ext cx="9136062" cy="244800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accent5"/>
                </a:solidFill>
                <a:latin typeface="+mj-lt"/>
              </a:defRPr>
            </a:lvl1pPr>
          </a:lstStyle>
          <a:p>
            <a:r>
              <a:rPr lang="en-US" sz="2000"/>
              <a:t>Multi-colored / Pixelated Spheres</a:t>
            </a:r>
            <a:endParaRPr lang="ru-RU" sz="200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2842A73-8795-542A-6C5D-04EB03E55DE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6020" y="6112179"/>
            <a:ext cx="1050985" cy="630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9045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7" pos="3519" userDrawn="1">
          <p15:clr>
            <a:srgbClr val="FBAE40"/>
          </p15:clr>
        </p15:guide>
        <p15:guide id="8" pos="4158" userDrawn="1">
          <p15:clr>
            <a:srgbClr val="FBAE40"/>
          </p15:clr>
        </p15:guide>
        <p15:guide id="9" pos="2559" userDrawn="1">
          <p15:clr>
            <a:srgbClr val="FBAE40"/>
          </p15:clr>
        </p15:guide>
        <p15:guide id="10" pos="2880" userDrawn="1">
          <p15:clr>
            <a:srgbClr val="FBAE40"/>
          </p15:clr>
        </p15:guide>
        <p15:guide id="11" pos="4800" userDrawn="1">
          <p15:clr>
            <a:srgbClr val="FBAE40"/>
          </p15:clr>
        </p15:guide>
        <p15:guide id="12" pos="5121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C04AA9-04B0-AE4F-13DB-3A460177E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87" y="500444"/>
            <a:ext cx="9136463" cy="430887"/>
          </a:xfrm>
        </p:spPr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394FAAF-D2FB-F3B8-D7AC-023718855E4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3DD1D29-CC10-0823-A03C-3201D8569711}"/>
              </a:ext>
            </a:extLst>
          </p:cNvPr>
          <p:cNvPicPr>
            <a:picLocks noChangeAspect="1"/>
          </p:cNvPicPr>
          <p:nvPr userDrawn="1"/>
        </p:nvPicPr>
        <p:blipFill>
          <a:blip cstate="hqprint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27181" y="6184800"/>
            <a:ext cx="925200" cy="485351"/>
          </a:xfrm>
          <a:prstGeom prst="rect">
            <a:avLst/>
          </a:prstGeom>
        </p:spPr>
      </p:pic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BE8DEE0A-8885-8A93-BA9E-31F3F31BF967}"/>
              </a:ext>
            </a:extLst>
          </p:cNvPr>
          <p:cNvCxnSpPr/>
          <p:nvPr userDrawn="1"/>
        </p:nvCxnSpPr>
        <p:spPr>
          <a:xfrm>
            <a:off x="1519200" y="6278400"/>
            <a:ext cx="0" cy="28080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4E9EF90-76A7-EF76-AD7B-1001EEA785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9588" y="925200"/>
            <a:ext cx="9136062" cy="244800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de-DE"/>
              <a:t>Optionaler Untertitel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5880F742-C72F-99E0-D37A-DE434F43CF1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6020" y="6112179"/>
            <a:ext cx="1050985" cy="630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8345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519">
          <p15:clr>
            <a:srgbClr val="FBAE40"/>
          </p15:clr>
        </p15:guide>
        <p15:guide id="2" pos="4158">
          <p15:clr>
            <a:srgbClr val="FBAE40"/>
          </p15:clr>
        </p15:guide>
        <p15:guide id="3" pos="2559">
          <p15:clr>
            <a:srgbClr val="FBAE40"/>
          </p15:clr>
        </p15:guide>
        <p15:guide id="4" pos="2880">
          <p15:clr>
            <a:srgbClr val="FBAE40"/>
          </p15:clr>
        </p15:guide>
        <p15:guide id="5" pos="4800">
          <p15:clr>
            <a:srgbClr val="FBAE40"/>
          </p15:clr>
        </p15:guide>
        <p15:guide id="6" pos="512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C04AA9-04B0-AE4F-13DB-3A460177E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87" y="500444"/>
            <a:ext cx="9136463" cy="430887"/>
          </a:xfrm>
        </p:spPr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394FAAF-D2FB-F3B8-D7AC-023718855E4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3DD1D29-CC10-0823-A03C-3201D8569711}"/>
              </a:ext>
            </a:extLst>
          </p:cNvPr>
          <p:cNvPicPr>
            <a:picLocks noChangeAspect="1"/>
          </p:cNvPicPr>
          <p:nvPr userDrawn="1"/>
        </p:nvPicPr>
        <p:blipFill>
          <a:blip cstate="hqprint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27181" y="6184800"/>
            <a:ext cx="925200" cy="485351"/>
          </a:xfrm>
          <a:prstGeom prst="rect">
            <a:avLst/>
          </a:prstGeom>
        </p:spPr>
      </p:pic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BE8DEE0A-8885-8A93-BA9E-31F3F31BF967}"/>
              </a:ext>
            </a:extLst>
          </p:cNvPr>
          <p:cNvCxnSpPr/>
          <p:nvPr userDrawn="1"/>
        </p:nvCxnSpPr>
        <p:spPr>
          <a:xfrm>
            <a:off x="1519200" y="6278400"/>
            <a:ext cx="0" cy="28080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4E9EF90-76A7-EF76-AD7B-1001EEA785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9588" y="925200"/>
            <a:ext cx="9136062" cy="244800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de-DE"/>
              <a:t>Optionaler Untertitel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6A046F1-3434-507F-12C4-1389E83B8D0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587" y="1834490"/>
            <a:ext cx="3505304" cy="350206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9504F6A-9F46-8F24-04FA-EC3D041081F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6506" y="1834490"/>
            <a:ext cx="3502062" cy="350206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AC24E64-09FC-8C10-0C66-4685F975F23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0183" y="1834490"/>
            <a:ext cx="3502062" cy="3502062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A98BC084-6580-7BD2-3963-276DA831CE2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6020" y="6112179"/>
            <a:ext cx="1050985" cy="630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9629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519">
          <p15:clr>
            <a:srgbClr val="FBAE40"/>
          </p15:clr>
        </p15:guide>
        <p15:guide id="2" pos="4158">
          <p15:clr>
            <a:srgbClr val="FBAE40"/>
          </p15:clr>
        </p15:guide>
        <p15:guide id="3" pos="2559">
          <p15:clr>
            <a:srgbClr val="FBAE40"/>
          </p15:clr>
        </p15:guide>
        <p15:guide id="4" pos="2880">
          <p15:clr>
            <a:srgbClr val="FBAE40"/>
          </p15:clr>
        </p15:guide>
        <p15:guide id="5" pos="4800">
          <p15:clr>
            <a:srgbClr val="FBAE40"/>
          </p15:clr>
        </p15:guide>
        <p15:guide id="6" pos="512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Nur Titel">
    <p:bg>
      <p:bgPr>
        <a:solidFill>
          <a:srgbClr val="CBCF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C04AA9-04B0-AE4F-13DB-3A460177E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87" y="500444"/>
            <a:ext cx="9136463" cy="430887"/>
          </a:xfrm>
        </p:spPr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394FAAF-D2FB-F3B8-D7AC-023718855E4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3DD1D29-CC10-0823-A03C-3201D8569711}"/>
              </a:ext>
            </a:extLst>
          </p:cNvPr>
          <p:cNvPicPr>
            <a:picLocks noChangeAspect="1"/>
          </p:cNvPicPr>
          <p:nvPr userDrawn="1"/>
        </p:nvPicPr>
        <p:blipFill>
          <a:blip cstate="hqprint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27181" y="6184800"/>
            <a:ext cx="925200" cy="485351"/>
          </a:xfrm>
          <a:prstGeom prst="rect">
            <a:avLst/>
          </a:prstGeom>
        </p:spPr>
      </p:pic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BE8DEE0A-8885-8A93-BA9E-31F3F31BF967}"/>
              </a:ext>
            </a:extLst>
          </p:cNvPr>
          <p:cNvCxnSpPr/>
          <p:nvPr userDrawn="1"/>
        </p:nvCxnSpPr>
        <p:spPr>
          <a:xfrm>
            <a:off x="1519200" y="6278400"/>
            <a:ext cx="0" cy="28080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4E9EF90-76A7-EF76-AD7B-1001EEA785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9588" y="925200"/>
            <a:ext cx="9136062" cy="244800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de-DE"/>
              <a:t>Optionaler Untertitel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0E7F63-FA84-25D5-09EA-029C8D98B55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587" y="1916344"/>
            <a:ext cx="3543902" cy="35406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ED6407B-EAF9-20CD-37E4-D635EDAB488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516" y="1916344"/>
            <a:ext cx="3540624" cy="354062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6A622F5-D174-F2C0-026D-B91490DA86E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166" y="1916344"/>
            <a:ext cx="3540624" cy="3540624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A84D95CF-1282-05AB-5DE9-2323E6B9C71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6020" y="6112179"/>
            <a:ext cx="1050985" cy="630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6930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519">
          <p15:clr>
            <a:srgbClr val="FBAE40"/>
          </p15:clr>
        </p15:guide>
        <p15:guide id="2" pos="4158">
          <p15:clr>
            <a:srgbClr val="FBAE40"/>
          </p15:clr>
        </p15:guide>
        <p15:guide id="3" pos="2559">
          <p15:clr>
            <a:srgbClr val="FBAE40"/>
          </p15:clr>
        </p15:guide>
        <p15:guide id="4" pos="2880">
          <p15:clr>
            <a:srgbClr val="FBAE40"/>
          </p15:clr>
        </p15:guide>
        <p15:guide id="5" pos="4800">
          <p15:clr>
            <a:srgbClr val="FBAE40"/>
          </p15:clr>
        </p15:guide>
        <p15:guide id="6" pos="512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C933E9F-246A-3950-07DD-35A1C54B8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87" y="500444"/>
            <a:ext cx="9136463" cy="4032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noProof="0"/>
              <a:t>Edit </a:t>
            </a:r>
            <a:r>
              <a:rPr lang="en-GB"/>
              <a:t>Headline</a:t>
            </a:r>
            <a:endParaRPr lang="en-GB" noProof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22E2EBD-5537-B338-9CF2-90BF2C079D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8857" y="1671208"/>
            <a:ext cx="10163968" cy="403902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GB" noProof="0"/>
              <a:t>Edit Master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5E98871-4032-17EC-C264-14142C58E0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67482" y="6307118"/>
            <a:ext cx="4114800" cy="252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rgbClr val="5E676C"/>
                </a:solidFill>
              </a:defRPr>
            </a:lvl1pPr>
          </a:lstStyle>
          <a:p>
            <a:r>
              <a:rPr lang="en-GB"/>
              <a:t>Optional: </a:t>
            </a:r>
            <a:r>
              <a:rPr lang="en-US"/>
              <a:t>Department, Clinic, Center, Business Division, </a:t>
            </a:r>
            <a:r>
              <a:rPr lang="en-US" err="1"/>
              <a:t>etc.v</a:t>
            </a:r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C46978B-5C2C-8DFA-E992-1FFC3EBABE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41596" y="6307200"/>
            <a:ext cx="2743200" cy="252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rgbClr val="5E676C"/>
                </a:solidFill>
              </a:defRPr>
            </a:lvl1pPr>
          </a:lstStyle>
          <a:p>
            <a:fld id="{3A9C953F-34B1-4DD2-A3DB-3A35190EAD1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5343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34" r:id="rId2"/>
    <p:sldLayoutId id="2147483708" r:id="rId3"/>
    <p:sldLayoutId id="2147483709" r:id="rId4"/>
    <p:sldLayoutId id="2147483736" r:id="rId5"/>
    <p:sldLayoutId id="2147483710" r:id="rId6"/>
    <p:sldLayoutId id="2147483737" r:id="rId7"/>
    <p:sldLayoutId id="2147483711" r:id="rId8"/>
    <p:sldLayoutId id="2147483712" r:id="rId9"/>
    <p:sldLayoutId id="2147483713" r:id="rId10"/>
    <p:sldLayoutId id="2147483738" r:id="rId11"/>
    <p:sldLayoutId id="2147483739" r:id="rId12"/>
    <p:sldLayoutId id="2147483714" r:id="rId13"/>
    <p:sldLayoutId id="2147483715" r:id="rId14"/>
    <p:sldLayoutId id="2147483716" r:id="rId15"/>
    <p:sldLayoutId id="2147483717" r:id="rId16"/>
    <p:sldLayoutId id="2147483718" r:id="rId17"/>
    <p:sldLayoutId id="2147483719" r:id="rId18"/>
    <p:sldLayoutId id="2147483720" r:id="rId19"/>
    <p:sldLayoutId id="2147483721" r:id="rId20"/>
    <p:sldLayoutId id="2147483722" r:id="rId21"/>
    <p:sldLayoutId id="2147483723" r:id="rId22"/>
    <p:sldLayoutId id="2147483724" r:id="rId23"/>
    <p:sldLayoutId id="2147483725" r:id="rId24"/>
    <p:sldLayoutId id="2147483726" r:id="rId25"/>
    <p:sldLayoutId id="2147483727" r:id="rId26"/>
    <p:sldLayoutId id="2147483728" r:id="rId27"/>
    <p:sldLayoutId id="2147483729" r:id="rId28"/>
    <p:sldLayoutId id="2147483730" r:id="rId29"/>
    <p:sldLayoutId id="2147483731" r:id="rId30"/>
    <p:sldLayoutId id="2147483732" r:id="rId31"/>
    <p:sldLayoutId id="2147483733" r:id="rId32"/>
    <p:sldLayoutId id="2147483740" r:id="rId33"/>
    <p:sldLayoutId id="2147483741" r:id="rId34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spcAft>
          <a:spcPts val="0"/>
        </a:spcAft>
        <a:buNone/>
        <a:defRPr sz="2800" kern="1200">
          <a:solidFill>
            <a:srgbClr val="0D9AA9"/>
          </a:solidFill>
          <a:latin typeface="+mj-lt"/>
          <a:ea typeface="+mj-ea"/>
          <a:cs typeface="+mj-cs"/>
        </a:defRPr>
      </a:lvl1pPr>
    </p:titleStyle>
    <p:bodyStyle>
      <a:lvl1pPr marL="162000" indent="-1620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1600" b="0" kern="1200">
          <a:solidFill>
            <a:srgbClr val="002552"/>
          </a:solidFill>
          <a:latin typeface="+mn-lt"/>
          <a:ea typeface="+mn-ea"/>
          <a:cs typeface="+mn-cs"/>
        </a:defRPr>
      </a:lvl1pPr>
      <a:lvl2pPr marL="583200" indent="-1980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Charité Text Office" pitchFamily="2" charset="0"/>
        <a:buChar char="→"/>
        <a:defRPr sz="1600" kern="1200">
          <a:solidFill>
            <a:srgbClr val="002552"/>
          </a:solidFill>
          <a:latin typeface="+mn-lt"/>
          <a:ea typeface="+mn-ea"/>
          <a:cs typeface="+mn-cs"/>
        </a:defRPr>
      </a:lvl2pPr>
      <a:lvl3pPr marL="583200" indent="-1980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Charité Text Office" pitchFamily="2" charset="0"/>
        <a:buChar char="→"/>
        <a:defRPr sz="1600" kern="1200">
          <a:solidFill>
            <a:srgbClr val="002552"/>
          </a:solidFill>
          <a:latin typeface="+mn-lt"/>
          <a:ea typeface="+mn-ea"/>
          <a:cs typeface="+mn-cs"/>
        </a:defRPr>
      </a:lvl3pPr>
      <a:lvl4pPr marL="583200" indent="-1980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Charité Text Office" pitchFamily="2" charset="0"/>
        <a:buChar char="→"/>
        <a:defRPr sz="1600" kern="1200">
          <a:solidFill>
            <a:srgbClr val="002552"/>
          </a:solidFill>
          <a:latin typeface="+mn-lt"/>
          <a:ea typeface="+mn-ea"/>
          <a:cs typeface="+mn-cs"/>
        </a:defRPr>
      </a:lvl4pPr>
      <a:lvl5pPr marL="583200" indent="-1980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Charité Text Office" pitchFamily="2" charset="0"/>
        <a:buChar char="→"/>
        <a:defRPr sz="1600" kern="1200">
          <a:solidFill>
            <a:srgbClr val="00255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0" pos="320" userDrawn="1">
          <p15:clr>
            <a:srgbClr val="F26B43"/>
          </p15:clr>
        </p15:guide>
        <p15:guide id="21" orient="horz" pos="360" userDrawn="1">
          <p15:clr>
            <a:srgbClr val="F26B43"/>
          </p15:clr>
        </p15:guide>
        <p15:guide id="22" pos="641" userDrawn="1">
          <p15:clr>
            <a:srgbClr val="F26B43"/>
          </p15:clr>
        </p15:guide>
        <p15:guide id="23" pos="7038" userDrawn="1">
          <p15:clr>
            <a:srgbClr val="F26B43"/>
          </p15:clr>
        </p15:guide>
        <p15:guide id="24" orient="horz" pos="3597" userDrawn="1">
          <p15:clr>
            <a:srgbClr val="F26B43"/>
          </p15:clr>
        </p15:guide>
        <p15:guide id="25" orient="horz" pos="10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16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16.sv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3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3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0.svg"/><Relationship Id="rId18" Type="http://schemas.openxmlformats.org/officeDocument/2006/relationships/image" Target="../media/image35.svg"/><Relationship Id="rId26" Type="http://schemas.openxmlformats.org/officeDocument/2006/relationships/image" Target="../media/image43.svg"/><Relationship Id="rId39" Type="http://schemas.openxmlformats.org/officeDocument/2006/relationships/image" Target="../media/image56.svg"/><Relationship Id="rId21" Type="http://schemas.openxmlformats.org/officeDocument/2006/relationships/image" Target="../media/image38.svg"/><Relationship Id="rId34" Type="http://schemas.openxmlformats.org/officeDocument/2006/relationships/image" Target="../media/image51.svg"/><Relationship Id="rId42" Type="http://schemas.openxmlformats.org/officeDocument/2006/relationships/image" Target="../media/image59.svg"/><Relationship Id="rId47" Type="http://schemas.openxmlformats.org/officeDocument/2006/relationships/image" Target="../media/image64.svg"/><Relationship Id="rId50" Type="http://schemas.openxmlformats.org/officeDocument/2006/relationships/image" Target="../media/image67.svg"/><Relationship Id="rId55" Type="http://schemas.openxmlformats.org/officeDocument/2006/relationships/image" Target="../media/image72.svg"/><Relationship Id="rId7" Type="http://schemas.openxmlformats.org/officeDocument/2006/relationships/image" Target="../media/image24.svg"/><Relationship Id="rId2" Type="http://schemas.openxmlformats.org/officeDocument/2006/relationships/image" Target="../media/image19.svg"/><Relationship Id="rId16" Type="http://schemas.openxmlformats.org/officeDocument/2006/relationships/image" Target="../media/image33.svg"/><Relationship Id="rId29" Type="http://schemas.openxmlformats.org/officeDocument/2006/relationships/image" Target="../media/image46.svg"/><Relationship Id="rId11" Type="http://schemas.openxmlformats.org/officeDocument/2006/relationships/image" Target="../media/image28.svg"/><Relationship Id="rId24" Type="http://schemas.openxmlformats.org/officeDocument/2006/relationships/image" Target="../media/image41.svg"/><Relationship Id="rId32" Type="http://schemas.openxmlformats.org/officeDocument/2006/relationships/image" Target="../media/image49.svg"/><Relationship Id="rId37" Type="http://schemas.openxmlformats.org/officeDocument/2006/relationships/image" Target="../media/image54.svg"/><Relationship Id="rId40" Type="http://schemas.openxmlformats.org/officeDocument/2006/relationships/image" Target="../media/image57.svg"/><Relationship Id="rId45" Type="http://schemas.openxmlformats.org/officeDocument/2006/relationships/image" Target="../media/image62.svg"/><Relationship Id="rId53" Type="http://schemas.openxmlformats.org/officeDocument/2006/relationships/image" Target="../media/image70.svg"/><Relationship Id="rId58" Type="http://schemas.openxmlformats.org/officeDocument/2006/relationships/image" Target="../media/image75.svg"/><Relationship Id="rId5" Type="http://schemas.openxmlformats.org/officeDocument/2006/relationships/image" Target="../media/image22.svg"/><Relationship Id="rId61" Type="http://schemas.openxmlformats.org/officeDocument/2006/relationships/hyperlink" Target="https://fonts.google.com/icons?selected=Material+Symbols+Outlined:clinical_notes:FILL@0;wght@100;GRAD@0;opsz@40&amp;icon.query=medical" TargetMode="External"/><Relationship Id="rId19" Type="http://schemas.openxmlformats.org/officeDocument/2006/relationships/image" Target="../media/image36.svg"/><Relationship Id="rId14" Type="http://schemas.openxmlformats.org/officeDocument/2006/relationships/image" Target="../media/image31.svg"/><Relationship Id="rId22" Type="http://schemas.openxmlformats.org/officeDocument/2006/relationships/image" Target="../media/image39.svg"/><Relationship Id="rId27" Type="http://schemas.openxmlformats.org/officeDocument/2006/relationships/image" Target="../media/image44.svg"/><Relationship Id="rId30" Type="http://schemas.openxmlformats.org/officeDocument/2006/relationships/image" Target="../media/image47.svg"/><Relationship Id="rId35" Type="http://schemas.openxmlformats.org/officeDocument/2006/relationships/image" Target="../media/image52.svg"/><Relationship Id="rId43" Type="http://schemas.openxmlformats.org/officeDocument/2006/relationships/image" Target="../media/image60.svg"/><Relationship Id="rId48" Type="http://schemas.openxmlformats.org/officeDocument/2006/relationships/image" Target="../media/image65.svg"/><Relationship Id="rId56" Type="http://schemas.openxmlformats.org/officeDocument/2006/relationships/image" Target="../media/image73.svg"/><Relationship Id="rId8" Type="http://schemas.openxmlformats.org/officeDocument/2006/relationships/image" Target="../media/image25.svg"/><Relationship Id="rId51" Type="http://schemas.openxmlformats.org/officeDocument/2006/relationships/image" Target="../media/image68.svg"/><Relationship Id="rId3" Type="http://schemas.openxmlformats.org/officeDocument/2006/relationships/image" Target="../media/image20.svg"/><Relationship Id="rId12" Type="http://schemas.openxmlformats.org/officeDocument/2006/relationships/image" Target="../media/image29.svg"/><Relationship Id="rId17" Type="http://schemas.openxmlformats.org/officeDocument/2006/relationships/image" Target="../media/image34.svg"/><Relationship Id="rId25" Type="http://schemas.openxmlformats.org/officeDocument/2006/relationships/image" Target="../media/image42.svg"/><Relationship Id="rId33" Type="http://schemas.openxmlformats.org/officeDocument/2006/relationships/image" Target="../media/image50.svg"/><Relationship Id="rId38" Type="http://schemas.openxmlformats.org/officeDocument/2006/relationships/image" Target="../media/image55.svg"/><Relationship Id="rId46" Type="http://schemas.openxmlformats.org/officeDocument/2006/relationships/image" Target="../media/image63.svg"/><Relationship Id="rId59" Type="http://schemas.openxmlformats.org/officeDocument/2006/relationships/image" Target="../media/image76.svg"/><Relationship Id="rId20" Type="http://schemas.openxmlformats.org/officeDocument/2006/relationships/image" Target="../media/image37.svg"/><Relationship Id="rId41" Type="http://schemas.openxmlformats.org/officeDocument/2006/relationships/image" Target="../media/image58.svg"/><Relationship Id="rId54" Type="http://schemas.openxmlformats.org/officeDocument/2006/relationships/image" Target="../media/image71.svg"/><Relationship Id="rId62" Type="http://schemas.openxmlformats.org/officeDocument/2006/relationships/image" Target="../media/image78.svg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23.svg"/><Relationship Id="rId15" Type="http://schemas.openxmlformats.org/officeDocument/2006/relationships/image" Target="../media/image32.svg"/><Relationship Id="rId23" Type="http://schemas.openxmlformats.org/officeDocument/2006/relationships/image" Target="../media/image40.svg"/><Relationship Id="rId28" Type="http://schemas.openxmlformats.org/officeDocument/2006/relationships/image" Target="../media/image45.svg"/><Relationship Id="rId36" Type="http://schemas.openxmlformats.org/officeDocument/2006/relationships/image" Target="../media/image53.svg"/><Relationship Id="rId49" Type="http://schemas.openxmlformats.org/officeDocument/2006/relationships/image" Target="../media/image66.svg"/><Relationship Id="rId57" Type="http://schemas.openxmlformats.org/officeDocument/2006/relationships/image" Target="../media/image74.svg"/><Relationship Id="rId10" Type="http://schemas.openxmlformats.org/officeDocument/2006/relationships/image" Target="../media/image27.svg"/><Relationship Id="rId31" Type="http://schemas.openxmlformats.org/officeDocument/2006/relationships/image" Target="../media/image48.svg"/><Relationship Id="rId44" Type="http://schemas.openxmlformats.org/officeDocument/2006/relationships/image" Target="../media/image61.svg"/><Relationship Id="rId52" Type="http://schemas.openxmlformats.org/officeDocument/2006/relationships/image" Target="../media/image69.svg"/><Relationship Id="rId60" Type="http://schemas.openxmlformats.org/officeDocument/2006/relationships/image" Target="../media/image77.svg"/><Relationship Id="rId4" Type="http://schemas.openxmlformats.org/officeDocument/2006/relationships/image" Target="../media/image21.svg"/><Relationship Id="rId9" Type="http://schemas.openxmlformats.org/officeDocument/2006/relationships/image" Target="../media/image26.svg"/></Relationships>
</file>

<file path=ppt/slides/_rels/slide3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0.svg"/><Relationship Id="rId18" Type="http://schemas.openxmlformats.org/officeDocument/2006/relationships/image" Target="../media/image95.svg"/><Relationship Id="rId26" Type="http://schemas.openxmlformats.org/officeDocument/2006/relationships/image" Target="../media/image103.svg"/><Relationship Id="rId39" Type="http://schemas.openxmlformats.org/officeDocument/2006/relationships/image" Target="../media/image116.svg"/><Relationship Id="rId21" Type="http://schemas.openxmlformats.org/officeDocument/2006/relationships/image" Target="../media/image98.svg"/><Relationship Id="rId34" Type="http://schemas.openxmlformats.org/officeDocument/2006/relationships/image" Target="../media/image111.svg"/><Relationship Id="rId42" Type="http://schemas.openxmlformats.org/officeDocument/2006/relationships/image" Target="../media/image119.svg"/><Relationship Id="rId47" Type="http://schemas.openxmlformats.org/officeDocument/2006/relationships/image" Target="../media/image123.svg"/><Relationship Id="rId50" Type="http://schemas.openxmlformats.org/officeDocument/2006/relationships/image" Target="../media/image126.svg"/><Relationship Id="rId55" Type="http://schemas.openxmlformats.org/officeDocument/2006/relationships/hyperlink" Target="https://fonts.google.com/icons?selected=Material+Symbols+Outlined:clinical_notes:FILL@0;wght@100;GRAD@0;opsz@40&amp;icon.query=medical" TargetMode="External"/><Relationship Id="rId7" Type="http://schemas.openxmlformats.org/officeDocument/2006/relationships/image" Target="../media/image84.svg"/><Relationship Id="rId2" Type="http://schemas.openxmlformats.org/officeDocument/2006/relationships/image" Target="../media/image79.svg"/><Relationship Id="rId16" Type="http://schemas.openxmlformats.org/officeDocument/2006/relationships/image" Target="../media/image93.svg"/><Relationship Id="rId29" Type="http://schemas.openxmlformats.org/officeDocument/2006/relationships/image" Target="../media/image106.svg"/><Relationship Id="rId11" Type="http://schemas.openxmlformats.org/officeDocument/2006/relationships/image" Target="../media/image88.svg"/><Relationship Id="rId24" Type="http://schemas.openxmlformats.org/officeDocument/2006/relationships/image" Target="../media/image101.svg"/><Relationship Id="rId32" Type="http://schemas.openxmlformats.org/officeDocument/2006/relationships/image" Target="../media/image109.svg"/><Relationship Id="rId37" Type="http://schemas.openxmlformats.org/officeDocument/2006/relationships/image" Target="../media/image114.svg"/><Relationship Id="rId40" Type="http://schemas.openxmlformats.org/officeDocument/2006/relationships/image" Target="../media/image117.svg"/><Relationship Id="rId45" Type="http://schemas.openxmlformats.org/officeDocument/2006/relationships/image" Target="../media/image46.svg"/><Relationship Id="rId53" Type="http://schemas.openxmlformats.org/officeDocument/2006/relationships/image" Target="../media/image129.svg"/><Relationship Id="rId5" Type="http://schemas.openxmlformats.org/officeDocument/2006/relationships/image" Target="../media/image82.svg"/><Relationship Id="rId10" Type="http://schemas.openxmlformats.org/officeDocument/2006/relationships/image" Target="../media/image87.svg"/><Relationship Id="rId19" Type="http://schemas.openxmlformats.org/officeDocument/2006/relationships/image" Target="../media/image96.svg"/><Relationship Id="rId31" Type="http://schemas.openxmlformats.org/officeDocument/2006/relationships/image" Target="../media/image108.svg"/><Relationship Id="rId44" Type="http://schemas.openxmlformats.org/officeDocument/2006/relationships/image" Target="../media/image121.svg"/><Relationship Id="rId52" Type="http://schemas.openxmlformats.org/officeDocument/2006/relationships/image" Target="../media/image128.svg"/><Relationship Id="rId4" Type="http://schemas.openxmlformats.org/officeDocument/2006/relationships/image" Target="../media/image81.svg"/><Relationship Id="rId9" Type="http://schemas.openxmlformats.org/officeDocument/2006/relationships/image" Target="../media/image86.svg"/><Relationship Id="rId14" Type="http://schemas.openxmlformats.org/officeDocument/2006/relationships/image" Target="../media/image91.svg"/><Relationship Id="rId22" Type="http://schemas.openxmlformats.org/officeDocument/2006/relationships/image" Target="../media/image99.svg"/><Relationship Id="rId27" Type="http://schemas.openxmlformats.org/officeDocument/2006/relationships/image" Target="../media/image104.svg"/><Relationship Id="rId30" Type="http://schemas.openxmlformats.org/officeDocument/2006/relationships/image" Target="../media/image107.svg"/><Relationship Id="rId35" Type="http://schemas.openxmlformats.org/officeDocument/2006/relationships/image" Target="../media/image112.svg"/><Relationship Id="rId43" Type="http://schemas.openxmlformats.org/officeDocument/2006/relationships/image" Target="../media/image120.svg"/><Relationship Id="rId48" Type="http://schemas.openxmlformats.org/officeDocument/2006/relationships/image" Target="../media/image124.svg"/><Relationship Id="rId56" Type="http://schemas.openxmlformats.org/officeDocument/2006/relationships/image" Target="../media/image78.svg"/><Relationship Id="rId8" Type="http://schemas.openxmlformats.org/officeDocument/2006/relationships/image" Target="../media/image85.svg"/><Relationship Id="rId51" Type="http://schemas.openxmlformats.org/officeDocument/2006/relationships/image" Target="../media/image127.svg"/><Relationship Id="rId3" Type="http://schemas.openxmlformats.org/officeDocument/2006/relationships/image" Target="../media/image80.svg"/><Relationship Id="rId12" Type="http://schemas.openxmlformats.org/officeDocument/2006/relationships/image" Target="../media/image89.svg"/><Relationship Id="rId17" Type="http://schemas.openxmlformats.org/officeDocument/2006/relationships/image" Target="../media/image94.svg"/><Relationship Id="rId25" Type="http://schemas.openxmlformats.org/officeDocument/2006/relationships/image" Target="../media/image102.svg"/><Relationship Id="rId33" Type="http://schemas.openxmlformats.org/officeDocument/2006/relationships/image" Target="../media/image110.svg"/><Relationship Id="rId38" Type="http://schemas.openxmlformats.org/officeDocument/2006/relationships/image" Target="../media/image115.svg"/><Relationship Id="rId46" Type="http://schemas.openxmlformats.org/officeDocument/2006/relationships/image" Target="../media/image122.svg"/><Relationship Id="rId20" Type="http://schemas.openxmlformats.org/officeDocument/2006/relationships/image" Target="../media/image97.svg"/><Relationship Id="rId41" Type="http://schemas.openxmlformats.org/officeDocument/2006/relationships/image" Target="../media/image118.svg"/><Relationship Id="rId54" Type="http://schemas.openxmlformats.org/officeDocument/2006/relationships/image" Target="../media/image130.svg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83.svg"/><Relationship Id="rId15" Type="http://schemas.openxmlformats.org/officeDocument/2006/relationships/image" Target="../media/image92.svg"/><Relationship Id="rId23" Type="http://schemas.openxmlformats.org/officeDocument/2006/relationships/image" Target="../media/image100.svg"/><Relationship Id="rId28" Type="http://schemas.openxmlformats.org/officeDocument/2006/relationships/image" Target="../media/image105.svg"/><Relationship Id="rId36" Type="http://schemas.openxmlformats.org/officeDocument/2006/relationships/image" Target="../media/image113.svg"/><Relationship Id="rId49" Type="http://schemas.openxmlformats.org/officeDocument/2006/relationships/image" Target="../media/image125.sv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6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" Type="http://schemas.openxmlformats.org/officeDocument/2006/relationships/tags" Target="../tags/tag3.xml"/><Relationship Id="rId21" Type="http://schemas.openxmlformats.org/officeDocument/2006/relationships/tags" Target="../tags/tag21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29" Type="http://schemas.openxmlformats.org/officeDocument/2006/relationships/image" Target="../media/image131.emf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chart" Target="../charts/chart3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slideLayout" Target="../slideLayouts/slideLayout3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BAEB2C-C032-334B-EF38-B2F676F99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7481" y="572187"/>
            <a:ext cx="4558049" cy="5713413"/>
          </a:xfrm>
        </p:spPr>
        <p:txBody>
          <a:bodyPr/>
          <a:lstStyle/>
          <a:p>
            <a:r>
              <a:rPr lang="en-US"/>
              <a:t>Presentation title</a:t>
            </a:r>
            <a:br>
              <a:rPr lang="en-US"/>
            </a:br>
            <a:br>
              <a:rPr kumimoji="0" lang="en-US" sz="900" b="0" i="0" u="none" strike="noStrike" kern="1200" cap="none" spc="0" normalizeH="0" baseline="0">
                <a:ln>
                  <a:noFill/>
                </a:ln>
                <a:effectLst/>
                <a:uLnTx/>
                <a:uFillTx/>
                <a:latin typeface="Charité Headline Office"/>
                <a:ea typeface="+mj-ea"/>
                <a:cs typeface="+mj-cs"/>
              </a:rPr>
            </a:br>
            <a:r>
              <a:rPr kumimoji="0" lang="en-US" sz="1600" b="0" i="0" u="none" strike="noStrike" kern="1200" cap="none" spc="0" normalizeH="0" baseline="0">
                <a:ln>
                  <a:noFill/>
                </a:ln>
                <a:effectLst/>
                <a:uLnTx/>
                <a:uFillTx/>
                <a:latin typeface="Charité Text Office"/>
                <a:ea typeface="+mj-ea"/>
                <a:cs typeface="+mj-cs"/>
              </a:rPr>
              <a:t>First Name Last Name | Month X, 20XX | Location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364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513CE2-1D07-57AF-6B01-6FD15E427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GB" sz="3400" b="0" i="0" u="none" strike="noStrike" kern="1200" cap="none" spc="0" normalizeH="0" baseline="0">
                <a:ln>
                  <a:noFill/>
                </a:ln>
                <a:effectLst/>
                <a:uLnTx/>
                <a:uFillTx/>
                <a:latin typeface="Charité Headline Office"/>
                <a:ea typeface="+mj-ea"/>
                <a:cs typeface="+mj-cs"/>
              </a:rPr>
              <a:t>Presentation title</a:t>
            </a:r>
            <a:br>
              <a:rPr kumimoji="0" lang="en-GB" sz="3400" b="0" i="0" u="none" strike="noStrike" kern="1200" cap="none" spc="0" normalizeH="0" baseline="0">
                <a:ln>
                  <a:noFill/>
                </a:ln>
                <a:effectLst/>
                <a:uLnTx/>
                <a:uFillTx/>
                <a:latin typeface="Charité Headline Office"/>
                <a:ea typeface="+mj-ea"/>
                <a:cs typeface="+mj-cs"/>
              </a:rPr>
            </a:br>
            <a:r>
              <a:rPr kumimoji="0" lang="en-GB" sz="1600" b="0" i="0" u="none" strike="noStrike" kern="1200" cap="none" spc="0" normalizeH="0" baseline="0">
                <a:ln>
                  <a:noFill/>
                </a:ln>
                <a:effectLst/>
                <a:uLnTx/>
                <a:uFillTx/>
                <a:latin typeface="Charité Text Office"/>
                <a:ea typeface="+mj-ea"/>
                <a:cs typeface="+mj-cs"/>
              </a:rPr>
              <a:t>First Name </a:t>
            </a:r>
            <a:r>
              <a:rPr kumimoji="0" lang="en-US" sz="1600" b="0" i="0" u="none" strike="noStrike" kern="1200" cap="none" spc="0" normalizeH="0" baseline="0">
                <a:ln>
                  <a:noFill/>
                </a:ln>
                <a:effectLst/>
                <a:uLnTx/>
                <a:uFillTx/>
                <a:latin typeface="Charité Text Office"/>
                <a:ea typeface="+mj-ea"/>
                <a:cs typeface="+mj-cs"/>
              </a:rPr>
              <a:t>Last Name | Month X, 20XX | Location</a:t>
            </a:r>
            <a:endParaRPr lang="en-GB" sz="160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3403163-26E1-B6C8-B32B-9909CF94713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58275" y="3431817"/>
            <a:ext cx="997200" cy="391628"/>
          </a:xfrm>
        </p:spPr>
        <p:txBody>
          <a:bodyPr/>
          <a:lstStyle/>
          <a:p>
            <a:r>
              <a:rPr lang="en-GB"/>
              <a:t>Category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CF269C9-A20B-19CE-52ED-5E697025A78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1255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0C500E89-6D55-A212-CD70-01AA1D7AA91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507EB78-7779-3372-01E6-5094B8D16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Presentation title</a:t>
            </a:r>
            <a:br>
              <a:rPr lang="en-GB"/>
            </a:br>
            <a:r>
              <a:rPr lang="en-GB" sz="1600">
                <a:latin typeface="+mn-lt"/>
              </a:rPr>
              <a:t>First Name </a:t>
            </a:r>
            <a:r>
              <a:rPr kumimoji="0" lang="en-US" sz="1600" b="0" i="0" u="none" strike="noStrike" kern="1200" cap="none" spc="0" normalizeH="0" baseline="0">
                <a:ln>
                  <a:noFill/>
                </a:ln>
                <a:effectLst/>
                <a:uLnTx/>
                <a:uFillTx/>
                <a:latin typeface="Charité Text Office"/>
                <a:ea typeface="+mj-ea"/>
                <a:cs typeface="+mj-cs"/>
              </a:rPr>
              <a:t>Last Name | </a:t>
            </a:r>
            <a:br>
              <a:rPr kumimoji="0" lang="en-US" sz="1600" b="0" i="0" u="none" strike="noStrike" kern="1200" cap="none" spc="0" normalizeH="0" baseline="0">
                <a:ln>
                  <a:noFill/>
                </a:ln>
                <a:effectLst/>
                <a:uLnTx/>
                <a:uFillTx/>
                <a:latin typeface="Charité Text Office"/>
                <a:ea typeface="+mj-ea"/>
                <a:cs typeface="+mj-cs"/>
              </a:rPr>
            </a:br>
            <a:r>
              <a:rPr kumimoji="0" lang="en-US" sz="1600" b="0" i="0" u="none" strike="noStrike" kern="1200" cap="none" spc="0" normalizeH="0" baseline="0">
                <a:ln>
                  <a:noFill/>
                </a:ln>
                <a:effectLst/>
                <a:uLnTx/>
                <a:uFillTx/>
                <a:latin typeface="Charité Text Office"/>
                <a:ea typeface="+mj-ea"/>
                <a:cs typeface="+mj-cs"/>
              </a:rPr>
              <a:t>Month X, 20XX | Location</a:t>
            </a:r>
            <a:endParaRPr lang="ru-RU" sz="160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059F6E-AA79-B737-F43E-0B9E4C0A88C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58275" y="3431817"/>
            <a:ext cx="995566" cy="391628"/>
          </a:xfrm>
        </p:spPr>
        <p:txBody>
          <a:bodyPr/>
          <a:lstStyle/>
          <a:p>
            <a:r>
              <a:rPr lang="en-GB"/>
              <a:t>Category</a:t>
            </a:r>
          </a:p>
        </p:txBody>
      </p:sp>
    </p:spTree>
    <p:extLst>
      <p:ext uri="{BB962C8B-B14F-4D97-AF65-F5344CB8AC3E}">
        <p14:creationId xmlns:p14="http://schemas.microsoft.com/office/powerpoint/2010/main" val="673807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DC1DFB0F-12A7-EF6C-46D4-5142DD2A7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Presentation title</a:t>
            </a:r>
            <a:br>
              <a:rPr lang="en-GB"/>
            </a:br>
            <a:br>
              <a:rPr kumimoji="0" lang="en-GB" sz="9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harité Headline Office"/>
                <a:ea typeface="+mj-ea"/>
                <a:cs typeface="+mj-cs"/>
              </a:rPr>
            </a:b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harité Text Office"/>
                <a:ea typeface="+mj-ea"/>
                <a:cs typeface="+mj-cs"/>
              </a:rPr>
              <a:t>First Name </a:t>
            </a:r>
            <a:r>
              <a:rPr kumimoji="0" lang="en-US" sz="1600" b="0" i="0" u="none" strike="noStrike" kern="1200" cap="none" spc="0" normalizeH="0" baseline="0">
                <a:ln>
                  <a:noFill/>
                </a:ln>
                <a:effectLst/>
                <a:uLnTx/>
                <a:uFillTx/>
                <a:latin typeface="Charité Text Office"/>
                <a:ea typeface="+mj-ea"/>
                <a:cs typeface="+mj-cs"/>
              </a:rPr>
              <a:t>Last Name | </a:t>
            </a:r>
            <a:br>
              <a:rPr kumimoji="0" lang="en-US" sz="1600" b="0" i="0" u="none" strike="noStrike" kern="1200" cap="none" spc="0" normalizeH="0" baseline="0">
                <a:ln>
                  <a:noFill/>
                </a:ln>
                <a:effectLst/>
                <a:uLnTx/>
                <a:uFillTx/>
                <a:latin typeface="Charité Text Office"/>
                <a:ea typeface="+mj-ea"/>
                <a:cs typeface="+mj-cs"/>
              </a:rPr>
            </a:br>
            <a:r>
              <a:rPr kumimoji="0" lang="en-US" sz="1600" b="0" i="0" u="none" strike="noStrike" kern="1200" cap="none" spc="0" normalizeH="0" baseline="0">
                <a:ln>
                  <a:noFill/>
                </a:ln>
                <a:effectLst/>
                <a:uLnTx/>
                <a:uFillTx/>
                <a:latin typeface="Charité Text Office"/>
                <a:ea typeface="+mj-ea"/>
                <a:cs typeface="+mj-cs"/>
              </a:rPr>
              <a:t>Month X, 20XX | </a:t>
            </a:r>
            <a:r>
              <a:rPr lang="en-US" sz="1600">
                <a:latin typeface="Charité Text Office"/>
              </a:rPr>
              <a:t>L</a:t>
            </a:r>
            <a:r>
              <a:rPr kumimoji="0" lang="en-US" sz="1600" b="0" i="0" u="none" strike="noStrike" kern="1200" cap="none" spc="0" normalizeH="0" baseline="0">
                <a:ln>
                  <a:noFill/>
                </a:ln>
                <a:effectLst/>
                <a:uLnTx/>
                <a:uFillTx/>
                <a:latin typeface="Charité Text Office"/>
                <a:ea typeface="+mj-ea"/>
                <a:cs typeface="+mj-cs"/>
              </a:rPr>
              <a:t>ocation</a:t>
            </a:r>
            <a:endParaRPr lang="en-GB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A602C84-1B8E-9C96-95F4-62EC8153E0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2014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F4CEB-40F3-07AA-A111-B18E3174C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8063" y="571500"/>
            <a:ext cx="2192337" cy="5713412"/>
          </a:xfrm>
        </p:spPr>
        <p:txBody>
          <a:bodyPr/>
          <a:lstStyle/>
          <a:p>
            <a:r>
              <a:rPr lang="en-GB"/>
              <a:t>Presentation title</a:t>
            </a:r>
            <a:br>
              <a:rPr lang="hy-AM"/>
            </a:br>
            <a:br>
              <a:rPr kumimoji="0" lang="en-GB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harité Headline Office"/>
                <a:ea typeface="+mj-ea"/>
                <a:cs typeface="+mj-cs"/>
              </a:rPr>
            </a:b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harité Text Office"/>
                <a:ea typeface="+mj-ea"/>
                <a:cs typeface="+mj-cs"/>
              </a:rPr>
              <a:t>First Name </a:t>
            </a:r>
            <a:r>
              <a:rPr kumimoji="0" lang="en-US" sz="1600" b="0" i="0" u="none" strike="noStrike" kern="1200" cap="none" spc="0" normalizeH="0" baseline="0">
                <a:ln>
                  <a:noFill/>
                </a:ln>
                <a:effectLst/>
                <a:uLnTx/>
                <a:uFillTx/>
                <a:latin typeface="Charité Text Office"/>
                <a:ea typeface="+mj-ea"/>
                <a:cs typeface="+mj-cs"/>
              </a:rPr>
              <a:t>Last Name | </a:t>
            </a:r>
            <a:br>
              <a:rPr kumimoji="0" lang="en-US" sz="1600" b="0" i="0" u="none" strike="noStrike" kern="1200" cap="none" spc="0" normalizeH="0" baseline="0">
                <a:ln>
                  <a:noFill/>
                </a:ln>
                <a:effectLst/>
                <a:uLnTx/>
                <a:uFillTx/>
                <a:latin typeface="Charité Text Office"/>
                <a:ea typeface="+mj-ea"/>
                <a:cs typeface="+mj-cs"/>
              </a:rPr>
            </a:br>
            <a:r>
              <a:rPr kumimoji="0" lang="en-US" sz="1600" b="0" i="0" u="none" strike="noStrike" kern="1200" cap="none" spc="0" normalizeH="0" baseline="0">
                <a:ln>
                  <a:noFill/>
                </a:ln>
                <a:effectLst/>
                <a:uLnTx/>
                <a:uFillTx/>
                <a:latin typeface="Charité Text Office"/>
                <a:ea typeface="+mj-ea"/>
                <a:cs typeface="+mj-cs"/>
              </a:rPr>
              <a:t>Month X, 20XX | </a:t>
            </a:r>
            <a:r>
              <a:rPr lang="en-US" sz="1600">
                <a:latin typeface="Charité Text Office"/>
              </a:rPr>
              <a:t>L</a:t>
            </a:r>
            <a:r>
              <a:rPr kumimoji="0" lang="en-US" sz="1600" b="0" i="0" u="none" strike="noStrike" kern="1200" cap="none" spc="0" normalizeH="0" baseline="0">
                <a:ln>
                  <a:noFill/>
                </a:ln>
                <a:effectLst/>
                <a:uLnTx/>
                <a:uFillTx/>
                <a:latin typeface="Charité Text Office"/>
                <a:ea typeface="+mj-ea"/>
                <a:cs typeface="+mj-cs"/>
              </a:rPr>
              <a:t>ocation</a:t>
            </a:r>
            <a:endParaRPr lang="ru-RU" sz="160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EC8089-1ED1-C0DB-84CC-CF01ED9A75C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1360AF-AB13-EA2A-7F4D-FE6349714D21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08000" y="3998912"/>
            <a:ext cx="2034000" cy="2286000"/>
          </a:xfrm>
        </p:spPr>
        <p:txBody>
          <a:bodyPr/>
          <a:lstStyle/>
          <a:p>
            <a:r>
              <a:rPr lang="en-US"/>
              <a:t>Optional: Department, Clinic, Center, Business Division, etc.</a:t>
            </a:r>
          </a:p>
        </p:txBody>
      </p:sp>
    </p:spTree>
    <p:extLst>
      <p:ext uri="{BB962C8B-B14F-4D97-AF65-F5344CB8AC3E}">
        <p14:creationId xmlns:p14="http://schemas.microsoft.com/office/powerpoint/2010/main" val="3248046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FC51F0-7149-F157-E3D7-D0DEFF4B2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Agenda/Contents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18F434B-88D4-3DAD-A8E7-BD58F3C078B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/>
              <a:t>Section</a:t>
            </a:r>
          </a:p>
          <a:p>
            <a:r>
              <a:rPr lang="en-GB"/>
              <a:t>Section</a:t>
            </a:r>
          </a:p>
          <a:p>
            <a:r>
              <a:rPr lang="en-GB"/>
              <a:t>Section</a:t>
            </a:r>
          </a:p>
          <a:p>
            <a:r>
              <a:rPr lang="en-GB"/>
              <a:t>Section</a:t>
            </a:r>
          </a:p>
          <a:p>
            <a:r>
              <a:rPr lang="en-GB"/>
              <a:t>Section</a:t>
            </a:r>
          </a:p>
          <a:p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644105D9-9053-13EE-5CF0-6661D87334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Optional: </a:t>
            </a:r>
            <a:r>
              <a:rPr lang="en-US"/>
              <a:t>Department, Clinic, Center, Business Division, etc.</a:t>
            </a:r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ECFB932-3B0D-CB8D-21F0-3EB0E5F452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9470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311E3B-57B9-98B2-F65E-2588FFEBD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Headline/title of a section or passage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4E0F57B-7AC7-3777-B46F-828BCF07851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/>
              <a:t>1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651740-33FE-2D60-1031-FCC1FF03859D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1767482" y="6307118"/>
            <a:ext cx="4114800" cy="252000"/>
          </a:xfrm>
        </p:spPr>
        <p:txBody>
          <a:bodyPr/>
          <a:lstStyle/>
          <a:p>
            <a:r>
              <a:rPr lang="en-GB"/>
              <a:t>Optional: </a:t>
            </a:r>
            <a:r>
              <a:rPr lang="en-US"/>
              <a:t>Department, Clinic, Center, Business Division, etc.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EB2CC2-60AA-8926-7D99-0AA052046C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724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2744CEEA-311B-5722-7986-1CB854176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813" y="3105150"/>
            <a:ext cx="5063738" cy="2770188"/>
          </a:xfrm>
        </p:spPr>
        <p:txBody>
          <a:bodyPr/>
          <a:lstStyle/>
          <a:p>
            <a:r>
              <a:rPr lang="en-GB"/>
              <a:t>Headline/title of a section or passage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73AE0B-423E-DC9D-5ECF-AB6A748D29C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EBD9185-D089-C240-5ABC-CCAF04BF345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</p:sp>
    </p:spTree>
    <p:extLst>
      <p:ext uri="{BB962C8B-B14F-4D97-AF65-F5344CB8AC3E}">
        <p14:creationId xmlns:p14="http://schemas.microsoft.com/office/powerpoint/2010/main" val="2868803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930DB-AD76-9DCB-9724-B150AE4D0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Headline/title of a section or passage</a:t>
            </a:r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B3DEC6-3F92-4222-0910-11BCC1289D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en-GB" noProof="0" smtClean="0"/>
              <a:pPr/>
              <a:t>9</a:t>
            </a:fld>
            <a:endParaRPr lang="en-GB" noProof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B93D8E-815C-4D50-9367-6FBDBC5BA47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hy-AM"/>
              <a:t>1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10522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E81CAA9A-F148-73B4-FF8E-EBB284C2F82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CF5A49C-4098-C4F4-27A0-059A006ED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88" y="3114675"/>
            <a:ext cx="5063738" cy="3170238"/>
          </a:xfrm>
        </p:spPr>
        <p:txBody>
          <a:bodyPr/>
          <a:lstStyle/>
          <a:p>
            <a:r>
              <a:rPr lang="en-GB"/>
              <a:t>Headline/title of a section or passage</a:t>
            </a:r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80912D-05C3-2F05-0152-64C29B5F69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en-GB" noProof="0" smtClean="0"/>
              <a:pPr/>
              <a:t>10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29031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588CE4-8916-B9FA-97A6-7B05901DB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Headline/title of a passage or section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F8900A6-9519-FF59-EFF7-4A1CEC05C8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501537-6999-DB77-F218-28EC97ED5A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en-GB" smtClean="0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99202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3F5F21AC-BD91-5BC1-7F01-8791466E8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87" y="3086100"/>
            <a:ext cx="4814888" cy="3199500"/>
          </a:xfrm>
        </p:spPr>
        <p:txBody>
          <a:bodyPr/>
          <a:lstStyle/>
          <a:p>
            <a:r>
              <a:rPr lang="en-GB"/>
              <a:t>Headline/title of a section or passage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571638-641C-EC16-34E1-A3385F40C4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en-GB" smtClean="0"/>
              <a:pPr/>
              <a:t>12</a:t>
            </a:fld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F2A5FF6-37AF-D934-77CB-286531B14EB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</p:sp>
    </p:spTree>
    <p:extLst>
      <p:ext uri="{BB962C8B-B14F-4D97-AF65-F5344CB8AC3E}">
        <p14:creationId xmlns:p14="http://schemas.microsoft.com/office/powerpoint/2010/main" val="12022733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A2CF9E7C-F97B-9007-3352-44FD367BD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Headline of a plain text slide</a:t>
            </a:r>
            <a:br>
              <a:rPr lang="en-GB"/>
            </a:br>
            <a:endParaRPr lang="en-GB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44294688-FB15-94A7-EEFC-C89A1DBE79B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014600" y="1719436"/>
            <a:ext cx="10162800" cy="4039200"/>
          </a:xfrm>
        </p:spPr>
        <p:txBody>
          <a:bodyPr/>
          <a:lstStyle/>
          <a:p>
            <a:r>
              <a:rPr lang="en-US" b="1" err="1"/>
              <a:t>Bulletpoint</a:t>
            </a:r>
            <a:r>
              <a:rPr lang="en-US" b="1"/>
              <a:t>. </a:t>
            </a:r>
            <a:r>
              <a:rPr lang="en-US" err="1"/>
              <a:t>Agnissim</a:t>
            </a:r>
            <a:r>
              <a:rPr lang="en-US"/>
              <a:t> </a:t>
            </a:r>
            <a:r>
              <a:rPr lang="en-US" err="1"/>
              <a:t>porepel</a:t>
            </a:r>
            <a:r>
              <a:rPr lang="en-US"/>
              <a:t> </a:t>
            </a:r>
            <a:r>
              <a:rPr lang="en-US" err="1"/>
              <a:t>ignietur</a:t>
            </a:r>
            <a:r>
              <a:rPr lang="en-US"/>
              <a:t>, </a:t>
            </a:r>
            <a:r>
              <a:rPr lang="en-US" err="1"/>
              <a:t>invel</a:t>
            </a:r>
            <a:r>
              <a:rPr lang="en-US"/>
              <a:t> </a:t>
            </a:r>
            <a:r>
              <a:rPr lang="en-US" err="1"/>
              <a:t>molles</a:t>
            </a:r>
            <a:r>
              <a:rPr lang="en-US"/>
              <a:t> </a:t>
            </a:r>
            <a:r>
              <a:rPr lang="en-US" err="1"/>
              <a:t>aliciamus</a:t>
            </a:r>
            <a:r>
              <a:rPr lang="en-US"/>
              <a:t> </a:t>
            </a:r>
            <a:r>
              <a:rPr lang="en-US" err="1"/>
              <a:t>doluptatum</a:t>
            </a:r>
            <a:r>
              <a:rPr lang="en-US"/>
              <a:t>, ape </a:t>
            </a:r>
            <a:r>
              <a:rPr lang="en-US" err="1"/>
              <a:t>sape</a:t>
            </a:r>
            <a:r>
              <a:rPr lang="en-US"/>
              <a:t> </a:t>
            </a:r>
            <a:r>
              <a:rPr lang="en-US" err="1"/>
              <a:t>nonseque</a:t>
            </a:r>
            <a:r>
              <a:rPr lang="en-US"/>
              <a:t> </a:t>
            </a:r>
            <a:r>
              <a:rPr lang="en-US" err="1"/>
              <a:t>adi</a:t>
            </a:r>
            <a:r>
              <a:rPr lang="en-US"/>
              <a:t> </a:t>
            </a:r>
            <a:r>
              <a:rPr lang="en-US" err="1"/>
              <a:t>audae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</a:t>
            </a:r>
            <a:r>
              <a:rPr lang="en-US" err="1"/>
              <a:t>comnim</a:t>
            </a:r>
            <a:r>
              <a:rPr lang="en-US"/>
              <a:t> </a:t>
            </a:r>
            <a:r>
              <a:rPr lang="en-US" err="1"/>
              <a:t>volorio</a:t>
            </a:r>
            <a:r>
              <a:rPr lang="en-US"/>
              <a:t> </a:t>
            </a:r>
            <a:r>
              <a:rPr lang="en-US" err="1"/>
              <a:t>omniataque</a:t>
            </a:r>
            <a:r>
              <a:rPr lang="en-US"/>
              <a:t> </a:t>
            </a:r>
            <a:r>
              <a:rPr lang="en-US" err="1"/>
              <a:t>nostet</a:t>
            </a:r>
            <a:r>
              <a:rPr lang="en-US"/>
              <a:t> </a:t>
            </a:r>
            <a:r>
              <a:rPr lang="en-US" err="1"/>
              <a:t>quidis</a:t>
            </a:r>
            <a:r>
              <a:rPr lang="en-US"/>
              <a:t> </a:t>
            </a:r>
            <a:r>
              <a:rPr lang="en-US" err="1"/>
              <a:t>dolupis</a:t>
            </a:r>
            <a:r>
              <a:rPr lang="en-US"/>
              <a:t> </a:t>
            </a:r>
            <a:r>
              <a:rPr lang="en-US" err="1"/>
              <a:t>alis</a:t>
            </a:r>
            <a:r>
              <a:rPr lang="en-US"/>
              <a:t> </a:t>
            </a:r>
            <a:r>
              <a:rPr lang="en-US" err="1"/>
              <a:t>molestis</a:t>
            </a:r>
            <a:r>
              <a:rPr lang="en-US"/>
              <a:t> </a:t>
            </a:r>
            <a:r>
              <a:rPr lang="en-US" err="1"/>
              <a:t>dia</a:t>
            </a:r>
            <a:r>
              <a:rPr lang="en-US"/>
              <a:t> </a:t>
            </a:r>
            <a:r>
              <a:rPr lang="en-US" err="1"/>
              <a:t>dunt</a:t>
            </a:r>
            <a:r>
              <a:rPr lang="en-US"/>
              <a:t> </a:t>
            </a:r>
            <a:r>
              <a:rPr lang="en-US" err="1"/>
              <a:t>esequo</a:t>
            </a:r>
            <a:r>
              <a:rPr lang="en-US"/>
              <a:t> mi. </a:t>
            </a:r>
          </a:p>
          <a:p>
            <a:r>
              <a:rPr lang="en-US" b="1"/>
              <a:t>Next </a:t>
            </a:r>
            <a:r>
              <a:rPr lang="en-US" b="1" err="1"/>
              <a:t>bulletpoint</a:t>
            </a:r>
            <a:r>
              <a:rPr lang="en-US" b="1"/>
              <a:t>. </a:t>
            </a:r>
            <a:r>
              <a:rPr lang="en-US" err="1"/>
              <a:t>Torenti</a:t>
            </a:r>
            <a:r>
              <a:rPr lang="en-US"/>
              <a:t> </a:t>
            </a:r>
            <a:r>
              <a:rPr lang="en-US" err="1"/>
              <a:t>numque</a:t>
            </a:r>
            <a:r>
              <a:rPr lang="en-US"/>
              <a:t> </a:t>
            </a:r>
            <a:r>
              <a:rPr lang="en-US" err="1"/>
              <a:t>liqui</a:t>
            </a:r>
            <a:r>
              <a:rPr lang="en-US"/>
              <a:t> </a:t>
            </a:r>
            <a:r>
              <a:rPr lang="en-US" err="1"/>
              <a:t>occum</a:t>
            </a:r>
            <a:r>
              <a:rPr lang="en-US"/>
              <a:t>, </a:t>
            </a:r>
            <a:r>
              <a:rPr lang="en-US" err="1"/>
              <a:t>nonsect</a:t>
            </a:r>
            <a:r>
              <a:rPr lang="en-US"/>
              <a:t> </a:t>
            </a:r>
            <a:r>
              <a:rPr lang="en-US" err="1"/>
              <a:t>atustis</a:t>
            </a:r>
            <a:r>
              <a:rPr lang="en-US"/>
              <a:t> </a:t>
            </a:r>
            <a:r>
              <a:rPr lang="en-US" err="1"/>
              <a:t>nonsequame</a:t>
            </a:r>
            <a:r>
              <a:rPr lang="en-US"/>
              <a:t>.</a:t>
            </a:r>
          </a:p>
          <a:p>
            <a:pPr lvl="1"/>
            <a:r>
              <a:rPr lang="en-US"/>
              <a:t>Subordinate </a:t>
            </a:r>
            <a:r>
              <a:rPr lang="en-US" err="1"/>
              <a:t>bulletpoint</a:t>
            </a:r>
            <a:r>
              <a:rPr lang="en-US"/>
              <a:t>. (Level 2) </a:t>
            </a:r>
            <a:r>
              <a:rPr lang="en-US" err="1"/>
              <a:t>Estia</a:t>
            </a:r>
            <a:r>
              <a:rPr lang="en-US"/>
              <a:t> </a:t>
            </a:r>
            <a:r>
              <a:rPr lang="en-US" err="1"/>
              <a:t>nihicie</a:t>
            </a:r>
            <a:r>
              <a:rPr lang="en-US"/>
              <a:t> </a:t>
            </a:r>
            <a:r>
              <a:rPr lang="en-US" err="1"/>
              <a:t>ndantorem</a:t>
            </a:r>
            <a:r>
              <a:rPr lang="en-US"/>
              <a:t>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imusdam</a:t>
            </a:r>
            <a:r>
              <a:rPr lang="en-US"/>
              <a:t>, </a:t>
            </a:r>
            <a:r>
              <a:rPr lang="en-US" err="1"/>
              <a:t>nos</a:t>
            </a:r>
            <a:r>
              <a:rPr lang="en-US"/>
              <a:t> </a:t>
            </a:r>
            <a:r>
              <a:rPr lang="en-US" err="1"/>
              <a:t>niatur</a:t>
            </a:r>
            <a:endParaRPr lang="en-US"/>
          </a:p>
          <a:p>
            <a:pPr lvl="1"/>
            <a:r>
              <a:rPr lang="en-US"/>
              <a:t>Subordinate </a:t>
            </a:r>
            <a:r>
              <a:rPr lang="en-US" err="1"/>
              <a:t>bulletpoint</a:t>
            </a:r>
            <a:r>
              <a:rPr lang="en-US"/>
              <a:t>. (Level 2)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doleceressum</a:t>
            </a:r>
            <a:r>
              <a:rPr lang="en-US"/>
              <a:t> </a:t>
            </a:r>
            <a:r>
              <a:rPr lang="en-US" err="1"/>
              <a:t>nitiaecte</a:t>
            </a:r>
            <a:r>
              <a:rPr lang="en-US"/>
              <a:t> </a:t>
            </a:r>
            <a:r>
              <a:rPr lang="en-US" err="1"/>
              <a:t>nihilibus</a:t>
            </a:r>
            <a:r>
              <a:rPr lang="en-US"/>
              <a:t> as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preiusam</a:t>
            </a:r>
            <a:r>
              <a:rPr lang="en-US"/>
              <a:t> </a:t>
            </a:r>
            <a:r>
              <a:rPr lang="en-US" err="1"/>
              <a:t>iunt</a:t>
            </a:r>
            <a:endParaRPr lang="en-US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A4C709B-3F10-3E2A-51C7-7A92128D4D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/>
              <a:t>Subtitle (optional)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BD379B4-0A4A-088E-9202-7F47512DC49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en-GB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38362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7A37E5DF-D935-4D85-3E96-0D527F91F5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err="1"/>
              <a:t>Evenimus</a:t>
            </a:r>
            <a:r>
              <a:rPr lang="en-GB"/>
              <a:t> </a:t>
            </a:r>
            <a:r>
              <a:rPr lang="en-GB" err="1"/>
              <a:t>elligni</a:t>
            </a:r>
            <a:r>
              <a:rPr lang="en-GB"/>
              <a:t> </a:t>
            </a:r>
            <a:r>
              <a:rPr lang="en-GB" err="1"/>
              <a:t>hicaecta</a:t>
            </a:r>
            <a:r>
              <a:rPr lang="en-GB"/>
              <a:t> </a:t>
            </a:r>
            <a:r>
              <a:rPr lang="en-GB" err="1"/>
              <a:t>quuntur</a:t>
            </a:r>
            <a:r>
              <a:rPr lang="en-GB"/>
              <a:t> </a:t>
            </a:r>
            <a:r>
              <a:rPr lang="en-GB" err="1"/>
              <a:t>molum</a:t>
            </a:r>
            <a:r>
              <a:rPr lang="en-GB"/>
              <a:t> </a:t>
            </a:r>
            <a:r>
              <a:rPr lang="en-GB" err="1"/>
              <a:t>el</a:t>
            </a:r>
            <a:r>
              <a:rPr lang="en-GB"/>
              <a:t> </a:t>
            </a:r>
            <a:r>
              <a:rPr lang="en-GB" err="1"/>
              <a:t>magnam</a:t>
            </a:r>
            <a:r>
              <a:rPr lang="en-GB"/>
              <a:t> </a:t>
            </a:r>
            <a:r>
              <a:rPr lang="en-GB" err="1"/>
              <a:t>hil</a:t>
            </a:r>
            <a:r>
              <a:rPr lang="en-GB"/>
              <a:t> </a:t>
            </a:r>
            <a:r>
              <a:rPr lang="en-GB" err="1"/>
              <a:t>exero</a:t>
            </a:r>
            <a:r>
              <a:rPr lang="en-GB"/>
              <a:t> </a:t>
            </a:r>
            <a:r>
              <a:rPr lang="en-GB" err="1"/>
              <a:t>doluptae</a:t>
            </a:r>
            <a:r>
              <a:rPr lang="en-GB"/>
              <a:t> </a:t>
            </a:r>
            <a:r>
              <a:rPr lang="en-GB" err="1"/>
              <a:t>nos</a:t>
            </a:r>
            <a:r>
              <a:rPr lang="en-GB"/>
              <a:t> sent </a:t>
            </a:r>
            <a:r>
              <a:rPr lang="en-GB" err="1"/>
              <a:t>assitatet</a:t>
            </a:r>
            <a:r>
              <a:rPr lang="en-GB"/>
              <a:t> et </a:t>
            </a:r>
            <a:r>
              <a:rPr lang="en-GB" err="1"/>
              <a:t>inctur</a:t>
            </a:r>
            <a:r>
              <a:rPr lang="en-GB"/>
              <a:t>.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2B66E48B-A516-E4CA-F9E6-40C13333D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Text boxes</a:t>
            </a:r>
            <a:br>
              <a:rPr lang="en-GB"/>
            </a:br>
            <a:endParaRPr lang="en-GB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853DB3E7-1FB2-0BE2-F670-B45C979DB9A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/>
              <a:t>1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48BF42D-C76D-7E80-6456-7C59591893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err="1"/>
              <a:t>Evenimus</a:t>
            </a:r>
            <a:r>
              <a:rPr lang="en-GB"/>
              <a:t> </a:t>
            </a:r>
            <a:r>
              <a:rPr lang="en-GB" err="1"/>
              <a:t>elligni</a:t>
            </a:r>
            <a:r>
              <a:rPr lang="en-GB"/>
              <a:t> </a:t>
            </a:r>
            <a:r>
              <a:rPr lang="en-GB" err="1"/>
              <a:t>hicaecta</a:t>
            </a:r>
            <a:r>
              <a:rPr lang="en-GB"/>
              <a:t> </a:t>
            </a:r>
            <a:r>
              <a:rPr lang="en-GB" err="1"/>
              <a:t>quuntur</a:t>
            </a:r>
            <a:r>
              <a:rPr lang="en-GB"/>
              <a:t> </a:t>
            </a:r>
            <a:r>
              <a:rPr lang="en-GB" err="1"/>
              <a:t>molum</a:t>
            </a:r>
            <a:r>
              <a:rPr lang="en-GB"/>
              <a:t> </a:t>
            </a:r>
            <a:r>
              <a:rPr lang="en-GB" err="1"/>
              <a:t>el</a:t>
            </a:r>
            <a:r>
              <a:rPr lang="en-GB"/>
              <a:t> </a:t>
            </a:r>
            <a:r>
              <a:rPr lang="en-GB" err="1"/>
              <a:t>magnam</a:t>
            </a:r>
            <a:r>
              <a:rPr lang="en-GB"/>
              <a:t> </a:t>
            </a:r>
            <a:r>
              <a:rPr lang="en-GB" err="1"/>
              <a:t>hil</a:t>
            </a:r>
            <a:r>
              <a:rPr lang="en-GB"/>
              <a:t> </a:t>
            </a:r>
            <a:r>
              <a:rPr lang="en-GB" err="1"/>
              <a:t>exero</a:t>
            </a:r>
            <a:r>
              <a:rPr lang="en-GB"/>
              <a:t> </a:t>
            </a:r>
            <a:r>
              <a:rPr lang="en-GB" err="1"/>
              <a:t>doluptae</a:t>
            </a:r>
            <a:r>
              <a:rPr lang="en-GB"/>
              <a:t> </a:t>
            </a:r>
            <a:r>
              <a:rPr lang="en-GB" err="1"/>
              <a:t>nos</a:t>
            </a:r>
            <a:r>
              <a:rPr lang="en-GB"/>
              <a:t> sent </a:t>
            </a:r>
            <a:r>
              <a:rPr lang="en-GB" err="1"/>
              <a:t>assitatet</a:t>
            </a:r>
            <a:r>
              <a:rPr lang="en-GB"/>
              <a:t> et </a:t>
            </a:r>
            <a:r>
              <a:rPr lang="en-GB" err="1"/>
              <a:t>inctur</a:t>
            </a:r>
            <a:r>
              <a:rPr lang="en-GB"/>
              <a:t>.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FAA36EB7-1205-EC69-3139-7502F87568E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err="1"/>
              <a:t>Evenimus</a:t>
            </a:r>
            <a:r>
              <a:rPr lang="en-GB"/>
              <a:t> </a:t>
            </a:r>
            <a:r>
              <a:rPr lang="en-GB" err="1"/>
              <a:t>elligni</a:t>
            </a:r>
            <a:r>
              <a:rPr lang="en-GB"/>
              <a:t> </a:t>
            </a:r>
            <a:r>
              <a:rPr lang="en-GB" err="1"/>
              <a:t>hicaecta</a:t>
            </a:r>
            <a:r>
              <a:rPr lang="en-GB"/>
              <a:t> </a:t>
            </a:r>
            <a:r>
              <a:rPr lang="en-GB" err="1"/>
              <a:t>quuntur</a:t>
            </a:r>
            <a:r>
              <a:rPr lang="en-GB"/>
              <a:t> </a:t>
            </a:r>
            <a:r>
              <a:rPr lang="en-GB" err="1"/>
              <a:t>molum</a:t>
            </a:r>
            <a:r>
              <a:rPr lang="en-GB"/>
              <a:t> </a:t>
            </a:r>
            <a:r>
              <a:rPr lang="en-GB" err="1"/>
              <a:t>el</a:t>
            </a:r>
            <a:r>
              <a:rPr lang="en-GB"/>
              <a:t> </a:t>
            </a:r>
            <a:r>
              <a:rPr lang="en-GB" err="1"/>
              <a:t>magnam</a:t>
            </a:r>
            <a:r>
              <a:rPr lang="en-GB"/>
              <a:t> </a:t>
            </a:r>
            <a:r>
              <a:rPr lang="en-GB" err="1"/>
              <a:t>hil</a:t>
            </a:r>
            <a:r>
              <a:rPr lang="en-GB"/>
              <a:t> </a:t>
            </a:r>
            <a:r>
              <a:rPr lang="en-GB" err="1"/>
              <a:t>exero</a:t>
            </a:r>
            <a:r>
              <a:rPr lang="en-GB"/>
              <a:t> </a:t>
            </a:r>
            <a:r>
              <a:rPr lang="en-GB" err="1"/>
              <a:t>doluptae</a:t>
            </a:r>
            <a:r>
              <a:rPr lang="en-GB"/>
              <a:t> </a:t>
            </a:r>
            <a:r>
              <a:rPr lang="en-GB" err="1"/>
              <a:t>nos</a:t>
            </a:r>
            <a:r>
              <a:rPr lang="en-GB"/>
              <a:t> sent </a:t>
            </a:r>
            <a:r>
              <a:rPr lang="en-GB" err="1"/>
              <a:t>assitatet</a:t>
            </a:r>
            <a:r>
              <a:rPr lang="en-GB"/>
              <a:t> et </a:t>
            </a:r>
            <a:r>
              <a:rPr lang="en-GB" err="1"/>
              <a:t>inctur</a:t>
            </a:r>
            <a:r>
              <a:rPr lang="en-GB"/>
              <a:t>.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4E043B98-A2B2-8D1F-A3B4-C707A858221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err="1"/>
              <a:t>Evenimus</a:t>
            </a:r>
            <a:r>
              <a:rPr lang="en-GB"/>
              <a:t> </a:t>
            </a:r>
            <a:r>
              <a:rPr lang="en-GB" err="1"/>
              <a:t>elligni</a:t>
            </a:r>
            <a:r>
              <a:rPr lang="en-GB"/>
              <a:t> </a:t>
            </a:r>
            <a:r>
              <a:rPr lang="en-GB" err="1"/>
              <a:t>hicaecta</a:t>
            </a:r>
            <a:r>
              <a:rPr lang="en-GB"/>
              <a:t> </a:t>
            </a:r>
            <a:r>
              <a:rPr lang="en-GB" err="1"/>
              <a:t>quuntur</a:t>
            </a:r>
            <a:r>
              <a:rPr lang="en-GB"/>
              <a:t> </a:t>
            </a:r>
            <a:r>
              <a:rPr lang="en-GB" err="1"/>
              <a:t>molum</a:t>
            </a:r>
            <a:r>
              <a:rPr lang="en-GB"/>
              <a:t> </a:t>
            </a:r>
            <a:r>
              <a:rPr lang="en-GB" err="1"/>
              <a:t>el</a:t>
            </a:r>
            <a:r>
              <a:rPr lang="en-GB"/>
              <a:t> </a:t>
            </a:r>
            <a:r>
              <a:rPr lang="en-GB" err="1"/>
              <a:t>magnam</a:t>
            </a:r>
            <a:r>
              <a:rPr lang="en-GB"/>
              <a:t> </a:t>
            </a:r>
            <a:r>
              <a:rPr lang="en-GB" err="1"/>
              <a:t>hil</a:t>
            </a:r>
            <a:r>
              <a:rPr lang="en-GB"/>
              <a:t> </a:t>
            </a:r>
            <a:r>
              <a:rPr lang="en-GB" err="1"/>
              <a:t>exero</a:t>
            </a:r>
            <a:r>
              <a:rPr lang="en-GB"/>
              <a:t> </a:t>
            </a:r>
            <a:r>
              <a:rPr lang="en-GB" err="1"/>
              <a:t>doluptae</a:t>
            </a:r>
            <a:r>
              <a:rPr lang="en-GB"/>
              <a:t> </a:t>
            </a:r>
            <a:r>
              <a:rPr lang="en-GB" err="1"/>
              <a:t>nos</a:t>
            </a:r>
            <a:r>
              <a:rPr lang="en-GB"/>
              <a:t> sent </a:t>
            </a:r>
            <a:r>
              <a:rPr lang="en-GB" err="1"/>
              <a:t>assitatet</a:t>
            </a:r>
            <a:r>
              <a:rPr lang="en-GB"/>
              <a:t> et </a:t>
            </a:r>
            <a:r>
              <a:rPr lang="en-GB" err="1"/>
              <a:t>inctur</a:t>
            </a:r>
            <a:r>
              <a:rPr lang="en-GB"/>
              <a:t>.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DA281ACB-C164-76EC-B3A3-F6139A15153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err="1"/>
              <a:t>Evenimus</a:t>
            </a:r>
            <a:r>
              <a:rPr lang="en-GB"/>
              <a:t> </a:t>
            </a:r>
            <a:r>
              <a:rPr lang="en-GB" err="1"/>
              <a:t>elligni</a:t>
            </a:r>
            <a:r>
              <a:rPr lang="en-GB"/>
              <a:t> </a:t>
            </a:r>
            <a:r>
              <a:rPr lang="en-GB" err="1"/>
              <a:t>hicaecta</a:t>
            </a:r>
            <a:r>
              <a:rPr lang="en-GB"/>
              <a:t> </a:t>
            </a:r>
            <a:r>
              <a:rPr lang="en-GB" err="1"/>
              <a:t>quuntur</a:t>
            </a:r>
            <a:r>
              <a:rPr lang="en-GB"/>
              <a:t> </a:t>
            </a:r>
            <a:r>
              <a:rPr lang="en-GB" err="1"/>
              <a:t>molum</a:t>
            </a:r>
            <a:r>
              <a:rPr lang="en-GB"/>
              <a:t> </a:t>
            </a:r>
            <a:r>
              <a:rPr lang="en-GB" err="1"/>
              <a:t>el</a:t>
            </a:r>
            <a:r>
              <a:rPr lang="en-GB"/>
              <a:t> </a:t>
            </a:r>
            <a:r>
              <a:rPr lang="en-GB" err="1"/>
              <a:t>magnam</a:t>
            </a:r>
            <a:r>
              <a:rPr lang="en-GB"/>
              <a:t> </a:t>
            </a:r>
            <a:r>
              <a:rPr lang="en-GB" err="1"/>
              <a:t>hil</a:t>
            </a:r>
            <a:r>
              <a:rPr lang="en-GB"/>
              <a:t> </a:t>
            </a:r>
            <a:r>
              <a:rPr lang="en-GB" err="1"/>
              <a:t>exero</a:t>
            </a:r>
            <a:r>
              <a:rPr lang="en-GB"/>
              <a:t> </a:t>
            </a:r>
            <a:r>
              <a:rPr lang="en-GB" err="1"/>
              <a:t>doluptae</a:t>
            </a:r>
            <a:r>
              <a:rPr lang="en-GB"/>
              <a:t> </a:t>
            </a:r>
            <a:r>
              <a:rPr lang="en-GB" err="1"/>
              <a:t>nos</a:t>
            </a:r>
            <a:r>
              <a:rPr lang="en-GB"/>
              <a:t> sent </a:t>
            </a:r>
            <a:r>
              <a:rPr lang="en-GB" err="1"/>
              <a:t>assitatet</a:t>
            </a:r>
            <a:r>
              <a:rPr lang="en-GB"/>
              <a:t> et </a:t>
            </a:r>
            <a:r>
              <a:rPr lang="en-GB" err="1"/>
              <a:t>inctur</a:t>
            </a:r>
            <a:r>
              <a:rPr lang="en-GB"/>
              <a:t>.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8D0F2316-F915-2DB4-3EAD-D8730FD10FF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err="1"/>
              <a:t>Evenimus</a:t>
            </a:r>
            <a:r>
              <a:rPr lang="en-GB"/>
              <a:t> </a:t>
            </a:r>
            <a:r>
              <a:rPr lang="en-GB" err="1"/>
              <a:t>elligni</a:t>
            </a:r>
            <a:r>
              <a:rPr lang="en-GB"/>
              <a:t> </a:t>
            </a:r>
            <a:r>
              <a:rPr lang="en-GB" err="1"/>
              <a:t>hicaecta</a:t>
            </a:r>
            <a:r>
              <a:rPr lang="en-GB"/>
              <a:t> </a:t>
            </a:r>
            <a:r>
              <a:rPr lang="en-GB" err="1"/>
              <a:t>quuntur</a:t>
            </a:r>
            <a:r>
              <a:rPr lang="en-GB"/>
              <a:t> </a:t>
            </a:r>
            <a:r>
              <a:rPr lang="en-GB" err="1"/>
              <a:t>molum</a:t>
            </a:r>
            <a:r>
              <a:rPr lang="en-GB"/>
              <a:t> </a:t>
            </a:r>
            <a:r>
              <a:rPr lang="en-GB" err="1"/>
              <a:t>el</a:t>
            </a:r>
            <a:r>
              <a:rPr lang="en-GB"/>
              <a:t> </a:t>
            </a:r>
            <a:r>
              <a:rPr lang="en-GB" err="1"/>
              <a:t>magnam</a:t>
            </a:r>
            <a:r>
              <a:rPr lang="en-GB"/>
              <a:t> </a:t>
            </a:r>
            <a:r>
              <a:rPr lang="en-GB" err="1"/>
              <a:t>hil</a:t>
            </a:r>
            <a:r>
              <a:rPr lang="en-GB"/>
              <a:t> </a:t>
            </a:r>
            <a:r>
              <a:rPr lang="en-GB" err="1"/>
              <a:t>exero</a:t>
            </a:r>
            <a:r>
              <a:rPr lang="en-GB"/>
              <a:t> </a:t>
            </a:r>
            <a:r>
              <a:rPr lang="en-GB" err="1"/>
              <a:t>doluptae</a:t>
            </a:r>
            <a:r>
              <a:rPr lang="en-GB"/>
              <a:t> </a:t>
            </a:r>
            <a:r>
              <a:rPr lang="en-GB" err="1"/>
              <a:t>nos</a:t>
            </a:r>
            <a:r>
              <a:rPr lang="en-GB"/>
              <a:t> sent </a:t>
            </a:r>
            <a:r>
              <a:rPr lang="en-GB" err="1"/>
              <a:t>assitatet</a:t>
            </a:r>
            <a:r>
              <a:rPr lang="en-GB"/>
              <a:t> et </a:t>
            </a:r>
            <a:r>
              <a:rPr lang="en-GB" err="1"/>
              <a:t>inctur</a:t>
            </a:r>
            <a:r>
              <a:rPr lang="en-GB"/>
              <a:t>.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FC5B8386-BA43-A273-5A1C-4F2FB3DE461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err="1"/>
              <a:t>Evenimus</a:t>
            </a:r>
            <a:r>
              <a:rPr lang="en-GB"/>
              <a:t> </a:t>
            </a:r>
            <a:r>
              <a:rPr lang="en-GB" err="1"/>
              <a:t>elligni</a:t>
            </a:r>
            <a:r>
              <a:rPr lang="en-GB"/>
              <a:t> </a:t>
            </a:r>
            <a:r>
              <a:rPr lang="en-GB" err="1"/>
              <a:t>hicaecta</a:t>
            </a:r>
            <a:r>
              <a:rPr lang="en-GB"/>
              <a:t> </a:t>
            </a:r>
            <a:r>
              <a:rPr lang="en-GB" err="1"/>
              <a:t>quuntur</a:t>
            </a:r>
            <a:r>
              <a:rPr lang="en-GB"/>
              <a:t> </a:t>
            </a:r>
            <a:r>
              <a:rPr lang="en-GB" err="1"/>
              <a:t>molum</a:t>
            </a:r>
            <a:r>
              <a:rPr lang="en-GB"/>
              <a:t> </a:t>
            </a:r>
            <a:r>
              <a:rPr lang="en-GB" err="1"/>
              <a:t>el</a:t>
            </a:r>
            <a:r>
              <a:rPr lang="en-GB"/>
              <a:t> </a:t>
            </a:r>
            <a:r>
              <a:rPr lang="en-GB" err="1"/>
              <a:t>magnam</a:t>
            </a:r>
            <a:r>
              <a:rPr lang="en-GB"/>
              <a:t> </a:t>
            </a:r>
            <a:r>
              <a:rPr lang="en-GB" err="1"/>
              <a:t>hil</a:t>
            </a:r>
            <a:r>
              <a:rPr lang="en-GB"/>
              <a:t> </a:t>
            </a:r>
            <a:r>
              <a:rPr lang="en-GB" err="1"/>
              <a:t>exero</a:t>
            </a:r>
            <a:r>
              <a:rPr lang="en-GB"/>
              <a:t> </a:t>
            </a:r>
            <a:r>
              <a:rPr lang="en-GB" err="1"/>
              <a:t>doluptae</a:t>
            </a:r>
            <a:r>
              <a:rPr lang="en-GB"/>
              <a:t> </a:t>
            </a:r>
            <a:r>
              <a:rPr lang="en-GB" err="1"/>
              <a:t>nos</a:t>
            </a:r>
            <a:r>
              <a:rPr lang="en-GB"/>
              <a:t> sent </a:t>
            </a:r>
            <a:r>
              <a:rPr lang="en-GB" err="1"/>
              <a:t>assitatet</a:t>
            </a:r>
            <a:r>
              <a:rPr lang="en-GB"/>
              <a:t> et </a:t>
            </a:r>
            <a:r>
              <a:rPr lang="en-GB" err="1"/>
              <a:t>inctur</a:t>
            </a:r>
            <a:r>
              <a:rPr lang="en-GB"/>
              <a:t>.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EA04E4EB-3BC4-7E36-CA1B-485A2371EAC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err="1"/>
              <a:t>Evenimus</a:t>
            </a:r>
            <a:r>
              <a:rPr lang="en-GB"/>
              <a:t> </a:t>
            </a:r>
            <a:r>
              <a:rPr lang="en-GB" err="1"/>
              <a:t>elligni</a:t>
            </a:r>
            <a:r>
              <a:rPr lang="en-GB"/>
              <a:t> </a:t>
            </a:r>
            <a:r>
              <a:rPr lang="en-GB" err="1"/>
              <a:t>hicaecta</a:t>
            </a:r>
            <a:r>
              <a:rPr lang="en-GB"/>
              <a:t> </a:t>
            </a:r>
            <a:r>
              <a:rPr lang="en-GB" err="1"/>
              <a:t>quuntur</a:t>
            </a:r>
            <a:r>
              <a:rPr lang="en-GB"/>
              <a:t> </a:t>
            </a:r>
            <a:r>
              <a:rPr lang="en-GB" err="1"/>
              <a:t>molum</a:t>
            </a:r>
            <a:r>
              <a:rPr lang="en-GB"/>
              <a:t> </a:t>
            </a:r>
            <a:r>
              <a:rPr lang="en-GB" err="1"/>
              <a:t>el</a:t>
            </a:r>
            <a:r>
              <a:rPr lang="en-GB"/>
              <a:t> </a:t>
            </a:r>
            <a:r>
              <a:rPr lang="en-GB" err="1"/>
              <a:t>magnam</a:t>
            </a:r>
            <a:r>
              <a:rPr lang="en-GB"/>
              <a:t> </a:t>
            </a:r>
            <a:r>
              <a:rPr lang="en-GB" err="1"/>
              <a:t>hil</a:t>
            </a:r>
            <a:r>
              <a:rPr lang="en-GB"/>
              <a:t> </a:t>
            </a:r>
            <a:r>
              <a:rPr lang="en-GB" err="1"/>
              <a:t>exero</a:t>
            </a:r>
            <a:r>
              <a:rPr lang="en-GB"/>
              <a:t> </a:t>
            </a:r>
            <a:r>
              <a:rPr lang="en-GB" err="1"/>
              <a:t>doluptae</a:t>
            </a:r>
            <a:r>
              <a:rPr lang="en-GB"/>
              <a:t> </a:t>
            </a:r>
            <a:r>
              <a:rPr lang="en-GB" err="1"/>
              <a:t>nos</a:t>
            </a:r>
            <a:r>
              <a:rPr lang="en-GB"/>
              <a:t> sent </a:t>
            </a:r>
            <a:r>
              <a:rPr lang="en-GB" err="1"/>
              <a:t>assitatet</a:t>
            </a:r>
            <a:r>
              <a:rPr lang="en-GB"/>
              <a:t> et </a:t>
            </a:r>
            <a:r>
              <a:rPr lang="en-GB" err="1"/>
              <a:t>inctur</a:t>
            </a:r>
            <a:r>
              <a:rPr lang="en-GB"/>
              <a:t>.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CE61E008-D22A-4252-DEDF-29E27E08359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GB"/>
              <a:t>2</a:t>
            </a:r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AB93C28C-DC0F-67AF-5173-DD85ADCDF1C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GB"/>
              <a:t>5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BDAD07B0-C4D1-DEC3-E04A-528E7F05BC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GB"/>
              <a:t>3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7C386A74-CF01-DD41-34B6-0B1D5EC9279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GB"/>
              <a:t>6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8BFFEA14-8BEC-0FC8-470B-909F0E23756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GB"/>
              <a:t>4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45CC62CB-4775-E364-2E82-180CF9C1132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GB"/>
              <a:t>8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2C9AF44B-CB12-5B7E-B152-8D0BDF65FC3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GB"/>
              <a:t>7</a:t>
            </a:r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93BC2397-471E-93BF-8E58-3F33F1D220A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GB"/>
              <a:t>Subtitle (optional)</a:t>
            </a:r>
          </a:p>
        </p:txBody>
      </p:sp>
      <p:sp>
        <p:nvSpPr>
          <p:cNvPr id="63" name="Slide Number Placeholder 62">
            <a:extLst>
              <a:ext uri="{FF2B5EF4-FFF2-40B4-BE49-F238E27FC236}">
                <a16:creationId xmlns:a16="http://schemas.microsoft.com/office/drawing/2014/main" id="{1F8D4ABD-C90A-FED0-E3AD-4B1DF26B837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en-GB" smtClean="0"/>
              <a:pPr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1166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prechblase: rechteckig 9">
            <a:extLst>
              <a:ext uri="{FF2B5EF4-FFF2-40B4-BE49-F238E27FC236}">
                <a16:creationId xmlns:a16="http://schemas.microsoft.com/office/drawing/2014/main" id="{4A3DA954-2A88-6074-99CE-1E61AF623949}"/>
              </a:ext>
            </a:extLst>
          </p:cNvPr>
          <p:cNvSpPr/>
          <p:nvPr/>
        </p:nvSpPr>
        <p:spPr>
          <a:xfrm>
            <a:off x="8124863" y="2360264"/>
            <a:ext cx="3042374" cy="1068736"/>
          </a:xfrm>
          <a:prstGeom prst="wedgeRectCallout">
            <a:avLst>
              <a:gd name="adj1" fmla="val -33460"/>
              <a:gd name="adj2" fmla="val 61906"/>
            </a:avLst>
          </a:prstGeom>
          <a:solidFill>
            <a:schemeClr val="bg1"/>
          </a:solidFill>
          <a:ln w="9525">
            <a:solidFill>
              <a:srgbClr val="0025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6000" tIns="72000" rIns="126000" bIns="7200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GB" sz="1200" b="1">
                <a:solidFill>
                  <a:schemeClr val="tx1"/>
                </a:solidFill>
              </a:rPr>
              <a:t>Callout. </a:t>
            </a:r>
            <a:r>
              <a:rPr lang="en-GB" sz="1200" err="1">
                <a:solidFill>
                  <a:schemeClr val="tx1"/>
                </a:solidFill>
              </a:rPr>
              <a:t>Undis</a:t>
            </a:r>
            <a:r>
              <a:rPr lang="en-GB" sz="1200">
                <a:solidFill>
                  <a:schemeClr val="tx1"/>
                </a:solidFill>
              </a:rPr>
              <a:t> </a:t>
            </a:r>
            <a:r>
              <a:rPr lang="en-GB" sz="1200" err="1">
                <a:solidFill>
                  <a:schemeClr val="tx1"/>
                </a:solidFill>
              </a:rPr>
              <a:t>aut</a:t>
            </a:r>
            <a:r>
              <a:rPr lang="en-GB" sz="1200">
                <a:solidFill>
                  <a:schemeClr val="tx1"/>
                </a:solidFill>
              </a:rPr>
              <a:t> </a:t>
            </a:r>
            <a:r>
              <a:rPr lang="en-GB" sz="1200" err="1">
                <a:solidFill>
                  <a:schemeClr val="tx1"/>
                </a:solidFill>
              </a:rPr>
              <a:t>maio</a:t>
            </a:r>
            <a:r>
              <a:rPr lang="en-GB" sz="1200">
                <a:solidFill>
                  <a:schemeClr val="tx1"/>
                </a:solidFill>
              </a:rPr>
              <a:t>. Ut quo </a:t>
            </a:r>
            <a:r>
              <a:rPr lang="en-GB" sz="1200" err="1">
                <a:solidFill>
                  <a:schemeClr val="tx1"/>
                </a:solidFill>
              </a:rPr>
              <a:t>viducipsaero</a:t>
            </a:r>
            <a:r>
              <a:rPr lang="en-GB" sz="1200">
                <a:solidFill>
                  <a:schemeClr val="tx1"/>
                </a:solidFill>
              </a:rPr>
              <a:t> </a:t>
            </a:r>
            <a:r>
              <a:rPr lang="en-GB" sz="1200" err="1">
                <a:solidFill>
                  <a:schemeClr val="tx1"/>
                </a:solidFill>
              </a:rPr>
              <a:t>eos</a:t>
            </a:r>
            <a:r>
              <a:rPr lang="en-GB" sz="1200">
                <a:solidFill>
                  <a:schemeClr val="tx1"/>
                </a:solidFill>
              </a:rPr>
              <a:t> </a:t>
            </a:r>
            <a:r>
              <a:rPr lang="en-GB" sz="1200" err="1">
                <a:solidFill>
                  <a:schemeClr val="tx1"/>
                </a:solidFill>
              </a:rPr>
              <a:t>eario</a:t>
            </a:r>
            <a:r>
              <a:rPr lang="en-GB" sz="1200">
                <a:solidFill>
                  <a:schemeClr val="tx1"/>
                </a:solidFill>
              </a:rPr>
              <a:t>. Am quid quos </a:t>
            </a:r>
            <a:r>
              <a:rPr lang="en-GB" sz="1200" err="1">
                <a:solidFill>
                  <a:schemeClr val="tx1"/>
                </a:solidFill>
              </a:rPr>
              <a:t>explace</a:t>
            </a:r>
            <a:r>
              <a:rPr lang="en-GB" sz="1200">
                <a:solidFill>
                  <a:schemeClr val="tx1"/>
                </a:solidFill>
              </a:rPr>
              <a:t> </a:t>
            </a:r>
            <a:r>
              <a:rPr lang="en-GB" sz="1200" err="1">
                <a:solidFill>
                  <a:schemeClr val="tx1"/>
                </a:solidFill>
              </a:rPr>
              <a:t>riorat</a:t>
            </a:r>
            <a:r>
              <a:rPr lang="en-GB" sz="1200">
                <a:solidFill>
                  <a:schemeClr val="tx1"/>
                </a:solidFill>
              </a:rPr>
              <a:t> prate </a:t>
            </a:r>
            <a:r>
              <a:rPr lang="en-GB" sz="1200" err="1">
                <a:solidFill>
                  <a:schemeClr val="tx1"/>
                </a:solidFill>
              </a:rPr>
              <a:t>num</a:t>
            </a:r>
            <a:r>
              <a:rPr lang="en-GB" sz="1200">
                <a:solidFill>
                  <a:schemeClr val="tx1"/>
                </a:solidFill>
              </a:rPr>
              <a:t> quid que </a:t>
            </a:r>
            <a:r>
              <a:rPr lang="en-GB" sz="1200" err="1">
                <a:solidFill>
                  <a:schemeClr val="tx1"/>
                </a:solidFill>
              </a:rPr>
              <a:t>numque</a:t>
            </a:r>
            <a:r>
              <a:rPr lang="en-GB" sz="1200">
                <a:solidFill>
                  <a:schemeClr val="tx1"/>
                </a:solidFill>
              </a:rPr>
              <a:t> </a:t>
            </a:r>
            <a:r>
              <a:rPr lang="en-GB" sz="1200" err="1">
                <a:solidFill>
                  <a:schemeClr val="tx1"/>
                </a:solidFill>
              </a:rPr>
              <a:t>sitate</a:t>
            </a:r>
            <a:r>
              <a:rPr lang="en-GB" sz="1200">
                <a:solidFill>
                  <a:schemeClr val="tx1"/>
                </a:solidFill>
              </a:rPr>
              <a:t> </a:t>
            </a:r>
            <a:r>
              <a:rPr lang="en-GB" sz="1200" err="1">
                <a:solidFill>
                  <a:schemeClr val="tx1"/>
                </a:solidFill>
              </a:rPr>
              <a:t>eatem</a:t>
            </a:r>
            <a:r>
              <a:rPr lang="en-GB" sz="1200">
                <a:solidFill>
                  <a:schemeClr val="tx1"/>
                </a:solidFill>
              </a:rPr>
              <a:t> </a:t>
            </a:r>
            <a:r>
              <a:rPr lang="en-GB" sz="1200" err="1">
                <a:solidFill>
                  <a:schemeClr val="tx1"/>
                </a:solidFill>
              </a:rPr>
              <a:t>doloristis</a:t>
            </a:r>
            <a:r>
              <a:rPr lang="en-GB" sz="1200">
                <a:solidFill>
                  <a:schemeClr val="tx1"/>
                </a:solidFill>
              </a:rPr>
              <a:t> </a:t>
            </a:r>
            <a:r>
              <a:rPr lang="en-GB" sz="1200" err="1">
                <a:solidFill>
                  <a:schemeClr val="tx1"/>
                </a:solidFill>
              </a:rPr>
              <a:t>eturecearum</a:t>
            </a:r>
            <a:r>
              <a:rPr lang="en-GB" sz="1200">
                <a:solidFill>
                  <a:schemeClr val="tx1"/>
                </a:solidFill>
              </a:rPr>
              <a:t> </a:t>
            </a:r>
            <a:r>
              <a:rPr lang="en-GB" sz="1200" err="1">
                <a:solidFill>
                  <a:schemeClr val="tx1"/>
                </a:solidFill>
              </a:rPr>
              <a:t>eictot</a:t>
            </a:r>
            <a:r>
              <a:rPr lang="en-GB" sz="1200">
                <a:solidFill>
                  <a:schemeClr val="tx1"/>
                </a:solidFill>
              </a:rPr>
              <a:t> as </a:t>
            </a:r>
            <a:r>
              <a:rPr lang="en-GB" sz="1200" err="1">
                <a:solidFill>
                  <a:schemeClr val="tx1"/>
                </a:solidFill>
              </a:rPr>
              <a:t>maio</a:t>
            </a:r>
            <a:r>
              <a:rPr lang="en-GB" sz="1200">
                <a:solidFill>
                  <a:schemeClr val="tx1"/>
                </a:solidFill>
              </a:rPr>
              <a:t>. </a:t>
            </a:r>
            <a:r>
              <a:rPr lang="en-GB" sz="1200" err="1">
                <a:solidFill>
                  <a:schemeClr val="tx1"/>
                </a:solidFill>
              </a:rPr>
              <a:t>Otati</a:t>
            </a:r>
            <a:r>
              <a:rPr lang="en-GB" sz="1200">
                <a:solidFill>
                  <a:schemeClr val="tx1"/>
                </a:solidFill>
              </a:rPr>
              <a:t> </a:t>
            </a:r>
            <a:r>
              <a:rPr lang="en-GB" sz="1200" err="1">
                <a:solidFill>
                  <a:schemeClr val="tx1"/>
                </a:solidFill>
              </a:rPr>
              <a:t>corem</a:t>
            </a:r>
            <a:r>
              <a:rPr lang="en-GB" sz="1200">
                <a:solidFill>
                  <a:schemeClr val="tx1"/>
                </a:solidFill>
              </a:rPr>
              <a:t> late </a:t>
            </a:r>
            <a:r>
              <a:rPr lang="en-GB" sz="1200" err="1">
                <a:solidFill>
                  <a:schemeClr val="tx1"/>
                </a:solidFill>
              </a:rPr>
              <a:t>parchillut</a:t>
            </a:r>
            <a:r>
              <a:rPr lang="en-GB" sz="1200">
                <a:solidFill>
                  <a:schemeClr val="tx1"/>
                </a:solidFill>
              </a:rPr>
              <a:t> </a:t>
            </a:r>
            <a:r>
              <a:rPr lang="en-GB" sz="1200" err="1">
                <a:solidFill>
                  <a:schemeClr val="tx1"/>
                </a:solidFill>
              </a:rPr>
              <a:t>estent</a:t>
            </a:r>
            <a:r>
              <a:rPr lang="en-GB" sz="120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D8EB32E-6229-B89A-94E5-3A0EB8E98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Text slide with highlighting and callouts</a:t>
            </a:r>
            <a:br>
              <a:rPr lang="en-GB"/>
            </a:br>
            <a:endParaRPr lang="en-GB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1567E446-4CF0-D756-D6FF-D573EE63A59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024763" y="1687653"/>
            <a:ext cx="6470308" cy="4039200"/>
          </a:xfrm>
        </p:spPr>
        <p:txBody>
          <a:bodyPr/>
          <a:lstStyle/>
          <a:p>
            <a:pPr marL="0" indent="0">
              <a:buNone/>
            </a:pPr>
            <a:r>
              <a:rPr lang="en-GB" err="1"/>
              <a:t>Bulletpoint</a:t>
            </a:r>
            <a:r>
              <a:rPr lang="en-GB"/>
              <a:t>. </a:t>
            </a:r>
            <a:r>
              <a:rPr lang="en-GB" err="1"/>
              <a:t>Agnissim</a:t>
            </a:r>
            <a:r>
              <a:rPr lang="en-GB"/>
              <a:t> </a:t>
            </a:r>
            <a:r>
              <a:rPr lang="en-GB" err="1"/>
              <a:t>porepel</a:t>
            </a:r>
            <a:r>
              <a:rPr lang="en-GB"/>
              <a:t> </a:t>
            </a:r>
            <a:r>
              <a:rPr lang="en-GB" err="1"/>
              <a:t>ignietur</a:t>
            </a:r>
            <a:r>
              <a:rPr lang="en-GB"/>
              <a:t>, </a:t>
            </a:r>
            <a:r>
              <a:rPr lang="en-GB" err="1"/>
              <a:t>invel</a:t>
            </a:r>
            <a:r>
              <a:rPr lang="en-GB"/>
              <a:t> </a:t>
            </a:r>
            <a:r>
              <a:rPr lang="en-GB" err="1"/>
              <a:t>molles</a:t>
            </a:r>
            <a:r>
              <a:rPr lang="en-GB"/>
              <a:t> </a:t>
            </a:r>
            <a:r>
              <a:rPr lang="en-GB" err="1"/>
              <a:t>aliciamus</a:t>
            </a:r>
            <a:r>
              <a:rPr lang="en-GB"/>
              <a:t> </a:t>
            </a:r>
            <a:r>
              <a:rPr lang="en-GB" err="1"/>
              <a:t>doluptatum</a:t>
            </a:r>
            <a:r>
              <a:rPr lang="en-GB"/>
              <a:t>, ape </a:t>
            </a:r>
            <a:r>
              <a:rPr lang="en-GB" err="1"/>
              <a:t>sape</a:t>
            </a:r>
            <a:r>
              <a:rPr lang="en-GB"/>
              <a:t> </a:t>
            </a:r>
            <a:r>
              <a:rPr lang="en-GB" err="1"/>
              <a:t>nonseque</a:t>
            </a:r>
            <a:r>
              <a:rPr lang="en-GB"/>
              <a:t> </a:t>
            </a:r>
            <a:r>
              <a:rPr lang="en-GB" err="1"/>
              <a:t>adi</a:t>
            </a:r>
            <a:r>
              <a:rPr lang="en-GB"/>
              <a:t> </a:t>
            </a:r>
            <a:r>
              <a:rPr lang="en-GB" err="1"/>
              <a:t>audae</a:t>
            </a:r>
            <a:r>
              <a:rPr lang="en-GB"/>
              <a:t> </a:t>
            </a:r>
            <a:r>
              <a:rPr lang="en-GB" err="1"/>
              <a:t>ni</a:t>
            </a:r>
            <a:r>
              <a:rPr lang="en-GB"/>
              <a:t> </a:t>
            </a:r>
            <a:r>
              <a:rPr lang="en-GB" err="1"/>
              <a:t>comnim</a:t>
            </a:r>
            <a:r>
              <a:rPr lang="en-GB"/>
              <a:t> </a:t>
            </a:r>
            <a:r>
              <a:rPr lang="en-GB" err="1"/>
              <a:t>volorio</a:t>
            </a:r>
            <a:r>
              <a:rPr lang="en-GB"/>
              <a:t> </a:t>
            </a:r>
            <a:r>
              <a:rPr lang="en-GB" err="1"/>
              <a:t>omniataque</a:t>
            </a:r>
            <a:r>
              <a:rPr lang="en-GB"/>
              <a:t> </a:t>
            </a:r>
            <a:r>
              <a:rPr lang="en-GB" err="1"/>
              <a:t>nostet</a:t>
            </a:r>
            <a:r>
              <a:rPr lang="en-GB"/>
              <a:t> </a:t>
            </a:r>
            <a:r>
              <a:rPr lang="en-GB" err="1"/>
              <a:t>quidis</a:t>
            </a:r>
            <a:r>
              <a:rPr lang="en-GB"/>
              <a:t>.</a:t>
            </a:r>
          </a:p>
          <a:p>
            <a:pPr marL="0" indent="0">
              <a:buNone/>
            </a:pPr>
            <a:r>
              <a:rPr lang="en-GB"/>
              <a:t>Next </a:t>
            </a:r>
            <a:r>
              <a:rPr lang="en-GB" err="1"/>
              <a:t>bulletpoint</a:t>
            </a:r>
            <a:r>
              <a:rPr lang="en-GB"/>
              <a:t>. </a:t>
            </a:r>
            <a:r>
              <a:rPr lang="en-GB" err="1"/>
              <a:t>Torenti</a:t>
            </a:r>
            <a:r>
              <a:rPr lang="en-GB"/>
              <a:t> </a:t>
            </a:r>
            <a:r>
              <a:rPr lang="en-GB" err="1"/>
              <a:t>numque</a:t>
            </a:r>
            <a:r>
              <a:rPr lang="en-GB"/>
              <a:t> </a:t>
            </a:r>
            <a:r>
              <a:rPr lang="en-GB" err="1"/>
              <a:t>liqui</a:t>
            </a:r>
            <a:r>
              <a:rPr lang="en-GB"/>
              <a:t> </a:t>
            </a:r>
            <a:r>
              <a:rPr lang="en-GB" err="1"/>
              <a:t>occum</a:t>
            </a:r>
            <a:r>
              <a:rPr lang="en-GB"/>
              <a:t>, </a:t>
            </a:r>
            <a:r>
              <a:rPr lang="en-GB" err="1"/>
              <a:t>nonsect</a:t>
            </a:r>
            <a:r>
              <a:rPr lang="en-GB"/>
              <a:t> </a:t>
            </a:r>
            <a:r>
              <a:rPr lang="en-GB" err="1"/>
              <a:t>atustis</a:t>
            </a:r>
            <a:r>
              <a:rPr lang="en-GB"/>
              <a:t> </a:t>
            </a:r>
            <a:r>
              <a:rPr lang="en-GB" err="1"/>
              <a:t>nonsequame</a:t>
            </a:r>
            <a:r>
              <a:rPr lang="en-GB"/>
              <a:t>. </a:t>
            </a:r>
            <a:r>
              <a:rPr lang="en-GB" err="1"/>
              <a:t>Ectat</a:t>
            </a:r>
            <a:r>
              <a:rPr lang="en-GB"/>
              <a:t> vitas </a:t>
            </a:r>
            <a:r>
              <a:rPr lang="en-GB" err="1"/>
              <a:t>conest</a:t>
            </a:r>
            <a:r>
              <a:rPr lang="en-GB"/>
              <a:t> </a:t>
            </a:r>
            <a:r>
              <a:rPr lang="en-GB" err="1"/>
              <a:t>veribus</a:t>
            </a:r>
            <a:r>
              <a:rPr lang="en-GB"/>
              <a:t> </a:t>
            </a:r>
            <a:r>
              <a:rPr lang="en-GB" err="1"/>
              <a:t>dolorum</a:t>
            </a:r>
            <a:r>
              <a:rPr lang="en-GB"/>
              <a:t>. </a:t>
            </a:r>
            <a:r>
              <a:rPr lang="en-GB" err="1"/>
              <a:t>Nonsedit</a:t>
            </a:r>
            <a:r>
              <a:rPr lang="en-GB"/>
              <a:t> in </a:t>
            </a:r>
            <a:r>
              <a:rPr lang="en-GB" err="1"/>
              <a:t>cumet</a:t>
            </a:r>
            <a:r>
              <a:rPr lang="en-GB"/>
              <a:t> </a:t>
            </a:r>
            <a:r>
              <a:rPr lang="en-GB" err="1"/>
              <a:t>vel</a:t>
            </a:r>
            <a:r>
              <a:rPr lang="en-GB"/>
              <a:t> </a:t>
            </a:r>
            <a:r>
              <a:rPr lang="en-GB" err="1"/>
              <a:t>illuptatius</a:t>
            </a:r>
            <a:r>
              <a:rPr lang="en-GB"/>
              <a:t> </a:t>
            </a:r>
            <a:r>
              <a:rPr lang="en-GB" err="1"/>
              <a:t>vendis</a:t>
            </a:r>
            <a:r>
              <a:rPr lang="en-GB"/>
              <a:t> es </a:t>
            </a:r>
            <a:r>
              <a:rPr lang="en-GB" err="1"/>
              <a:t>dolorpo</a:t>
            </a:r>
            <a:r>
              <a:rPr lang="en-GB"/>
              <a:t> </a:t>
            </a:r>
            <a:r>
              <a:rPr lang="en-GB" err="1"/>
              <a:t>restist</a:t>
            </a:r>
            <a:r>
              <a:rPr lang="en-GB"/>
              <a:t> </a:t>
            </a:r>
            <a:r>
              <a:rPr lang="en-GB" err="1"/>
              <a:t>laboreh</a:t>
            </a:r>
            <a:r>
              <a:rPr lang="en-GB"/>
              <a:t> </a:t>
            </a:r>
            <a:r>
              <a:rPr lang="en-GB" err="1"/>
              <a:t>enditatiore</a:t>
            </a:r>
            <a:r>
              <a:rPr lang="en-GB"/>
              <a:t> vent </a:t>
            </a:r>
            <a:r>
              <a:rPr lang="en-GB" err="1"/>
              <a:t>faccabo</a:t>
            </a:r>
            <a:r>
              <a:rPr lang="en-GB"/>
              <a:t> </a:t>
            </a:r>
            <a:r>
              <a:rPr lang="en-GB" err="1"/>
              <a:t>rrovidus</a:t>
            </a:r>
            <a:r>
              <a:rPr lang="en-GB"/>
              <a:t>.</a:t>
            </a:r>
          </a:p>
          <a:p>
            <a:pPr marL="0" indent="0">
              <a:buNone/>
            </a:pPr>
            <a:endParaRPr lang="en-GB"/>
          </a:p>
          <a:p>
            <a:pPr marL="0" indent="0">
              <a:buNone/>
            </a:pPr>
            <a:r>
              <a:rPr lang="en-GB" err="1"/>
              <a:t>Expella</a:t>
            </a:r>
            <a:r>
              <a:rPr lang="en-GB"/>
              <a:t> </a:t>
            </a:r>
            <a:r>
              <a:rPr lang="en-GB" err="1"/>
              <a:t>borectateni</a:t>
            </a:r>
            <a:r>
              <a:rPr lang="en-GB"/>
              <a:t> </a:t>
            </a:r>
            <a:r>
              <a:rPr lang="en-GB" err="1"/>
              <a:t>atque</a:t>
            </a:r>
            <a:r>
              <a:rPr lang="en-GB"/>
              <a:t> </a:t>
            </a:r>
            <a:r>
              <a:rPr lang="en-GB" err="1"/>
              <a:t>auta</a:t>
            </a:r>
            <a:r>
              <a:rPr lang="en-GB"/>
              <a:t> </a:t>
            </a:r>
            <a:r>
              <a:rPr lang="en-GB" err="1"/>
              <a:t>dolecabo</a:t>
            </a:r>
            <a:r>
              <a:rPr lang="en-GB"/>
              <a:t>. Ga. </a:t>
            </a:r>
            <a:r>
              <a:rPr lang="en-GB" err="1"/>
              <a:t>Itatqua</a:t>
            </a:r>
            <a:r>
              <a:rPr lang="en-GB"/>
              <a:t> </a:t>
            </a:r>
            <a:r>
              <a:rPr lang="en-GB" err="1"/>
              <a:t>turio</a:t>
            </a:r>
            <a:r>
              <a:rPr lang="en-GB"/>
              <a:t>. </a:t>
            </a:r>
            <a:r>
              <a:rPr lang="en-GB" err="1"/>
              <a:t>Apienist</a:t>
            </a:r>
            <a:r>
              <a:rPr lang="en-GB"/>
              <a:t> </a:t>
            </a:r>
            <a:r>
              <a:rPr lang="en-GB" err="1"/>
              <a:t>aspid</a:t>
            </a:r>
            <a:r>
              <a:rPr lang="en-GB"/>
              <a:t> mod </a:t>
            </a:r>
            <a:r>
              <a:rPr lang="en-GB" err="1"/>
              <a:t>eate</a:t>
            </a:r>
            <a:r>
              <a:rPr lang="en-GB"/>
              <a:t> net </a:t>
            </a:r>
            <a:r>
              <a:rPr lang="en-GB" err="1"/>
              <a:t>dollamus</a:t>
            </a:r>
            <a:r>
              <a:rPr lang="en-GB"/>
              <a:t> </a:t>
            </a:r>
            <a:r>
              <a:rPr lang="en-GB" err="1"/>
              <a:t>dolum</a:t>
            </a:r>
            <a:r>
              <a:rPr lang="en-GB"/>
              <a:t> </a:t>
            </a:r>
            <a:r>
              <a:rPr lang="en-GB" err="1"/>
              <a:t>quassinimus</a:t>
            </a:r>
            <a:r>
              <a:rPr lang="en-GB"/>
              <a:t> </a:t>
            </a:r>
            <a:r>
              <a:rPr lang="en-GB" err="1"/>
              <a:t>anda</a:t>
            </a:r>
            <a:r>
              <a:rPr lang="en-GB"/>
              <a:t> </a:t>
            </a:r>
            <a:r>
              <a:rPr lang="en-GB" err="1"/>
              <a:t>iundiae</a:t>
            </a:r>
            <a:r>
              <a:rPr lang="en-GB"/>
              <a:t> nus </a:t>
            </a:r>
            <a:r>
              <a:rPr lang="en-GB" err="1"/>
              <a:t>evelloria</a:t>
            </a:r>
            <a:r>
              <a:rPr lang="en-GB"/>
              <a:t> </a:t>
            </a:r>
            <a:r>
              <a:rPr lang="en-GB" err="1"/>
              <a:t>adis</a:t>
            </a:r>
            <a:r>
              <a:rPr lang="en-GB"/>
              <a:t> </a:t>
            </a:r>
            <a:r>
              <a:rPr lang="en-GB" err="1"/>
              <a:t>dit</a:t>
            </a:r>
            <a:r>
              <a:rPr lang="en-GB"/>
              <a:t>, sus </a:t>
            </a:r>
            <a:r>
              <a:rPr lang="en-GB" err="1"/>
              <a:t>delestempore</a:t>
            </a:r>
            <a:r>
              <a:rPr lang="en-GB"/>
              <a:t> </a:t>
            </a:r>
            <a:r>
              <a:rPr lang="en-GB" err="1"/>
              <a:t>voluptate</a:t>
            </a:r>
            <a:r>
              <a:rPr lang="en-GB"/>
              <a:t> </a:t>
            </a:r>
            <a:r>
              <a:rPr lang="en-GB" err="1"/>
              <a:t>nos</a:t>
            </a:r>
            <a:r>
              <a:rPr lang="en-GB"/>
              <a:t> pore, </a:t>
            </a:r>
            <a:r>
              <a:rPr lang="en-GB" err="1"/>
              <a:t>eroribusdam</a:t>
            </a:r>
            <a:r>
              <a:rPr lang="en-GB"/>
              <a:t> </a:t>
            </a:r>
            <a:r>
              <a:rPr lang="en-GB" err="1"/>
              <a:t>doluptatquo</a:t>
            </a:r>
            <a:r>
              <a:rPr lang="en-GB"/>
              <a:t> </a:t>
            </a:r>
            <a:r>
              <a:rPr lang="en-GB" err="1"/>
              <a:t>consequod</a:t>
            </a:r>
            <a:r>
              <a:rPr lang="en-GB"/>
              <a:t> que </a:t>
            </a:r>
            <a:r>
              <a:rPr lang="en-GB" err="1"/>
              <a:t>prepelecest</a:t>
            </a:r>
            <a:r>
              <a:rPr lang="en-GB"/>
              <a:t> is cum </a:t>
            </a:r>
            <a:r>
              <a:rPr lang="en-GB" err="1"/>
              <a:t>nobit</a:t>
            </a:r>
            <a:r>
              <a:rPr lang="en-GB"/>
              <a:t> </a:t>
            </a:r>
            <a:r>
              <a:rPr lang="en-GB" err="1"/>
              <a:t>modis</a:t>
            </a:r>
            <a:r>
              <a:rPr lang="en-GB"/>
              <a:t> </a:t>
            </a:r>
            <a:r>
              <a:rPr lang="en-GB" err="1"/>
              <a:t>doluptati</a:t>
            </a:r>
            <a:r>
              <a:rPr lang="en-GB"/>
              <a:t> </a:t>
            </a:r>
            <a:r>
              <a:rPr lang="en-GB" err="1"/>
              <a:t>aut</a:t>
            </a:r>
            <a:r>
              <a:rPr lang="en-GB"/>
              <a:t> accus </a:t>
            </a:r>
            <a:r>
              <a:rPr lang="en-GB" err="1"/>
              <a:t>derio</a:t>
            </a:r>
            <a:r>
              <a:rPr lang="en-GB"/>
              <a:t> </a:t>
            </a:r>
            <a:r>
              <a:rPr lang="en-GB" err="1"/>
              <a:t>blaccae</a:t>
            </a:r>
            <a:r>
              <a:rPr lang="en-GB"/>
              <a:t> voles </a:t>
            </a:r>
            <a:r>
              <a:rPr lang="en-GB" err="1"/>
              <a:t>adit</a:t>
            </a:r>
            <a:r>
              <a:rPr lang="en-GB"/>
              <a:t> por.</a:t>
            </a:r>
          </a:p>
          <a:p>
            <a:pPr marL="0" indent="0">
              <a:buNone/>
            </a:pPr>
            <a:endParaRPr lang="en-GB"/>
          </a:p>
          <a:p>
            <a:pPr marL="0" indent="0">
              <a:buNone/>
            </a:pPr>
            <a:r>
              <a:rPr lang="en-GB" err="1"/>
              <a:t>Facillabore</a:t>
            </a:r>
            <a:r>
              <a:rPr lang="en-GB"/>
              <a:t> </a:t>
            </a:r>
            <a:r>
              <a:rPr lang="en-GB" err="1"/>
              <a:t>coremodis</a:t>
            </a:r>
            <a:r>
              <a:rPr lang="en-GB"/>
              <a:t> qui </a:t>
            </a:r>
            <a:r>
              <a:rPr lang="en-GB" err="1"/>
              <a:t>officit</a:t>
            </a:r>
            <a:r>
              <a:rPr lang="en-GB"/>
              <a:t> </a:t>
            </a:r>
            <a:r>
              <a:rPr lang="en-GB" err="1"/>
              <a:t>aut</a:t>
            </a:r>
            <a:r>
              <a:rPr lang="en-GB"/>
              <a:t> et. </a:t>
            </a:r>
            <a:r>
              <a:rPr lang="en-GB" err="1"/>
              <a:t>Nonsequis</a:t>
            </a:r>
            <a:r>
              <a:rPr lang="en-GB"/>
              <a:t> </a:t>
            </a:r>
            <a:r>
              <a:rPr lang="en-GB" err="1"/>
              <a:t>estia</a:t>
            </a:r>
            <a:r>
              <a:rPr lang="en-GB"/>
              <a:t> </a:t>
            </a:r>
            <a:r>
              <a:rPr lang="en-GB" err="1"/>
              <a:t>vel</a:t>
            </a:r>
            <a:r>
              <a:rPr lang="en-GB"/>
              <a:t> </a:t>
            </a:r>
            <a:r>
              <a:rPr lang="en-GB" err="1"/>
              <a:t>idellam</a:t>
            </a:r>
            <a:r>
              <a:rPr lang="en-GB"/>
              <a:t>, </a:t>
            </a:r>
            <a:r>
              <a:rPr lang="en-GB" err="1"/>
              <a:t>seque</a:t>
            </a:r>
            <a:r>
              <a:rPr lang="en-GB"/>
              <a:t> </a:t>
            </a:r>
            <a:r>
              <a:rPr lang="en-GB" err="1"/>
              <a:t>vel</a:t>
            </a:r>
            <a:r>
              <a:rPr lang="en-GB"/>
              <a:t> </a:t>
            </a:r>
            <a:r>
              <a:rPr lang="en-GB" err="1"/>
              <a:t>ium</a:t>
            </a:r>
            <a:r>
              <a:rPr lang="en-GB"/>
              <a:t> </a:t>
            </a:r>
            <a:r>
              <a:rPr lang="en-GB" err="1"/>
              <a:t>velescim</a:t>
            </a:r>
            <a:r>
              <a:rPr lang="en-GB"/>
              <a:t> se </a:t>
            </a:r>
            <a:r>
              <a:rPr lang="en-GB" err="1"/>
              <a:t>sitat</a:t>
            </a:r>
            <a:r>
              <a:rPr lang="en-GB"/>
              <a:t> re, </a:t>
            </a:r>
            <a:r>
              <a:rPr lang="en-GB" err="1"/>
              <a:t>officil</a:t>
            </a:r>
            <a:r>
              <a:rPr lang="en-GB"/>
              <a:t> </a:t>
            </a:r>
            <a:r>
              <a:rPr lang="en-GB" err="1"/>
              <a:t>lorehen</a:t>
            </a:r>
            <a:r>
              <a:rPr lang="en-GB"/>
              <a:t> </a:t>
            </a:r>
            <a:r>
              <a:rPr lang="en-GB" err="1"/>
              <a:t>dipsam</a:t>
            </a:r>
            <a:r>
              <a:rPr lang="en-GB"/>
              <a:t> </a:t>
            </a:r>
            <a:r>
              <a:rPr lang="en-GB" err="1"/>
              <a:t>nosae</a:t>
            </a:r>
            <a:r>
              <a:rPr lang="en-GB"/>
              <a:t> </a:t>
            </a:r>
            <a:r>
              <a:rPr lang="en-GB" err="1"/>
              <a:t>essit</a:t>
            </a:r>
            <a:r>
              <a:rPr lang="en-GB"/>
              <a:t> </a:t>
            </a:r>
            <a:r>
              <a:rPr lang="en-GB" err="1"/>
              <a:t>optus</a:t>
            </a:r>
            <a:r>
              <a:rPr lang="en-GB"/>
              <a:t> </a:t>
            </a:r>
            <a:r>
              <a:rPr lang="en-GB" err="1"/>
              <a:t>idis</a:t>
            </a:r>
            <a:r>
              <a:rPr lang="en-GB"/>
              <a:t> </a:t>
            </a:r>
            <a:r>
              <a:rPr lang="en-GB" err="1"/>
              <a:t>etur</a:t>
            </a:r>
            <a:r>
              <a:rPr lang="en-GB"/>
              <a:t>, </a:t>
            </a:r>
            <a:r>
              <a:rPr lang="en-GB" err="1"/>
              <a:t>cuptassi</a:t>
            </a:r>
            <a:r>
              <a:rPr lang="en-GB"/>
              <a:t> </a:t>
            </a:r>
            <a:r>
              <a:rPr lang="en-GB" err="1"/>
              <a:t>nienimi</a:t>
            </a:r>
            <a:r>
              <a:rPr lang="en-GB"/>
              <a:t>.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59096E23-A354-96C3-FA4A-A2E112DFEE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/>
              <a:t>Subtitle (optional)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1F1632A8-C8CD-78FD-805A-00BBE0D56688}"/>
              </a:ext>
            </a:extLst>
          </p:cNvPr>
          <p:cNvSpPr/>
          <p:nvPr/>
        </p:nvSpPr>
        <p:spPr>
          <a:xfrm>
            <a:off x="885825" y="3524250"/>
            <a:ext cx="6959600" cy="1427893"/>
          </a:xfrm>
          <a:prstGeom prst="rect">
            <a:avLst/>
          </a:prstGeom>
          <a:noFill/>
          <a:ln w="25400">
            <a:solidFill>
              <a:srgbClr val="0D9A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tIns="72000" rIns="126000" bIns="72000" rtlCol="0" anchor="t">
            <a:noAutofit/>
          </a:bodyPr>
          <a:lstStyle/>
          <a:p>
            <a:pPr algn="l">
              <a:spcAft>
                <a:spcPts val="600"/>
              </a:spcAft>
            </a:pPr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473D0B78-296E-0DA6-3C2B-DB04612834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en-GB" smtClean="0"/>
              <a:pPr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35787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DE4DFC2D-02C0-8C9C-A27C-3177FC11C8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 rot="5400000">
            <a:off x="958975" y="1792296"/>
            <a:ext cx="664277" cy="547051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726FF29-02EA-DC56-6896-001243B3A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Project phases</a:t>
            </a:r>
            <a:br>
              <a:rPr lang="en-GB"/>
            </a:br>
            <a:endParaRPr lang="en-GB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AE02289-0B48-DA42-8D64-A28290F9A50A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09588" y="925200"/>
            <a:ext cx="9136062" cy="244800"/>
          </a:xfrm>
        </p:spPr>
        <p:txBody>
          <a:bodyPr/>
          <a:lstStyle/>
          <a:p>
            <a:r>
              <a:rPr lang="en-GB"/>
              <a:t>Subtitle (optional)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EA5ECF3C-B8C0-4ECB-F88D-94C1F9FFD1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58974" y="1792297"/>
            <a:ext cx="664278" cy="547051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F6885CEC-FE95-70A8-7135-7FDCDD2B900C}"/>
              </a:ext>
            </a:extLst>
          </p:cNvPr>
          <p:cNvSpPr txBox="1"/>
          <p:nvPr/>
        </p:nvSpPr>
        <p:spPr>
          <a:xfrm>
            <a:off x="1017588" y="1725652"/>
            <a:ext cx="9124950" cy="540000"/>
          </a:xfrm>
          <a:prstGeom prst="rect">
            <a:avLst/>
          </a:prstGeom>
          <a:noFill/>
        </p:spPr>
        <p:txBody>
          <a:bodyPr wrap="square" lIns="1008000" tIns="0" rIns="0" bIns="0" rtlCol="0" anchor="ctr">
            <a:noAutofit/>
          </a:bodyPr>
          <a:lstStyle/>
          <a:p>
            <a:pPr>
              <a:spcAft>
                <a:spcPts val="1200"/>
              </a:spcAft>
            </a:pPr>
            <a:r>
              <a:rPr lang="en-GB" sz="1600" b="1" err="1">
                <a:solidFill>
                  <a:schemeClr val="accent6"/>
                </a:solidFill>
              </a:rPr>
              <a:t>Bulletpoint</a:t>
            </a:r>
            <a:r>
              <a:rPr lang="en-GB" sz="1600" b="1">
                <a:solidFill>
                  <a:schemeClr val="accent6"/>
                </a:solidFill>
              </a:rPr>
              <a:t>. Two lines maximum. </a:t>
            </a:r>
            <a:r>
              <a:rPr lang="en-GB" sz="1600" b="1" err="1">
                <a:solidFill>
                  <a:schemeClr val="accent6"/>
                </a:solidFill>
              </a:rPr>
              <a:t>Agnissim</a:t>
            </a:r>
            <a:r>
              <a:rPr lang="en-GB" sz="1600" b="1">
                <a:solidFill>
                  <a:schemeClr val="accent6"/>
                </a:solidFill>
              </a:rPr>
              <a:t> </a:t>
            </a:r>
            <a:r>
              <a:rPr lang="en-GB" sz="1600" b="1" err="1">
                <a:solidFill>
                  <a:schemeClr val="accent6"/>
                </a:solidFill>
              </a:rPr>
              <a:t>porepel</a:t>
            </a:r>
            <a:r>
              <a:rPr lang="en-GB" sz="1600" b="1">
                <a:solidFill>
                  <a:schemeClr val="accent6"/>
                </a:solidFill>
              </a:rPr>
              <a:t> </a:t>
            </a:r>
            <a:r>
              <a:rPr lang="en-GB" sz="1600" b="1" err="1">
                <a:solidFill>
                  <a:schemeClr val="accent6"/>
                </a:solidFill>
              </a:rPr>
              <a:t>ignietur</a:t>
            </a:r>
            <a:r>
              <a:rPr lang="en-GB" sz="1600">
                <a:solidFill>
                  <a:schemeClr val="accent6"/>
                </a:solidFill>
              </a:rPr>
              <a:t>, </a:t>
            </a:r>
            <a:r>
              <a:rPr lang="en-GB" sz="1600" err="1">
                <a:solidFill>
                  <a:schemeClr val="accent6"/>
                </a:solidFill>
              </a:rPr>
              <a:t>invel</a:t>
            </a:r>
            <a:r>
              <a:rPr lang="en-GB" sz="1600">
                <a:solidFill>
                  <a:schemeClr val="accent6"/>
                </a:solidFill>
              </a:rPr>
              <a:t> </a:t>
            </a:r>
            <a:r>
              <a:rPr lang="en-GB" sz="1600" err="1">
                <a:solidFill>
                  <a:schemeClr val="accent6"/>
                </a:solidFill>
              </a:rPr>
              <a:t>molles</a:t>
            </a:r>
            <a:r>
              <a:rPr lang="en-GB" sz="1600">
                <a:solidFill>
                  <a:schemeClr val="accent6"/>
                </a:solidFill>
              </a:rPr>
              <a:t> </a:t>
            </a:r>
            <a:r>
              <a:rPr lang="en-GB" sz="1600" err="1">
                <a:solidFill>
                  <a:schemeClr val="accent6"/>
                </a:solidFill>
              </a:rPr>
              <a:t>aliciamus</a:t>
            </a:r>
            <a:r>
              <a:rPr lang="en-GB" sz="1600">
                <a:solidFill>
                  <a:schemeClr val="accent6"/>
                </a:solidFill>
              </a:rPr>
              <a:t> </a:t>
            </a:r>
            <a:r>
              <a:rPr lang="en-GB" sz="1600" err="1">
                <a:solidFill>
                  <a:schemeClr val="accent6"/>
                </a:solidFill>
              </a:rPr>
              <a:t>doluptatum</a:t>
            </a:r>
            <a:r>
              <a:rPr lang="en-GB" sz="1600">
                <a:solidFill>
                  <a:schemeClr val="accent6"/>
                </a:solidFill>
              </a:rPr>
              <a:t>, ape </a:t>
            </a:r>
            <a:r>
              <a:rPr lang="en-GB" sz="1600" err="1">
                <a:solidFill>
                  <a:schemeClr val="accent6"/>
                </a:solidFill>
              </a:rPr>
              <a:t>sape</a:t>
            </a:r>
            <a:r>
              <a:rPr lang="en-GB" sz="1600">
                <a:solidFill>
                  <a:schemeClr val="accent6"/>
                </a:solidFill>
              </a:rPr>
              <a:t> </a:t>
            </a:r>
            <a:r>
              <a:rPr lang="en-GB" sz="1600" err="1">
                <a:solidFill>
                  <a:schemeClr val="accent6"/>
                </a:solidFill>
              </a:rPr>
              <a:t>nonseque</a:t>
            </a:r>
            <a:r>
              <a:rPr lang="en-GB" sz="1600">
                <a:solidFill>
                  <a:schemeClr val="accent6"/>
                </a:solidFill>
              </a:rPr>
              <a:t> </a:t>
            </a:r>
            <a:r>
              <a:rPr lang="en-GB" sz="1600" err="1">
                <a:solidFill>
                  <a:schemeClr val="accent6"/>
                </a:solidFill>
              </a:rPr>
              <a:t>adi</a:t>
            </a:r>
            <a:r>
              <a:rPr lang="en-GB" sz="1600">
                <a:solidFill>
                  <a:schemeClr val="accent6"/>
                </a:solidFill>
              </a:rPr>
              <a:t> </a:t>
            </a:r>
            <a:r>
              <a:rPr lang="en-GB" sz="1600" err="1">
                <a:solidFill>
                  <a:schemeClr val="accent6"/>
                </a:solidFill>
              </a:rPr>
              <a:t>audae</a:t>
            </a:r>
            <a:r>
              <a:rPr lang="en-GB" sz="1600">
                <a:solidFill>
                  <a:schemeClr val="accent6"/>
                </a:solidFill>
              </a:rPr>
              <a:t> </a:t>
            </a:r>
            <a:r>
              <a:rPr lang="en-GB" sz="1600" err="1">
                <a:solidFill>
                  <a:schemeClr val="accent6"/>
                </a:solidFill>
              </a:rPr>
              <a:t>ni</a:t>
            </a:r>
            <a:r>
              <a:rPr lang="en-GB" sz="1600">
                <a:solidFill>
                  <a:schemeClr val="accent6"/>
                </a:solidFill>
              </a:rPr>
              <a:t> </a:t>
            </a:r>
            <a:r>
              <a:rPr lang="en-GB" sz="1600" err="1">
                <a:solidFill>
                  <a:schemeClr val="accent6"/>
                </a:solidFill>
              </a:rPr>
              <a:t>comnim</a:t>
            </a:r>
            <a:endParaRPr lang="en-GB" sz="1600">
              <a:solidFill>
                <a:schemeClr val="accent6"/>
              </a:solidFill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BE71666-00BD-A0F6-84BA-5489B2A545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24640" y="1744937"/>
            <a:ext cx="539999" cy="653023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CB50F7A5-371E-797D-5C0B-9C6FAA45FA27}"/>
              </a:ext>
            </a:extLst>
          </p:cNvPr>
          <p:cNvSpPr txBox="1"/>
          <p:nvPr/>
        </p:nvSpPr>
        <p:spPr>
          <a:xfrm>
            <a:off x="1024639" y="1755252"/>
            <a:ext cx="540000" cy="54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>
              <a:spcAft>
                <a:spcPts val="1200"/>
              </a:spcAft>
            </a:pPr>
            <a:r>
              <a:rPr lang="en-GB" sz="2800">
                <a:latin typeface="Charité Text Office Medium" pitchFamily="2" charset="0"/>
              </a:rPr>
              <a:t>1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29534622-821B-C8EB-94FD-90F104645B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 rot="5400000">
            <a:off x="966901" y="2699263"/>
            <a:ext cx="651600" cy="53661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BC73FBC7-D946-B9B9-412E-58803EDC2C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64843" y="2697568"/>
            <a:ext cx="655716" cy="540000"/>
          </a:xfrm>
          <a:prstGeom prst="rect">
            <a:avLst/>
          </a:prstGeom>
        </p:spPr>
      </p:pic>
      <p:sp>
        <p:nvSpPr>
          <p:cNvPr id="19" name="Textfeld 18">
            <a:extLst>
              <a:ext uri="{FF2B5EF4-FFF2-40B4-BE49-F238E27FC236}">
                <a16:creationId xmlns:a16="http://schemas.microsoft.com/office/drawing/2014/main" id="{718EAC69-45DC-0912-13EB-713DB470DCE4}"/>
              </a:ext>
            </a:extLst>
          </p:cNvPr>
          <p:cNvSpPr txBox="1"/>
          <p:nvPr/>
        </p:nvSpPr>
        <p:spPr>
          <a:xfrm>
            <a:off x="1017588" y="2681248"/>
            <a:ext cx="9124950" cy="540000"/>
          </a:xfrm>
          <a:prstGeom prst="rect">
            <a:avLst/>
          </a:prstGeom>
          <a:noFill/>
        </p:spPr>
        <p:txBody>
          <a:bodyPr wrap="square" lIns="1008000" tIns="0" rIns="0" bIns="0" rtlCol="0" anchor="ctr">
            <a:noAutofit/>
          </a:bodyPr>
          <a:lstStyle/>
          <a:p>
            <a:pPr>
              <a:spcAft>
                <a:spcPts val="1200"/>
              </a:spcAft>
            </a:pPr>
            <a:r>
              <a:rPr lang="en-GB" sz="1600" b="1" err="1">
                <a:solidFill>
                  <a:schemeClr val="accent6"/>
                </a:solidFill>
              </a:rPr>
              <a:t>Bulletpoint</a:t>
            </a:r>
            <a:r>
              <a:rPr lang="en-GB" sz="1600" b="1">
                <a:solidFill>
                  <a:schemeClr val="accent6"/>
                </a:solidFill>
              </a:rPr>
              <a:t>. Two lines maximum. </a:t>
            </a:r>
            <a:r>
              <a:rPr lang="en-GB" sz="1600" b="1" err="1">
                <a:solidFill>
                  <a:schemeClr val="accent6"/>
                </a:solidFill>
              </a:rPr>
              <a:t>Agnissim</a:t>
            </a:r>
            <a:r>
              <a:rPr lang="en-GB" sz="1600" b="1">
                <a:solidFill>
                  <a:schemeClr val="accent6"/>
                </a:solidFill>
              </a:rPr>
              <a:t> </a:t>
            </a:r>
            <a:r>
              <a:rPr lang="en-GB" sz="1600" b="1" err="1">
                <a:solidFill>
                  <a:schemeClr val="accent6"/>
                </a:solidFill>
              </a:rPr>
              <a:t>porepel</a:t>
            </a:r>
            <a:r>
              <a:rPr lang="en-GB" sz="1600" b="1">
                <a:solidFill>
                  <a:schemeClr val="accent6"/>
                </a:solidFill>
              </a:rPr>
              <a:t> </a:t>
            </a:r>
            <a:r>
              <a:rPr lang="en-GB" sz="1600" b="1" err="1">
                <a:solidFill>
                  <a:schemeClr val="accent6"/>
                </a:solidFill>
              </a:rPr>
              <a:t>ignietur</a:t>
            </a:r>
            <a:r>
              <a:rPr lang="en-GB" sz="1600">
                <a:solidFill>
                  <a:schemeClr val="accent6"/>
                </a:solidFill>
              </a:rPr>
              <a:t>, </a:t>
            </a:r>
            <a:r>
              <a:rPr lang="en-GB" sz="1600" err="1">
                <a:solidFill>
                  <a:schemeClr val="accent6"/>
                </a:solidFill>
              </a:rPr>
              <a:t>invel</a:t>
            </a:r>
            <a:r>
              <a:rPr lang="en-GB" sz="1600">
                <a:solidFill>
                  <a:schemeClr val="accent6"/>
                </a:solidFill>
              </a:rPr>
              <a:t> </a:t>
            </a:r>
            <a:r>
              <a:rPr lang="en-GB" sz="1600" err="1">
                <a:solidFill>
                  <a:schemeClr val="accent6"/>
                </a:solidFill>
              </a:rPr>
              <a:t>molles</a:t>
            </a:r>
            <a:r>
              <a:rPr lang="en-GB" sz="1600">
                <a:solidFill>
                  <a:schemeClr val="accent6"/>
                </a:solidFill>
              </a:rPr>
              <a:t> </a:t>
            </a:r>
            <a:r>
              <a:rPr lang="en-GB" sz="1600" err="1">
                <a:solidFill>
                  <a:schemeClr val="accent6"/>
                </a:solidFill>
              </a:rPr>
              <a:t>aliciamus</a:t>
            </a:r>
            <a:r>
              <a:rPr lang="en-GB" sz="1600">
                <a:solidFill>
                  <a:schemeClr val="accent6"/>
                </a:solidFill>
              </a:rPr>
              <a:t> </a:t>
            </a:r>
            <a:r>
              <a:rPr lang="en-GB" sz="1600" err="1">
                <a:solidFill>
                  <a:schemeClr val="accent6"/>
                </a:solidFill>
              </a:rPr>
              <a:t>doluptatum</a:t>
            </a:r>
            <a:r>
              <a:rPr lang="en-GB" sz="1600">
                <a:solidFill>
                  <a:schemeClr val="accent6"/>
                </a:solidFill>
              </a:rPr>
              <a:t>, ape </a:t>
            </a:r>
            <a:r>
              <a:rPr lang="en-GB" sz="1600" err="1">
                <a:solidFill>
                  <a:schemeClr val="accent6"/>
                </a:solidFill>
              </a:rPr>
              <a:t>sape</a:t>
            </a:r>
            <a:r>
              <a:rPr lang="en-GB" sz="1600">
                <a:solidFill>
                  <a:schemeClr val="accent6"/>
                </a:solidFill>
              </a:rPr>
              <a:t> </a:t>
            </a:r>
            <a:r>
              <a:rPr lang="en-GB" sz="1600" err="1">
                <a:solidFill>
                  <a:schemeClr val="accent6"/>
                </a:solidFill>
              </a:rPr>
              <a:t>nonseque</a:t>
            </a:r>
            <a:r>
              <a:rPr lang="en-GB" sz="1600">
                <a:solidFill>
                  <a:schemeClr val="accent6"/>
                </a:solidFill>
              </a:rPr>
              <a:t> </a:t>
            </a:r>
            <a:r>
              <a:rPr lang="en-GB" sz="1600" err="1">
                <a:solidFill>
                  <a:schemeClr val="accent6"/>
                </a:solidFill>
              </a:rPr>
              <a:t>adi</a:t>
            </a:r>
            <a:r>
              <a:rPr lang="en-GB" sz="1600">
                <a:solidFill>
                  <a:schemeClr val="accent6"/>
                </a:solidFill>
              </a:rPr>
              <a:t> </a:t>
            </a:r>
            <a:r>
              <a:rPr lang="en-GB" sz="1600" err="1">
                <a:solidFill>
                  <a:schemeClr val="accent6"/>
                </a:solidFill>
              </a:rPr>
              <a:t>audae</a:t>
            </a:r>
            <a:r>
              <a:rPr lang="en-GB" sz="1600">
                <a:solidFill>
                  <a:schemeClr val="accent6"/>
                </a:solidFill>
              </a:rPr>
              <a:t> </a:t>
            </a:r>
            <a:r>
              <a:rPr lang="en-GB" sz="1600" err="1">
                <a:solidFill>
                  <a:schemeClr val="accent6"/>
                </a:solidFill>
              </a:rPr>
              <a:t>ni</a:t>
            </a:r>
            <a:r>
              <a:rPr lang="en-GB" sz="1600">
                <a:solidFill>
                  <a:schemeClr val="accent6"/>
                </a:solidFill>
              </a:rPr>
              <a:t> </a:t>
            </a:r>
            <a:r>
              <a:rPr lang="en-GB" sz="1600" err="1">
                <a:solidFill>
                  <a:schemeClr val="accent6"/>
                </a:solidFill>
              </a:rPr>
              <a:t>comnim</a:t>
            </a:r>
            <a:endParaRPr lang="en-GB" sz="1600">
              <a:solidFill>
                <a:schemeClr val="accent6"/>
              </a:solidFill>
            </a:endParaRP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20F039ED-6CCD-80A4-5713-EDE1D3939E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22702" y="2641057"/>
            <a:ext cx="539999" cy="653023"/>
          </a:xfrm>
          <a:prstGeom prst="rect">
            <a:avLst/>
          </a:prstGeom>
        </p:spPr>
      </p:pic>
      <p:sp>
        <p:nvSpPr>
          <p:cNvPr id="21" name="Textfeld 20">
            <a:extLst>
              <a:ext uri="{FF2B5EF4-FFF2-40B4-BE49-F238E27FC236}">
                <a16:creationId xmlns:a16="http://schemas.microsoft.com/office/drawing/2014/main" id="{80E321B4-FCAF-D9AF-0344-9DAA8726BA58}"/>
              </a:ext>
            </a:extLst>
          </p:cNvPr>
          <p:cNvSpPr txBox="1"/>
          <p:nvPr/>
        </p:nvSpPr>
        <p:spPr>
          <a:xfrm>
            <a:off x="1022701" y="2633062"/>
            <a:ext cx="540000" cy="54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>
              <a:spcAft>
                <a:spcPts val="1200"/>
              </a:spcAft>
            </a:pPr>
            <a:r>
              <a:rPr lang="en-GB" sz="2800">
                <a:latin typeface="Charité Text Office Medium" pitchFamily="2" charset="0"/>
              </a:rPr>
              <a:t>2</a:t>
            </a:r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AE4F5F48-4601-9435-DA2B-1A6F148BE2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 rot="5400000">
            <a:off x="966538" y="3697589"/>
            <a:ext cx="655716" cy="540000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DCBD99A4-867C-1451-E734-D92956F6EF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66538" y="3697589"/>
            <a:ext cx="655716" cy="540000"/>
          </a:xfrm>
          <a:prstGeom prst="rect">
            <a:avLst/>
          </a:prstGeom>
        </p:spPr>
      </p:pic>
      <p:sp>
        <p:nvSpPr>
          <p:cNvPr id="25" name="Textfeld 24">
            <a:extLst>
              <a:ext uri="{FF2B5EF4-FFF2-40B4-BE49-F238E27FC236}">
                <a16:creationId xmlns:a16="http://schemas.microsoft.com/office/drawing/2014/main" id="{9C21531D-0F02-F0DF-5AB8-53BE37E3893F}"/>
              </a:ext>
            </a:extLst>
          </p:cNvPr>
          <p:cNvSpPr txBox="1"/>
          <p:nvPr/>
        </p:nvSpPr>
        <p:spPr>
          <a:xfrm>
            <a:off x="1017588" y="3636753"/>
            <a:ext cx="9124950" cy="540000"/>
          </a:xfrm>
          <a:prstGeom prst="rect">
            <a:avLst/>
          </a:prstGeom>
          <a:noFill/>
        </p:spPr>
        <p:txBody>
          <a:bodyPr wrap="square" lIns="1008000" tIns="0" rIns="0" bIns="0" rtlCol="0" anchor="ctr">
            <a:noAutofit/>
          </a:bodyPr>
          <a:lstStyle/>
          <a:p>
            <a:pPr>
              <a:spcAft>
                <a:spcPts val="1200"/>
              </a:spcAft>
            </a:pPr>
            <a:r>
              <a:rPr lang="en-GB" sz="1600" b="1" err="1">
                <a:solidFill>
                  <a:schemeClr val="accent6"/>
                </a:solidFill>
              </a:rPr>
              <a:t>Bulletpoint</a:t>
            </a:r>
            <a:r>
              <a:rPr lang="en-GB" sz="1600" b="1">
                <a:solidFill>
                  <a:schemeClr val="accent6"/>
                </a:solidFill>
              </a:rPr>
              <a:t>. Two lines maximum. </a:t>
            </a:r>
            <a:r>
              <a:rPr lang="en-GB" sz="1600" b="1" err="1">
                <a:solidFill>
                  <a:schemeClr val="accent6"/>
                </a:solidFill>
              </a:rPr>
              <a:t>Agnissim</a:t>
            </a:r>
            <a:r>
              <a:rPr lang="en-GB" sz="1600" b="1">
                <a:solidFill>
                  <a:schemeClr val="accent6"/>
                </a:solidFill>
              </a:rPr>
              <a:t> </a:t>
            </a:r>
            <a:r>
              <a:rPr lang="en-GB" sz="1600" b="1" err="1">
                <a:solidFill>
                  <a:schemeClr val="accent6"/>
                </a:solidFill>
              </a:rPr>
              <a:t>porepel</a:t>
            </a:r>
            <a:r>
              <a:rPr lang="en-GB" sz="1600" b="1">
                <a:solidFill>
                  <a:schemeClr val="accent6"/>
                </a:solidFill>
              </a:rPr>
              <a:t> </a:t>
            </a:r>
            <a:r>
              <a:rPr lang="en-GB" sz="1600" b="1" err="1">
                <a:solidFill>
                  <a:schemeClr val="accent6"/>
                </a:solidFill>
              </a:rPr>
              <a:t>ignietur</a:t>
            </a:r>
            <a:r>
              <a:rPr lang="en-GB" sz="1600">
                <a:solidFill>
                  <a:schemeClr val="accent6"/>
                </a:solidFill>
              </a:rPr>
              <a:t>, </a:t>
            </a:r>
            <a:r>
              <a:rPr lang="en-GB" sz="1600" err="1">
                <a:solidFill>
                  <a:schemeClr val="accent6"/>
                </a:solidFill>
              </a:rPr>
              <a:t>invel</a:t>
            </a:r>
            <a:r>
              <a:rPr lang="en-GB" sz="1600">
                <a:solidFill>
                  <a:schemeClr val="accent6"/>
                </a:solidFill>
              </a:rPr>
              <a:t> </a:t>
            </a:r>
            <a:r>
              <a:rPr lang="en-GB" sz="1600" err="1">
                <a:solidFill>
                  <a:schemeClr val="accent6"/>
                </a:solidFill>
              </a:rPr>
              <a:t>molles</a:t>
            </a:r>
            <a:r>
              <a:rPr lang="en-GB" sz="1600">
                <a:solidFill>
                  <a:schemeClr val="accent6"/>
                </a:solidFill>
              </a:rPr>
              <a:t> </a:t>
            </a:r>
            <a:r>
              <a:rPr lang="en-GB" sz="1600" err="1">
                <a:solidFill>
                  <a:schemeClr val="accent6"/>
                </a:solidFill>
              </a:rPr>
              <a:t>aliciamus</a:t>
            </a:r>
            <a:r>
              <a:rPr lang="en-GB" sz="1600">
                <a:solidFill>
                  <a:schemeClr val="accent6"/>
                </a:solidFill>
              </a:rPr>
              <a:t> </a:t>
            </a:r>
            <a:r>
              <a:rPr lang="en-GB" sz="1600" err="1">
                <a:solidFill>
                  <a:schemeClr val="accent6"/>
                </a:solidFill>
              </a:rPr>
              <a:t>doluptatum</a:t>
            </a:r>
            <a:r>
              <a:rPr lang="en-GB" sz="1600">
                <a:solidFill>
                  <a:schemeClr val="accent6"/>
                </a:solidFill>
              </a:rPr>
              <a:t>, ape </a:t>
            </a:r>
            <a:r>
              <a:rPr lang="en-GB" sz="1600" err="1">
                <a:solidFill>
                  <a:schemeClr val="accent6"/>
                </a:solidFill>
              </a:rPr>
              <a:t>sape</a:t>
            </a:r>
            <a:r>
              <a:rPr lang="en-GB" sz="1600">
                <a:solidFill>
                  <a:schemeClr val="accent6"/>
                </a:solidFill>
              </a:rPr>
              <a:t> </a:t>
            </a:r>
            <a:r>
              <a:rPr lang="en-GB" sz="1600" err="1">
                <a:solidFill>
                  <a:schemeClr val="accent6"/>
                </a:solidFill>
              </a:rPr>
              <a:t>nonseque</a:t>
            </a:r>
            <a:r>
              <a:rPr lang="en-GB" sz="1600">
                <a:solidFill>
                  <a:schemeClr val="accent6"/>
                </a:solidFill>
              </a:rPr>
              <a:t> </a:t>
            </a:r>
            <a:r>
              <a:rPr lang="en-GB" sz="1600" err="1">
                <a:solidFill>
                  <a:schemeClr val="accent6"/>
                </a:solidFill>
              </a:rPr>
              <a:t>adi</a:t>
            </a:r>
            <a:r>
              <a:rPr lang="en-GB" sz="1600">
                <a:solidFill>
                  <a:schemeClr val="accent6"/>
                </a:solidFill>
              </a:rPr>
              <a:t> </a:t>
            </a:r>
            <a:r>
              <a:rPr lang="en-GB" sz="1600" err="1">
                <a:solidFill>
                  <a:schemeClr val="accent6"/>
                </a:solidFill>
              </a:rPr>
              <a:t>audae</a:t>
            </a:r>
            <a:r>
              <a:rPr lang="en-GB" sz="1600">
                <a:solidFill>
                  <a:schemeClr val="accent6"/>
                </a:solidFill>
              </a:rPr>
              <a:t> </a:t>
            </a:r>
            <a:r>
              <a:rPr lang="en-GB" sz="1600" err="1">
                <a:solidFill>
                  <a:schemeClr val="accent6"/>
                </a:solidFill>
              </a:rPr>
              <a:t>ni</a:t>
            </a:r>
            <a:r>
              <a:rPr lang="en-GB" sz="1600">
                <a:solidFill>
                  <a:schemeClr val="accent6"/>
                </a:solidFill>
              </a:rPr>
              <a:t> </a:t>
            </a:r>
            <a:r>
              <a:rPr lang="en-GB" sz="1600" err="1">
                <a:solidFill>
                  <a:schemeClr val="accent6"/>
                </a:solidFill>
              </a:rPr>
              <a:t>comnim</a:t>
            </a:r>
            <a:endParaRPr lang="en-GB" sz="1600">
              <a:solidFill>
                <a:schemeClr val="accent6"/>
              </a:solidFill>
            </a:endParaRPr>
          </a:p>
        </p:txBody>
      </p:sp>
      <p:pic>
        <p:nvPicPr>
          <p:cNvPr id="26" name="Grafik 25">
            <a:extLst>
              <a:ext uri="{FF2B5EF4-FFF2-40B4-BE49-F238E27FC236}">
                <a16:creationId xmlns:a16="http://schemas.microsoft.com/office/drawing/2014/main" id="{B14E6D12-112F-A138-3C0C-3E528B3078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24397" y="3642424"/>
            <a:ext cx="539999" cy="653023"/>
          </a:xfrm>
          <a:prstGeom prst="rect">
            <a:avLst/>
          </a:prstGeom>
        </p:spPr>
      </p:pic>
      <p:sp>
        <p:nvSpPr>
          <p:cNvPr id="27" name="Textfeld 26">
            <a:extLst>
              <a:ext uri="{FF2B5EF4-FFF2-40B4-BE49-F238E27FC236}">
                <a16:creationId xmlns:a16="http://schemas.microsoft.com/office/drawing/2014/main" id="{6FFDD30B-0AB3-9516-6F3C-2E754C138F0F}"/>
              </a:ext>
            </a:extLst>
          </p:cNvPr>
          <p:cNvSpPr txBox="1"/>
          <p:nvPr/>
        </p:nvSpPr>
        <p:spPr>
          <a:xfrm>
            <a:off x="1024396" y="3642424"/>
            <a:ext cx="540000" cy="54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>
              <a:spcAft>
                <a:spcPts val="1200"/>
              </a:spcAft>
            </a:pPr>
            <a:r>
              <a:rPr lang="en-GB" sz="2800">
                <a:latin typeface="Charité Text Office Medium" pitchFamily="2" charset="0"/>
              </a:rPr>
              <a:t>3</a:t>
            </a:r>
          </a:p>
        </p:txBody>
      </p:sp>
      <p:pic>
        <p:nvPicPr>
          <p:cNvPr id="28" name="Grafik 27">
            <a:extLst>
              <a:ext uri="{FF2B5EF4-FFF2-40B4-BE49-F238E27FC236}">
                <a16:creationId xmlns:a16="http://schemas.microsoft.com/office/drawing/2014/main" id="{6C221533-90E5-3818-F160-CCD4E9370F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 rot="5400000">
            <a:off x="964843" y="4661458"/>
            <a:ext cx="655716" cy="540000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A6658091-4C6A-78C6-85E0-05DD93AC74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64843" y="4661458"/>
            <a:ext cx="655716" cy="540000"/>
          </a:xfrm>
          <a:prstGeom prst="rect">
            <a:avLst/>
          </a:prstGeom>
        </p:spPr>
      </p:pic>
      <p:sp>
        <p:nvSpPr>
          <p:cNvPr id="40" name="Textfeld 39">
            <a:extLst>
              <a:ext uri="{FF2B5EF4-FFF2-40B4-BE49-F238E27FC236}">
                <a16:creationId xmlns:a16="http://schemas.microsoft.com/office/drawing/2014/main" id="{332BD986-BB49-47D8-EE67-888B08D3822C}"/>
              </a:ext>
            </a:extLst>
          </p:cNvPr>
          <p:cNvSpPr txBox="1"/>
          <p:nvPr/>
        </p:nvSpPr>
        <p:spPr>
          <a:xfrm>
            <a:off x="1017588" y="4603600"/>
            <a:ext cx="9124950" cy="540000"/>
          </a:xfrm>
          <a:prstGeom prst="rect">
            <a:avLst/>
          </a:prstGeom>
          <a:noFill/>
        </p:spPr>
        <p:txBody>
          <a:bodyPr wrap="square" lIns="1008000" tIns="0" rIns="0" bIns="0" rtlCol="0" anchor="ctr">
            <a:noAutofit/>
          </a:bodyPr>
          <a:lstStyle/>
          <a:p>
            <a:pPr>
              <a:spcAft>
                <a:spcPts val="1200"/>
              </a:spcAft>
            </a:pPr>
            <a:r>
              <a:rPr lang="en-GB" sz="1600" b="1" err="1">
                <a:solidFill>
                  <a:schemeClr val="accent6"/>
                </a:solidFill>
              </a:rPr>
              <a:t>Bulletpoint</a:t>
            </a:r>
            <a:r>
              <a:rPr lang="en-GB" sz="1600" b="1">
                <a:solidFill>
                  <a:schemeClr val="accent6"/>
                </a:solidFill>
              </a:rPr>
              <a:t>. Two lines maximum. </a:t>
            </a:r>
            <a:r>
              <a:rPr lang="en-GB" sz="1600" b="1" err="1">
                <a:solidFill>
                  <a:schemeClr val="accent6"/>
                </a:solidFill>
              </a:rPr>
              <a:t>Agnissim</a:t>
            </a:r>
            <a:r>
              <a:rPr lang="en-GB" sz="1600" b="1">
                <a:solidFill>
                  <a:schemeClr val="accent6"/>
                </a:solidFill>
              </a:rPr>
              <a:t> </a:t>
            </a:r>
            <a:r>
              <a:rPr lang="en-GB" sz="1600" b="1" err="1">
                <a:solidFill>
                  <a:schemeClr val="accent6"/>
                </a:solidFill>
              </a:rPr>
              <a:t>porepel</a:t>
            </a:r>
            <a:r>
              <a:rPr lang="en-GB" sz="1600" b="1">
                <a:solidFill>
                  <a:schemeClr val="accent6"/>
                </a:solidFill>
              </a:rPr>
              <a:t> </a:t>
            </a:r>
            <a:r>
              <a:rPr lang="en-GB" sz="1600" b="1" err="1">
                <a:solidFill>
                  <a:schemeClr val="accent6"/>
                </a:solidFill>
              </a:rPr>
              <a:t>ignietur</a:t>
            </a:r>
            <a:r>
              <a:rPr lang="en-GB" sz="1600">
                <a:solidFill>
                  <a:schemeClr val="accent6"/>
                </a:solidFill>
              </a:rPr>
              <a:t>, </a:t>
            </a:r>
            <a:r>
              <a:rPr lang="en-GB" sz="1600" err="1">
                <a:solidFill>
                  <a:schemeClr val="accent6"/>
                </a:solidFill>
              </a:rPr>
              <a:t>invel</a:t>
            </a:r>
            <a:r>
              <a:rPr lang="en-GB" sz="1600">
                <a:solidFill>
                  <a:schemeClr val="accent6"/>
                </a:solidFill>
              </a:rPr>
              <a:t> </a:t>
            </a:r>
            <a:r>
              <a:rPr lang="en-GB" sz="1600" err="1">
                <a:solidFill>
                  <a:schemeClr val="accent6"/>
                </a:solidFill>
              </a:rPr>
              <a:t>molles</a:t>
            </a:r>
            <a:r>
              <a:rPr lang="en-GB" sz="1600">
                <a:solidFill>
                  <a:schemeClr val="accent6"/>
                </a:solidFill>
              </a:rPr>
              <a:t> </a:t>
            </a:r>
            <a:r>
              <a:rPr lang="en-GB" sz="1600" err="1">
                <a:solidFill>
                  <a:schemeClr val="accent6"/>
                </a:solidFill>
              </a:rPr>
              <a:t>aliciamus</a:t>
            </a:r>
            <a:r>
              <a:rPr lang="en-GB" sz="1600">
                <a:solidFill>
                  <a:schemeClr val="accent6"/>
                </a:solidFill>
              </a:rPr>
              <a:t> </a:t>
            </a:r>
            <a:r>
              <a:rPr lang="en-GB" sz="1600" err="1">
                <a:solidFill>
                  <a:schemeClr val="accent6"/>
                </a:solidFill>
              </a:rPr>
              <a:t>doluptatum</a:t>
            </a:r>
            <a:r>
              <a:rPr lang="en-GB" sz="1600">
                <a:solidFill>
                  <a:schemeClr val="accent6"/>
                </a:solidFill>
              </a:rPr>
              <a:t>, ape </a:t>
            </a:r>
            <a:r>
              <a:rPr lang="en-GB" sz="1600" err="1">
                <a:solidFill>
                  <a:schemeClr val="accent6"/>
                </a:solidFill>
              </a:rPr>
              <a:t>sape</a:t>
            </a:r>
            <a:r>
              <a:rPr lang="en-GB" sz="1600">
                <a:solidFill>
                  <a:schemeClr val="accent6"/>
                </a:solidFill>
              </a:rPr>
              <a:t> </a:t>
            </a:r>
            <a:r>
              <a:rPr lang="en-GB" sz="1600" err="1">
                <a:solidFill>
                  <a:schemeClr val="accent6"/>
                </a:solidFill>
              </a:rPr>
              <a:t>nonseque</a:t>
            </a:r>
            <a:r>
              <a:rPr lang="en-GB" sz="1600">
                <a:solidFill>
                  <a:schemeClr val="accent6"/>
                </a:solidFill>
              </a:rPr>
              <a:t> </a:t>
            </a:r>
            <a:r>
              <a:rPr lang="en-GB" sz="1600" err="1">
                <a:solidFill>
                  <a:schemeClr val="accent6"/>
                </a:solidFill>
              </a:rPr>
              <a:t>adi</a:t>
            </a:r>
            <a:r>
              <a:rPr lang="en-GB" sz="1600">
                <a:solidFill>
                  <a:schemeClr val="accent6"/>
                </a:solidFill>
              </a:rPr>
              <a:t> </a:t>
            </a:r>
            <a:r>
              <a:rPr lang="en-GB" sz="1600" err="1">
                <a:solidFill>
                  <a:schemeClr val="accent6"/>
                </a:solidFill>
              </a:rPr>
              <a:t>audae</a:t>
            </a:r>
            <a:r>
              <a:rPr lang="en-GB" sz="1600">
                <a:solidFill>
                  <a:schemeClr val="accent6"/>
                </a:solidFill>
              </a:rPr>
              <a:t> </a:t>
            </a:r>
            <a:r>
              <a:rPr lang="en-GB" sz="1600" err="1">
                <a:solidFill>
                  <a:schemeClr val="accent6"/>
                </a:solidFill>
              </a:rPr>
              <a:t>ni</a:t>
            </a:r>
            <a:r>
              <a:rPr lang="en-GB" sz="1600">
                <a:solidFill>
                  <a:schemeClr val="accent6"/>
                </a:solidFill>
              </a:rPr>
              <a:t> </a:t>
            </a:r>
            <a:r>
              <a:rPr lang="en-GB" sz="1600" err="1">
                <a:solidFill>
                  <a:schemeClr val="accent6"/>
                </a:solidFill>
              </a:rPr>
              <a:t>comnim</a:t>
            </a:r>
            <a:endParaRPr lang="en-GB" sz="1600">
              <a:solidFill>
                <a:schemeClr val="accent6"/>
              </a:solidFill>
            </a:endParaRPr>
          </a:p>
        </p:txBody>
      </p:sp>
      <p:pic>
        <p:nvPicPr>
          <p:cNvPr id="41" name="Grafik 40">
            <a:extLst>
              <a:ext uri="{FF2B5EF4-FFF2-40B4-BE49-F238E27FC236}">
                <a16:creationId xmlns:a16="http://schemas.microsoft.com/office/drawing/2014/main" id="{0445377A-92EB-B9E7-AC6D-31178890F9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22702" y="4614942"/>
            <a:ext cx="539999" cy="653023"/>
          </a:xfrm>
          <a:prstGeom prst="rect">
            <a:avLst/>
          </a:prstGeom>
        </p:spPr>
      </p:pic>
      <p:sp>
        <p:nvSpPr>
          <p:cNvPr id="42" name="Textfeld 41">
            <a:extLst>
              <a:ext uri="{FF2B5EF4-FFF2-40B4-BE49-F238E27FC236}">
                <a16:creationId xmlns:a16="http://schemas.microsoft.com/office/drawing/2014/main" id="{BD410CB9-5338-A968-9745-4C4D6162ABAA}"/>
              </a:ext>
            </a:extLst>
          </p:cNvPr>
          <p:cNvSpPr txBox="1"/>
          <p:nvPr/>
        </p:nvSpPr>
        <p:spPr>
          <a:xfrm>
            <a:off x="1022701" y="4614942"/>
            <a:ext cx="540000" cy="54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>
              <a:spcAft>
                <a:spcPts val="1200"/>
              </a:spcAft>
            </a:pPr>
            <a:r>
              <a:rPr lang="en-GB" sz="2800">
                <a:latin typeface="Charité Text Office Medium" pitchFamily="2" charset="0"/>
              </a:rPr>
              <a:t>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5ABF1B-96E1-00DD-AAB9-2FEC082DFD1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en-GB" smtClean="0"/>
              <a:pPr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7822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255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255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4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255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6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255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2" grpId="0"/>
      <p:bldP spid="19" grpId="0"/>
      <p:bldP spid="21" grpId="0"/>
      <p:bldP spid="25" grpId="0"/>
      <p:bldP spid="27" grpId="0"/>
      <p:bldP spid="40" grpId="0"/>
      <p:bldP spid="4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26FF29-02EA-DC56-6896-001243B3A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Project phases</a:t>
            </a:r>
            <a:br>
              <a:rPr lang="en-GB"/>
            </a:br>
            <a:endParaRPr lang="en-GB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AE02289-0B48-DA42-8D64-A28290F9A50A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09588" y="925200"/>
            <a:ext cx="9136062" cy="244800"/>
          </a:xfrm>
        </p:spPr>
        <p:txBody>
          <a:bodyPr/>
          <a:lstStyle/>
          <a:p>
            <a:r>
              <a:rPr lang="en-GB"/>
              <a:t>Subtitle (optional)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F6885CEC-FE95-70A8-7135-7FDCDD2B900C}"/>
              </a:ext>
            </a:extLst>
          </p:cNvPr>
          <p:cNvSpPr txBox="1"/>
          <p:nvPr/>
        </p:nvSpPr>
        <p:spPr>
          <a:xfrm>
            <a:off x="1023306" y="2509800"/>
            <a:ext cx="3042000" cy="32004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1200"/>
              </a:spcAft>
            </a:pPr>
            <a:r>
              <a:rPr lang="en-GB" sz="1600" b="1" err="1">
                <a:solidFill>
                  <a:schemeClr val="accent6"/>
                </a:solidFill>
              </a:rPr>
              <a:t>Bulletpoint</a:t>
            </a:r>
            <a:r>
              <a:rPr lang="en-GB" sz="1600" b="1">
                <a:solidFill>
                  <a:schemeClr val="accent6"/>
                </a:solidFill>
              </a:rPr>
              <a:t>. </a:t>
            </a:r>
            <a:r>
              <a:rPr lang="en-GB" sz="1600" b="1" err="1">
                <a:solidFill>
                  <a:schemeClr val="accent6"/>
                </a:solidFill>
              </a:rPr>
              <a:t>Agnissim</a:t>
            </a:r>
            <a:r>
              <a:rPr lang="en-GB" sz="1600" b="1">
                <a:solidFill>
                  <a:schemeClr val="accent6"/>
                </a:solidFill>
              </a:rPr>
              <a:t> </a:t>
            </a:r>
            <a:r>
              <a:rPr lang="en-GB" sz="1600" b="1" err="1">
                <a:solidFill>
                  <a:schemeClr val="accent6"/>
                </a:solidFill>
              </a:rPr>
              <a:t>porepel</a:t>
            </a:r>
            <a:r>
              <a:rPr lang="en-GB" sz="1600" b="1">
                <a:solidFill>
                  <a:schemeClr val="accent6"/>
                </a:solidFill>
              </a:rPr>
              <a:t> </a:t>
            </a:r>
            <a:r>
              <a:rPr lang="en-GB" sz="1600" b="1" err="1">
                <a:solidFill>
                  <a:schemeClr val="accent6"/>
                </a:solidFill>
              </a:rPr>
              <a:t>ignietur</a:t>
            </a:r>
            <a:r>
              <a:rPr lang="en-GB" sz="1600">
                <a:solidFill>
                  <a:schemeClr val="accent6"/>
                </a:solidFill>
              </a:rPr>
              <a:t>, </a:t>
            </a:r>
            <a:r>
              <a:rPr lang="en-GB" sz="1600" err="1">
                <a:solidFill>
                  <a:schemeClr val="accent6"/>
                </a:solidFill>
              </a:rPr>
              <a:t>invel</a:t>
            </a:r>
            <a:r>
              <a:rPr lang="en-GB" sz="1600">
                <a:solidFill>
                  <a:schemeClr val="accent6"/>
                </a:solidFill>
              </a:rPr>
              <a:t> </a:t>
            </a:r>
            <a:r>
              <a:rPr lang="en-GB" sz="1600" err="1">
                <a:solidFill>
                  <a:schemeClr val="accent6"/>
                </a:solidFill>
              </a:rPr>
              <a:t>molles</a:t>
            </a:r>
            <a:r>
              <a:rPr lang="en-GB" sz="1600">
                <a:solidFill>
                  <a:schemeClr val="accent6"/>
                </a:solidFill>
              </a:rPr>
              <a:t> </a:t>
            </a:r>
            <a:r>
              <a:rPr lang="en-GB" sz="1600" err="1">
                <a:solidFill>
                  <a:schemeClr val="accent6"/>
                </a:solidFill>
              </a:rPr>
              <a:t>aliciamus</a:t>
            </a:r>
            <a:r>
              <a:rPr lang="en-GB" sz="1600">
                <a:solidFill>
                  <a:schemeClr val="accent6"/>
                </a:solidFill>
              </a:rPr>
              <a:t> </a:t>
            </a:r>
            <a:r>
              <a:rPr lang="en-GB" sz="1600" err="1">
                <a:solidFill>
                  <a:schemeClr val="accent6"/>
                </a:solidFill>
              </a:rPr>
              <a:t>doluptatum</a:t>
            </a:r>
            <a:r>
              <a:rPr lang="en-GB" sz="1600">
                <a:solidFill>
                  <a:schemeClr val="accent6"/>
                </a:solidFill>
              </a:rPr>
              <a:t>, ape </a:t>
            </a:r>
            <a:r>
              <a:rPr lang="en-GB" sz="1600" err="1">
                <a:solidFill>
                  <a:schemeClr val="accent6"/>
                </a:solidFill>
              </a:rPr>
              <a:t>sape</a:t>
            </a:r>
            <a:r>
              <a:rPr lang="en-GB" sz="1600">
                <a:solidFill>
                  <a:schemeClr val="accent6"/>
                </a:solidFill>
              </a:rPr>
              <a:t> </a:t>
            </a:r>
            <a:r>
              <a:rPr lang="en-GB" sz="1600" err="1">
                <a:solidFill>
                  <a:schemeClr val="accent6"/>
                </a:solidFill>
              </a:rPr>
              <a:t>nonseque</a:t>
            </a:r>
            <a:r>
              <a:rPr lang="en-GB" sz="1600">
                <a:solidFill>
                  <a:schemeClr val="accent6"/>
                </a:solidFill>
              </a:rPr>
              <a:t> </a:t>
            </a:r>
            <a:r>
              <a:rPr lang="en-GB" sz="1600" err="1">
                <a:solidFill>
                  <a:schemeClr val="accent6"/>
                </a:solidFill>
              </a:rPr>
              <a:t>adi</a:t>
            </a:r>
            <a:r>
              <a:rPr lang="en-GB" sz="1600">
                <a:solidFill>
                  <a:schemeClr val="accent6"/>
                </a:solidFill>
              </a:rPr>
              <a:t> </a:t>
            </a:r>
            <a:r>
              <a:rPr lang="en-GB" sz="1600" err="1">
                <a:solidFill>
                  <a:schemeClr val="accent6"/>
                </a:solidFill>
              </a:rPr>
              <a:t>audae</a:t>
            </a:r>
            <a:r>
              <a:rPr lang="en-GB" sz="1600">
                <a:solidFill>
                  <a:schemeClr val="accent6"/>
                </a:solidFill>
              </a:rPr>
              <a:t> </a:t>
            </a:r>
            <a:r>
              <a:rPr lang="en-GB" sz="1600" err="1">
                <a:solidFill>
                  <a:schemeClr val="accent6"/>
                </a:solidFill>
              </a:rPr>
              <a:t>ni</a:t>
            </a:r>
            <a:r>
              <a:rPr lang="en-GB" sz="1600">
                <a:solidFill>
                  <a:schemeClr val="accent6"/>
                </a:solidFill>
              </a:rPr>
              <a:t> </a:t>
            </a:r>
            <a:r>
              <a:rPr lang="en-GB" sz="1600" err="1">
                <a:solidFill>
                  <a:schemeClr val="accent6"/>
                </a:solidFill>
              </a:rPr>
              <a:t>comnim</a:t>
            </a:r>
            <a:endParaRPr lang="en-GB" sz="1600">
              <a:solidFill>
                <a:schemeClr val="accent6"/>
              </a:solidFill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718EAC69-45DC-0912-13EB-713DB470DCE4}"/>
              </a:ext>
            </a:extLst>
          </p:cNvPr>
          <p:cNvSpPr txBox="1"/>
          <p:nvPr/>
        </p:nvSpPr>
        <p:spPr>
          <a:xfrm>
            <a:off x="4574820" y="2509800"/>
            <a:ext cx="3042000" cy="3200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1200"/>
              </a:spcAft>
            </a:pPr>
            <a:r>
              <a:rPr lang="en-GB" sz="1600" b="1" err="1">
                <a:solidFill>
                  <a:schemeClr val="accent6"/>
                </a:solidFill>
              </a:rPr>
              <a:t>Bulletpoint</a:t>
            </a:r>
            <a:r>
              <a:rPr lang="en-GB" sz="1600" b="1">
                <a:solidFill>
                  <a:schemeClr val="accent6"/>
                </a:solidFill>
              </a:rPr>
              <a:t>. </a:t>
            </a:r>
            <a:r>
              <a:rPr lang="en-GB" sz="1600" b="1" err="1">
                <a:solidFill>
                  <a:schemeClr val="accent6"/>
                </a:solidFill>
              </a:rPr>
              <a:t>Agnissim</a:t>
            </a:r>
            <a:r>
              <a:rPr lang="en-GB" sz="1600" b="1">
                <a:solidFill>
                  <a:schemeClr val="accent6"/>
                </a:solidFill>
              </a:rPr>
              <a:t> </a:t>
            </a:r>
            <a:r>
              <a:rPr lang="en-GB" sz="1600" b="1" err="1">
                <a:solidFill>
                  <a:schemeClr val="accent6"/>
                </a:solidFill>
              </a:rPr>
              <a:t>porepel</a:t>
            </a:r>
            <a:r>
              <a:rPr lang="en-GB" sz="1600" b="1">
                <a:solidFill>
                  <a:schemeClr val="accent6"/>
                </a:solidFill>
              </a:rPr>
              <a:t> </a:t>
            </a:r>
            <a:r>
              <a:rPr lang="en-GB" sz="1600" b="1" err="1">
                <a:solidFill>
                  <a:schemeClr val="accent6"/>
                </a:solidFill>
              </a:rPr>
              <a:t>ignietur</a:t>
            </a:r>
            <a:r>
              <a:rPr lang="en-GB" sz="1600">
                <a:solidFill>
                  <a:schemeClr val="accent6"/>
                </a:solidFill>
              </a:rPr>
              <a:t>, </a:t>
            </a:r>
            <a:r>
              <a:rPr lang="en-GB" sz="1600" err="1">
                <a:solidFill>
                  <a:schemeClr val="accent6"/>
                </a:solidFill>
              </a:rPr>
              <a:t>invel</a:t>
            </a:r>
            <a:r>
              <a:rPr lang="en-GB" sz="1600">
                <a:solidFill>
                  <a:schemeClr val="accent6"/>
                </a:solidFill>
              </a:rPr>
              <a:t> </a:t>
            </a:r>
            <a:r>
              <a:rPr lang="en-GB" sz="1600" err="1">
                <a:solidFill>
                  <a:schemeClr val="accent6"/>
                </a:solidFill>
              </a:rPr>
              <a:t>molles</a:t>
            </a:r>
            <a:r>
              <a:rPr lang="en-GB" sz="1600">
                <a:solidFill>
                  <a:schemeClr val="accent6"/>
                </a:solidFill>
              </a:rPr>
              <a:t> </a:t>
            </a:r>
            <a:r>
              <a:rPr lang="en-GB" sz="1600" err="1">
                <a:solidFill>
                  <a:schemeClr val="accent6"/>
                </a:solidFill>
              </a:rPr>
              <a:t>aliciamus</a:t>
            </a:r>
            <a:r>
              <a:rPr lang="en-GB" sz="1600">
                <a:solidFill>
                  <a:schemeClr val="accent6"/>
                </a:solidFill>
              </a:rPr>
              <a:t> </a:t>
            </a:r>
            <a:r>
              <a:rPr lang="en-GB" sz="1600" err="1">
                <a:solidFill>
                  <a:schemeClr val="accent6"/>
                </a:solidFill>
              </a:rPr>
              <a:t>doluptatum</a:t>
            </a:r>
            <a:r>
              <a:rPr lang="en-GB" sz="1600">
                <a:solidFill>
                  <a:schemeClr val="accent6"/>
                </a:solidFill>
              </a:rPr>
              <a:t>, ape </a:t>
            </a:r>
            <a:r>
              <a:rPr lang="en-GB" sz="1600" err="1">
                <a:solidFill>
                  <a:schemeClr val="accent6"/>
                </a:solidFill>
              </a:rPr>
              <a:t>sape</a:t>
            </a:r>
            <a:r>
              <a:rPr lang="en-GB" sz="1600">
                <a:solidFill>
                  <a:schemeClr val="accent6"/>
                </a:solidFill>
              </a:rPr>
              <a:t> </a:t>
            </a:r>
            <a:r>
              <a:rPr lang="en-GB" sz="1600" err="1">
                <a:solidFill>
                  <a:schemeClr val="accent6"/>
                </a:solidFill>
              </a:rPr>
              <a:t>nonseque</a:t>
            </a:r>
            <a:r>
              <a:rPr lang="en-GB" sz="1600">
                <a:solidFill>
                  <a:schemeClr val="accent6"/>
                </a:solidFill>
              </a:rPr>
              <a:t> </a:t>
            </a:r>
            <a:r>
              <a:rPr lang="en-GB" sz="1600" err="1">
                <a:solidFill>
                  <a:schemeClr val="accent6"/>
                </a:solidFill>
              </a:rPr>
              <a:t>adi</a:t>
            </a:r>
            <a:r>
              <a:rPr lang="en-GB" sz="1600">
                <a:solidFill>
                  <a:schemeClr val="accent6"/>
                </a:solidFill>
              </a:rPr>
              <a:t> </a:t>
            </a:r>
            <a:r>
              <a:rPr lang="en-GB" sz="1600" err="1">
                <a:solidFill>
                  <a:schemeClr val="accent6"/>
                </a:solidFill>
              </a:rPr>
              <a:t>audae</a:t>
            </a:r>
            <a:r>
              <a:rPr lang="en-GB" sz="1600">
                <a:solidFill>
                  <a:schemeClr val="accent6"/>
                </a:solidFill>
              </a:rPr>
              <a:t> </a:t>
            </a:r>
            <a:r>
              <a:rPr lang="en-GB" sz="1600" err="1">
                <a:solidFill>
                  <a:schemeClr val="accent6"/>
                </a:solidFill>
              </a:rPr>
              <a:t>ni</a:t>
            </a:r>
            <a:r>
              <a:rPr lang="en-GB" sz="1600">
                <a:solidFill>
                  <a:schemeClr val="accent6"/>
                </a:solidFill>
              </a:rPr>
              <a:t> </a:t>
            </a:r>
            <a:r>
              <a:rPr lang="en-GB" sz="1600" err="1">
                <a:solidFill>
                  <a:schemeClr val="accent6"/>
                </a:solidFill>
              </a:rPr>
              <a:t>comnim</a:t>
            </a:r>
            <a:endParaRPr lang="en-GB" sz="1600">
              <a:solidFill>
                <a:schemeClr val="accent6"/>
              </a:solidFill>
            </a:endParaRP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9C21531D-0F02-F0DF-5AB8-53BE37E3893F}"/>
              </a:ext>
            </a:extLst>
          </p:cNvPr>
          <p:cNvSpPr txBox="1"/>
          <p:nvPr/>
        </p:nvSpPr>
        <p:spPr>
          <a:xfrm>
            <a:off x="8133282" y="2509800"/>
            <a:ext cx="3042000" cy="3200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1200"/>
              </a:spcAft>
            </a:pPr>
            <a:r>
              <a:rPr lang="en-GB" sz="1600" b="1" err="1">
                <a:solidFill>
                  <a:schemeClr val="accent6"/>
                </a:solidFill>
              </a:rPr>
              <a:t>Bulletpoint</a:t>
            </a:r>
            <a:r>
              <a:rPr lang="en-GB" sz="1600" b="1">
                <a:solidFill>
                  <a:schemeClr val="accent6"/>
                </a:solidFill>
              </a:rPr>
              <a:t>. </a:t>
            </a:r>
            <a:r>
              <a:rPr lang="en-GB" sz="1600" b="1" err="1">
                <a:solidFill>
                  <a:schemeClr val="accent6"/>
                </a:solidFill>
              </a:rPr>
              <a:t>Agnissim</a:t>
            </a:r>
            <a:r>
              <a:rPr lang="en-GB" sz="1600" b="1">
                <a:solidFill>
                  <a:schemeClr val="accent6"/>
                </a:solidFill>
              </a:rPr>
              <a:t> </a:t>
            </a:r>
            <a:r>
              <a:rPr lang="en-GB" sz="1600" b="1" err="1">
                <a:solidFill>
                  <a:schemeClr val="accent6"/>
                </a:solidFill>
              </a:rPr>
              <a:t>porepel</a:t>
            </a:r>
            <a:r>
              <a:rPr lang="en-GB" sz="1600" b="1">
                <a:solidFill>
                  <a:schemeClr val="accent6"/>
                </a:solidFill>
              </a:rPr>
              <a:t> </a:t>
            </a:r>
            <a:r>
              <a:rPr lang="en-GB" sz="1600" b="1" err="1">
                <a:solidFill>
                  <a:schemeClr val="accent6"/>
                </a:solidFill>
              </a:rPr>
              <a:t>ignietur</a:t>
            </a:r>
            <a:r>
              <a:rPr lang="en-GB" sz="1600">
                <a:solidFill>
                  <a:schemeClr val="accent6"/>
                </a:solidFill>
              </a:rPr>
              <a:t>, </a:t>
            </a:r>
            <a:r>
              <a:rPr lang="en-GB" sz="1600" err="1">
                <a:solidFill>
                  <a:schemeClr val="accent6"/>
                </a:solidFill>
              </a:rPr>
              <a:t>invel</a:t>
            </a:r>
            <a:r>
              <a:rPr lang="en-GB" sz="1600">
                <a:solidFill>
                  <a:schemeClr val="accent6"/>
                </a:solidFill>
              </a:rPr>
              <a:t> </a:t>
            </a:r>
            <a:r>
              <a:rPr lang="en-GB" sz="1600" err="1">
                <a:solidFill>
                  <a:schemeClr val="accent6"/>
                </a:solidFill>
              </a:rPr>
              <a:t>molles</a:t>
            </a:r>
            <a:r>
              <a:rPr lang="en-GB" sz="1600">
                <a:solidFill>
                  <a:schemeClr val="accent6"/>
                </a:solidFill>
              </a:rPr>
              <a:t> </a:t>
            </a:r>
            <a:r>
              <a:rPr lang="en-GB" sz="1600" err="1">
                <a:solidFill>
                  <a:schemeClr val="accent6"/>
                </a:solidFill>
              </a:rPr>
              <a:t>aliciamus</a:t>
            </a:r>
            <a:r>
              <a:rPr lang="en-GB" sz="1600">
                <a:solidFill>
                  <a:schemeClr val="accent6"/>
                </a:solidFill>
              </a:rPr>
              <a:t> </a:t>
            </a:r>
            <a:r>
              <a:rPr lang="en-GB" sz="1600" err="1">
                <a:solidFill>
                  <a:schemeClr val="accent6"/>
                </a:solidFill>
              </a:rPr>
              <a:t>doluptatum</a:t>
            </a:r>
            <a:r>
              <a:rPr lang="en-GB" sz="1600">
                <a:solidFill>
                  <a:schemeClr val="accent6"/>
                </a:solidFill>
              </a:rPr>
              <a:t>, ape </a:t>
            </a:r>
            <a:r>
              <a:rPr lang="en-GB" sz="1600" err="1">
                <a:solidFill>
                  <a:schemeClr val="accent6"/>
                </a:solidFill>
              </a:rPr>
              <a:t>sape</a:t>
            </a:r>
            <a:r>
              <a:rPr lang="en-GB" sz="1600">
                <a:solidFill>
                  <a:schemeClr val="accent6"/>
                </a:solidFill>
              </a:rPr>
              <a:t> </a:t>
            </a:r>
            <a:r>
              <a:rPr lang="en-GB" sz="1600" err="1">
                <a:solidFill>
                  <a:schemeClr val="accent6"/>
                </a:solidFill>
              </a:rPr>
              <a:t>nonseque</a:t>
            </a:r>
            <a:r>
              <a:rPr lang="en-GB" sz="1600">
                <a:solidFill>
                  <a:schemeClr val="accent6"/>
                </a:solidFill>
              </a:rPr>
              <a:t> </a:t>
            </a:r>
            <a:r>
              <a:rPr lang="en-GB" sz="1600" err="1">
                <a:solidFill>
                  <a:schemeClr val="accent6"/>
                </a:solidFill>
              </a:rPr>
              <a:t>adi</a:t>
            </a:r>
            <a:r>
              <a:rPr lang="en-GB" sz="1600">
                <a:solidFill>
                  <a:schemeClr val="accent6"/>
                </a:solidFill>
              </a:rPr>
              <a:t> </a:t>
            </a:r>
            <a:r>
              <a:rPr lang="en-GB" sz="1600" err="1">
                <a:solidFill>
                  <a:schemeClr val="accent6"/>
                </a:solidFill>
              </a:rPr>
              <a:t>audae</a:t>
            </a:r>
            <a:r>
              <a:rPr lang="en-GB" sz="1600">
                <a:solidFill>
                  <a:schemeClr val="accent6"/>
                </a:solidFill>
              </a:rPr>
              <a:t> </a:t>
            </a:r>
            <a:r>
              <a:rPr lang="en-GB" sz="1600" err="1">
                <a:solidFill>
                  <a:schemeClr val="accent6"/>
                </a:solidFill>
              </a:rPr>
              <a:t>ni</a:t>
            </a:r>
            <a:r>
              <a:rPr lang="en-GB" sz="1600">
                <a:solidFill>
                  <a:schemeClr val="accent6"/>
                </a:solidFill>
              </a:rPr>
              <a:t> </a:t>
            </a:r>
            <a:r>
              <a:rPr lang="en-GB" sz="1600" err="1">
                <a:solidFill>
                  <a:schemeClr val="accent6"/>
                </a:solidFill>
              </a:rPr>
              <a:t>comnim</a:t>
            </a:r>
            <a:endParaRPr lang="en-GB" sz="1600">
              <a:solidFill>
                <a:schemeClr val="accent6"/>
              </a:solidFill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B9CDCFDC-C8A4-F0FD-BCA7-780494F314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en-GB" smtClean="0"/>
              <a:pPr/>
              <a:t>17</a:t>
            </a:fld>
            <a:endParaRPr lang="en-GB"/>
          </a:p>
        </p:txBody>
      </p:sp>
      <p:pic>
        <p:nvPicPr>
          <p:cNvPr id="47" name="Grafik 8">
            <a:extLst>
              <a:ext uri="{FF2B5EF4-FFF2-40B4-BE49-F238E27FC236}">
                <a16:creationId xmlns:a16="http://schemas.microsoft.com/office/drawing/2014/main" id="{E80CED37-FC2D-1B49-A107-4A64710F24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78840" y="1716123"/>
            <a:ext cx="655716" cy="540000"/>
          </a:xfrm>
          <a:prstGeom prst="rect">
            <a:avLst/>
          </a:prstGeom>
        </p:spPr>
      </p:pic>
      <p:pic>
        <p:nvPicPr>
          <p:cNvPr id="48" name="Grafik 7">
            <a:extLst>
              <a:ext uri="{FF2B5EF4-FFF2-40B4-BE49-F238E27FC236}">
                <a16:creationId xmlns:a16="http://schemas.microsoft.com/office/drawing/2014/main" id="{E1C41943-B9C9-96D0-C4ED-F30A5F211A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78840" y="1716123"/>
            <a:ext cx="655716" cy="540000"/>
          </a:xfrm>
          <a:prstGeom prst="rect">
            <a:avLst/>
          </a:prstGeom>
        </p:spPr>
      </p:pic>
      <p:pic>
        <p:nvPicPr>
          <p:cNvPr id="49" name="Grafik 6">
            <a:extLst>
              <a:ext uri="{FF2B5EF4-FFF2-40B4-BE49-F238E27FC236}">
                <a16:creationId xmlns:a16="http://schemas.microsoft.com/office/drawing/2014/main" id="{D625F201-0885-1F29-2CBB-7FC4297F6A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 rot="16200000">
            <a:off x="1036699" y="1659612"/>
            <a:ext cx="539999" cy="653023"/>
          </a:xfrm>
          <a:prstGeom prst="rect">
            <a:avLst/>
          </a:prstGeom>
        </p:spPr>
      </p:pic>
      <p:sp>
        <p:nvSpPr>
          <p:cNvPr id="50" name="Textfeld 11">
            <a:extLst>
              <a:ext uri="{FF2B5EF4-FFF2-40B4-BE49-F238E27FC236}">
                <a16:creationId xmlns:a16="http://schemas.microsoft.com/office/drawing/2014/main" id="{1818C647-CB39-8B54-8A56-1D18AE72052B}"/>
              </a:ext>
            </a:extLst>
          </p:cNvPr>
          <p:cNvSpPr txBox="1"/>
          <p:nvPr/>
        </p:nvSpPr>
        <p:spPr>
          <a:xfrm>
            <a:off x="1004088" y="1716123"/>
            <a:ext cx="490909" cy="54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>
              <a:spcAft>
                <a:spcPts val="1200"/>
              </a:spcAft>
            </a:pPr>
            <a:r>
              <a:rPr lang="en-GB" sz="2800">
                <a:latin typeface="Charité Text Office Medium" pitchFamily="2" charset="0"/>
              </a:rPr>
              <a:t>1</a:t>
            </a:r>
          </a:p>
        </p:txBody>
      </p:sp>
      <p:pic>
        <p:nvPicPr>
          <p:cNvPr id="51" name="Grafik 5">
            <a:extLst>
              <a:ext uri="{FF2B5EF4-FFF2-40B4-BE49-F238E27FC236}">
                <a16:creationId xmlns:a16="http://schemas.microsoft.com/office/drawing/2014/main" id="{5A22F801-06FD-0A75-FD27-155247D782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569846" y="1716123"/>
            <a:ext cx="655716" cy="540000"/>
          </a:xfrm>
          <a:prstGeom prst="rect">
            <a:avLst/>
          </a:prstGeom>
        </p:spPr>
      </p:pic>
      <p:pic>
        <p:nvPicPr>
          <p:cNvPr id="52" name="Grafik 10">
            <a:extLst>
              <a:ext uri="{FF2B5EF4-FFF2-40B4-BE49-F238E27FC236}">
                <a16:creationId xmlns:a16="http://schemas.microsoft.com/office/drawing/2014/main" id="{809C3E4A-2747-A28B-CF2F-0D71D030BD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571192" y="1716125"/>
            <a:ext cx="655716" cy="540000"/>
          </a:xfrm>
          <a:prstGeom prst="rect">
            <a:avLst/>
          </a:prstGeom>
        </p:spPr>
      </p:pic>
      <p:pic>
        <p:nvPicPr>
          <p:cNvPr id="53" name="Grafik 19">
            <a:extLst>
              <a:ext uri="{FF2B5EF4-FFF2-40B4-BE49-F238E27FC236}">
                <a16:creationId xmlns:a16="http://schemas.microsoft.com/office/drawing/2014/main" id="{4E12EFE0-FFCE-F929-7C27-2DC3A69420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 rot="16200000">
            <a:off x="4631332" y="1659615"/>
            <a:ext cx="539999" cy="653023"/>
          </a:xfrm>
          <a:prstGeom prst="rect">
            <a:avLst/>
          </a:prstGeom>
        </p:spPr>
      </p:pic>
      <p:sp>
        <p:nvSpPr>
          <p:cNvPr id="54" name="Textfeld 20">
            <a:extLst>
              <a:ext uri="{FF2B5EF4-FFF2-40B4-BE49-F238E27FC236}">
                <a16:creationId xmlns:a16="http://schemas.microsoft.com/office/drawing/2014/main" id="{E1BE1699-4251-E19F-2F21-40936519A28A}"/>
              </a:ext>
            </a:extLst>
          </p:cNvPr>
          <p:cNvSpPr txBox="1"/>
          <p:nvPr/>
        </p:nvSpPr>
        <p:spPr>
          <a:xfrm>
            <a:off x="4574820" y="1716127"/>
            <a:ext cx="540000" cy="54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>
              <a:spcAft>
                <a:spcPts val="1200"/>
              </a:spcAft>
            </a:pPr>
            <a:r>
              <a:rPr lang="en-GB" sz="2800">
                <a:latin typeface="Charité Text Office Medium" pitchFamily="2" charset="0"/>
              </a:rPr>
              <a:t>2</a:t>
            </a:r>
          </a:p>
        </p:txBody>
      </p:sp>
      <p:pic>
        <p:nvPicPr>
          <p:cNvPr id="55" name="Grafik 21">
            <a:extLst>
              <a:ext uri="{FF2B5EF4-FFF2-40B4-BE49-F238E27FC236}">
                <a16:creationId xmlns:a16="http://schemas.microsoft.com/office/drawing/2014/main" id="{A96F8F30-78E7-933B-5393-A97E6D4C70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130589" y="1716123"/>
            <a:ext cx="655716" cy="540000"/>
          </a:xfrm>
          <a:prstGeom prst="rect">
            <a:avLst/>
          </a:prstGeom>
        </p:spPr>
      </p:pic>
      <p:pic>
        <p:nvPicPr>
          <p:cNvPr id="56" name="Grafik 22">
            <a:extLst>
              <a:ext uri="{FF2B5EF4-FFF2-40B4-BE49-F238E27FC236}">
                <a16:creationId xmlns:a16="http://schemas.microsoft.com/office/drawing/2014/main" id="{A868DE9E-17B7-9E7B-7467-590786C191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130589" y="1716123"/>
            <a:ext cx="655716" cy="540000"/>
          </a:xfrm>
          <a:prstGeom prst="rect">
            <a:avLst/>
          </a:prstGeom>
        </p:spPr>
      </p:pic>
      <p:pic>
        <p:nvPicPr>
          <p:cNvPr id="57" name="Grafik 25">
            <a:extLst>
              <a:ext uri="{FF2B5EF4-FFF2-40B4-BE49-F238E27FC236}">
                <a16:creationId xmlns:a16="http://schemas.microsoft.com/office/drawing/2014/main" id="{89E7C3B2-6F91-F244-F6FC-8EDC96DC3A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 rot="16200000">
            <a:off x="8189794" y="1659615"/>
            <a:ext cx="539999" cy="653023"/>
          </a:xfrm>
          <a:prstGeom prst="rect">
            <a:avLst/>
          </a:prstGeom>
        </p:spPr>
      </p:pic>
      <p:sp>
        <p:nvSpPr>
          <p:cNvPr id="58" name="Textfeld 26">
            <a:extLst>
              <a:ext uri="{FF2B5EF4-FFF2-40B4-BE49-F238E27FC236}">
                <a16:creationId xmlns:a16="http://schemas.microsoft.com/office/drawing/2014/main" id="{3EB687A2-B05E-3BF9-6ABA-8004C4A62BCB}"/>
              </a:ext>
            </a:extLst>
          </p:cNvPr>
          <p:cNvSpPr txBox="1"/>
          <p:nvPr/>
        </p:nvSpPr>
        <p:spPr>
          <a:xfrm>
            <a:off x="8133282" y="1716127"/>
            <a:ext cx="540000" cy="54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>
              <a:spcAft>
                <a:spcPts val="1200"/>
              </a:spcAft>
            </a:pPr>
            <a:r>
              <a:rPr lang="en-GB" sz="2800">
                <a:latin typeface="Charité Text Office Medium" pitchFamily="2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087738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255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255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255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9" grpId="0"/>
      <p:bldP spid="25" grpId="0"/>
      <p:bldP spid="50" grpId="0"/>
      <p:bldP spid="54" grpId="0"/>
      <p:bldP spid="5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9440B305-3395-2ADE-796D-5E1C165DB5D2}"/>
              </a:ext>
            </a:extLst>
          </p:cNvPr>
          <p:cNvCxnSpPr>
            <a:cxnSpLocks/>
          </p:cNvCxnSpPr>
          <p:nvPr/>
        </p:nvCxnSpPr>
        <p:spPr>
          <a:xfrm>
            <a:off x="1017588" y="3420409"/>
            <a:ext cx="10155237" cy="0"/>
          </a:xfrm>
          <a:prstGeom prst="line">
            <a:avLst/>
          </a:prstGeom>
          <a:ln w="50800">
            <a:solidFill>
              <a:srgbClr val="CBCF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lipse 33">
            <a:extLst>
              <a:ext uri="{FF2B5EF4-FFF2-40B4-BE49-F238E27FC236}">
                <a16:creationId xmlns:a16="http://schemas.microsoft.com/office/drawing/2014/main" id="{43D5C2F6-8FCC-A539-5162-D2AA95BAA51F}"/>
              </a:ext>
            </a:extLst>
          </p:cNvPr>
          <p:cNvSpPr>
            <a:spLocks noChangeAspect="1"/>
          </p:cNvSpPr>
          <p:nvPr/>
        </p:nvSpPr>
        <p:spPr>
          <a:xfrm>
            <a:off x="3050487" y="3335102"/>
            <a:ext cx="190800" cy="190800"/>
          </a:xfrm>
          <a:prstGeom prst="ellipse">
            <a:avLst/>
          </a:prstGeom>
          <a:solidFill>
            <a:srgbClr val="0025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tIns="72000" rIns="126000" bIns="72000" rtlCol="0" anchor="t">
            <a:noAutofit/>
          </a:bodyPr>
          <a:lstStyle/>
          <a:p>
            <a:pPr algn="l">
              <a:spcAft>
                <a:spcPts val="600"/>
              </a:spcAft>
            </a:pPr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92AFD4F9-6DAC-14CD-1C84-EB3119FAD803}"/>
              </a:ext>
            </a:extLst>
          </p:cNvPr>
          <p:cNvSpPr>
            <a:spLocks noChangeAspect="1"/>
          </p:cNvSpPr>
          <p:nvPr/>
        </p:nvSpPr>
        <p:spPr>
          <a:xfrm>
            <a:off x="3050487" y="3335102"/>
            <a:ext cx="190800" cy="190800"/>
          </a:xfrm>
          <a:prstGeom prst="ellipse">
            <a:avLst/>
          </a:prstGeom>
          <a:solidFill>
            <a:srgbClr val="0D9A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tIns="72000" rIns="126000" bIns="72000" rtlCol="0" anchor="t">
            <a:noAutofit/>
          </a:bodyPr>
          <a:lstStyle/>
          <a:p>
            <a:pPr algn="l">
              <a:spcAft>
                <a:spcPts val="600"/>
              </a:spcAft>
            </a:pPr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F24181EC-2AFB-DF9F-F6FC-FCE5837E509A}"/>
              </a:ext>
            </a:extLst>
          </p:cNvPr>
          <p:cNvSpPr>
            <a:spLocks noChangeAspect="1"/>
          </p:cNvSpPr>
          <p:nvPr/>
        </p:nvSpPr>
        <p:spPr>
          <a:xfrm>
            <a:off x="3050487" y="3335102"/>
            <a:ext cx="190800" cy="190800"/>
          </a:xfrm>
          <a:prstGeom prst="ellipse">
            <a:avLst/>
          </a:prstGeom>
          <a:solidFill>
            <a:srgbClr val="CBCF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tIns="72000" rIns="126000" bIns="72000" rtlCol="0" anchor="t">
            <a:noAutofit/>
          </a:bodyPr>
          <a:lstStyle/>
          <a:p>
            <a:pPr algn="l">
              <a:spcAft>
                <a:spcPts val="600"/>
              </a:spcAft>
            </a:pPr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AE880E4F-758A-C1B4-386F-3F4EF1F406DD}"/>
              </a:ext>
            </a:extLst>
          </p:cNvPr>
          <p:cNvSpPr txBox="1"/>
          <p:nvPr/>
        </p:nvSpPr>
        <p:spPr>
          <a:xfrm>
            <a:off x="3089884" y="1666871"/>
            <a:ext cx="1995778" cy="1384995"/>
          </a:xfrm>
          <a:prstGeom prst="rect">
            <a:avLst/>
          </a:prstGeom>
          <a:noFill/>
        </p:spPr>
        <p:txBody>
          <a:bodyPr wrap="square" lIns="216000" tIns="0" rIns="0" bIns="0" rtlCol="0" anchor="t">
            <a:spAutoFit/>
          </a:bodyPr>
          <a:lstStyle/>
          <a:p>
            <a:pPr>
              <a:spcAft>
                <a:spcPts val="1200"/>
              </a:spcAft>
            </a:pPr>
            <a:r>
              <a:rPr lang="en-GB" sz="1600" err="1">
                <a:solidFill>
                  <a:schemeClr val="accent5"/>
                </a:solidFill>
              </a:rPr>
              <a:t>Evenimus</a:t>
            </a:r>
            <a:r>
              <a:rPr lang="en-GB" sz="1600">
                <a:solidFill>
                  <a:schemeClr val="accent5"/>
                </a:solidFill>
              </a:rPr>
              <a:t> </a:t>
            </a:r>
            <a:r>
              <a:rPr lang="en-GB" sz="1600" err="1">
                <a:solidFill>
                  <a:schemeClr val="accent5"/>
                </a:solidFill>
              </a:rPr>
              <a:t>elligni</a:t>
            </a:r>
            <a:r>
              <a:rPr lang="en-GB" sz="1600">
                <a:solidFill>
                  <a:schemeClr val="accent5"/>
                </a:solidFill>
              </a:rPr>
              <a:t> </a:t>
            </a:r>
            <a:r>
              <a:rPr lang="en-GB" sz="1600" err="1">
                <a:solidFill>
                  <a:schemeClr val="accent5"/>
                </a:solidFill>
              </a:rPr>
              <a:t>hicaecta</a:t>
            </a:r>
            <a:r>
              <a:rPr lang="en-GB" sz="1600">
                <a:solidFill>
                  <a:schemeClr val="accent5"/>
                </a:solidFill>
              </a:rPr>
              <a:t> </a:t>
            </a:r>
            <a:r>
              <a:rPr lang="en-GB" sz="1600" err="1">
                <a:solidFill>
                  <a:schemeClr val="accent5"/>
                </a:solidFill>
              </a:rPr>
              <a:t>quuntur</a:t>
            </a:r>
            <a:r>
              <a:rPr lang="en-GB" sz="1600">
                <a:solidFill>
                  <a:schemeClr val="accent5"/>
                </a:solidFill>
              </a:rPr>
              <a:t> </a:t>
            </a:r>
            <a:r>
              <a:rPr lang="en-GB" sz="1600" err="1">
                <a:solidFill>
                  <a:schemeClr val="accent5"/>
                </a:solidFill>
              </a:rPr>
              <a:t>molum</a:t>
            </a:r>
            <a:r>
              <a:rPr lang="en-GB" sz="1600">
                <a:solidFill>
                  <a:schemeClr val="accent5"/>
                </a:solidFill>
              </a:rPr>
              <a:t> </a:t>
            </a:r>
            <a:r>
              <a:rPr lang="en-GB" sz="1600" err="1">
                <a:solidFill>
                  <a:schemeClr val="accent5"/>
                </a:solidFill>
              </a:rPr>
              <a:t>el</a:t>
            </a:r>
            <a:r>
              <a:rPr lang="en-GB" sz="1600">
                <a:solidFill>
                  <a:schemeClr val="accent5"/>
                </a:solidFill>
              </a:rPr>
              <a:t> </a:t>
            </a:r>
            <a:r>
              <a:rPr lang="en-GB" sz="1600" err="1">
                <a:solidFill>
                  <a:schemeClr val="accent5"/>
                </a:solidFill>
              </a:rPr>
              <a:t>magnam</a:t>
            </a:r>
            <a:r>
              <a:rPr lang="en-GB" sz="1600">
                <a:solidFill>
                  <a:schemeClr val="accent5"/>
                </a:solidFill>
              </a:rPr>
              <a:t> </a:t>
            </a:r>
            <a:r>
              <a:rPr lang="en-GB" sz="1600" err="1">
                <a:solidFill>
                  <a:schemeClr val="accent5"/>
                </a:solidFill>
              </a:rPr>
              <a:t>hil</a:t>
            </a:r>
            <a:r>
              <a:rPr lang="en-GB" sz="1600">
                <a:solidFill>
                  <a:schemeClr val="accent5"/>
                </a:solidFill>
              </a:rPr>
              <a:t> </a:t>
            </a:r>
            <a:r>
              <a:rPr lang="en-GB" sz="1600" err="1">
                <a:solidFill>
                  <a:schemeClr val="accent5"/>
                </a:solidFill>
              </a:rPr>
              <a:t>exero</a:t>
            </a:r>
            <a:r>
              <a:rPr lang="en-GB" sz="1600">
                <a:solidFill>
                  <a:schemeClr val="accent5"/>
                </a:solidFill>
              </a:rPr>
              <a:t> </a:t>
            </a:r>
            <a:r>
              <a:rPr lang="en-GB" sz="1600" err="1">
                <a:solidFill>
                  <a:schemeClr val="accent5"/>
                </a:solidFill>
              </a:rPr>
              <a:t>doluptae</a:t>
            </a:r>
            <a:endParaRPr lang="en-GB" sz="1600">
              <a:solidFill>
                <a:schemeClr val="accent5"/>
              </a:solidFill>
            </a:endParaRPr>
          </a:p>
          <a:p>
            <a:pPr>
              <a:spcAft>
                <a:spcPts val="1200"/>
              </a:spcAft>
            </a:pPr>
            <a:r>
              <a:rPr lang="en-GB" sz="1600" b="1">
                <a:solidFill>
                  <a:schemeClr val="accent5"/>
                </a:solidFill>
              </a:rPr>
              <a:t>2021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FF8F80B-4DA1-17E2-28C9-1015E0FD7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Illustrative timeline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1653A00-B93E-5D74-CC89-A2154E971FEB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09588" y="925200"/>
            <a:ext cx="9136062" cy="244800"/>
          </a:xfrm>
        </p:spPr>
        <p:txBody>
          <a:bodyPr/>
          <a:lstStyle/>
          <a:p>
            <a:r>
              <a:rPr lang="en-GB"/>
              <a:t>Subtitle (optional)</a:t>
            </a:r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F7129996-CB41-91CB-C309-D3F2061D0401}"/>
              </a:ext>
            </a:extLst>
          </p:cNvPr>
          <p:cNvCxnSpPr>
            <a:cxnSpLocks/>
          </p:cNvCxnSpPr>
          <p:nvPr/>
        </p:nvCxnSpPr>
        <p:spPr>
          <a:xfrm>
            <a:off x="1108762" y="3632770"/>
            <a:ext cx="0" cy="1458000"/>
          </a:xfrm>
          <a:prstGeom prst="line">
            <a:avLst/>
          </a:prstGeom>
          <a:ln w="25400">
            <a:solidFill>
              <a:srgbClr val="CBCFD2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lipse 5">
            <a:extLst>
              <a:ext uri="{FF2B5EF4-FFF2-40B4-BE49-F238E27FC236}">
                <a16:creationId xmlns:a16="http://schemas.microsoft.com/office/drawing/2014/main" id="{5E05BF18-AFCD-36DD-2DA0-3F572818E594}"/>
              </a:ext>
            </a:extLst>
          </p:cNvPr>
          <p:cNvSpPr>
            <a:spLocks noChangeAspect="1"/>
          </p:cNvSpPr>
          <p:nvPr/>
        </p:nvSpPr>
        <p:spPr>
          <a:xfrm>
            <a:off x="1017588" y="3332629"/>
            <a:ext cx="190800" cy="190800"/>
          </a:xfrm>
          <a:prstGeom prst="ellipse">
            <a:avLst/>
          </a:prstGeom>
          <a:solidFill>
            <a:srgbClr val="0025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tIns="72000" rIns="126000" bIns="72000" rtlCol="0" anchor="t">
            <a:noAutofit/>
          </a:bodyPr>
          <a:lstStyle/>
          <a:p>
            <a:pPr algn="l">
              <a:spcAft>
                <a:spcPts val="600"/>
              </a:spcAft>
            </a:pPr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0152B6C8-D515-6918-D347-9005914D8744}"/>
              </a:ext>
            </a:extLst>
          </p:cNvPr>
          <p:cNvSpPr txBox="1"/>
          <p:nvPr/>
        </p:nvSpPr>
        <p:spPr>
          <a:xfrm>
            <a:off x="1056985" y="3819715"/>
            <a:ext cx="1995778" cy="1384995"/>
          </a:xfrm>
          <a:prstGeom prst="rect">
            <a:avLst/>
          </a:prstGeom>
          <a:noFill/>
        </p:spPr>
        <p:txBody>
          <a:bodyPr wrap="square" lIns="216000" tIns="0" rIns="0" bIns="0" rtlCol="0" anchor="b">
            <a:spAutoFit/>
          </a:bodyPr>
          <a:lstStyle/>
          <a:p>
            <a:pPr>
              <a:spcAft>
                <a:spcPts val="1200"/>
              </a:spcAft>
            </a:pPr>
            <a:r>
              <a:rPr lang="en-GB" sz="1600" b="1">
                <a:solidFill>
                  <a:schemeClr val="accent5"/>
                </a:solidFill>
              </a:rPr>
              <a:t>2020</a:t>
            </a:r>
            <a:endParaRPr lang="en-GB" sz="1600">
              <a:solidFill>
                <a:schemeClr val="accent5"/>
              </a:solidFill>
            </a:endParaRPr>
          </a:p>
          <a:p>
            <a:pPr>
              <a:spcAft>
                <a:spcPts val="1200"/>
              </a:spcAft>
            </a:pPr>
            <a:r>
              <a:rPr lang="en-GB" sz="1600" err="1">
                <a:solidFill>
                  <a:schemeClr val="accent5"/>
                </a:solidFill>
              </a:rPr>
              <a:t>Evenimus</a:t>
            </a:r>
            <a:r>
              <a:rPr lang="en-GB" sz="1600">
                <a:solidFill>
                  <a:schemeClr val="accent5"/>
                </a:solidFill>
              </a:rPr>
              <a:t> </a:t>
            </a:r>
            <a:r>
              <a:rPr lang="en-GB" sz="1600" err="1">
                <a:solidFill>
                  <a:schemeClr val="accent5"/>
                </a:solidFill>
              </a:rPr>
              <a:t>elligni</a:t>
            </a:r>
            <a:r>
              <a:rPr lang="en-GB" sz="1600">
                <a:solidFill>
                  <a:schemeClr val="accent5"/>
                </a:solidFill>
              </a:rPr>
              <a:t> </a:t>
            </a:r>
            <a:r>
              <a:rPr lang="en-GB" sz="1600" err="1">
                <a:solidFill>
                  <a:schemeClr val="accent5"/>
                </a:solidFill>
              </a:rPr>
              <a:t>hicaecta</a:t>
            </a:r>
            <a:r>
              <a:rPr lang="en-GB" sz="1600">
                <a:solidFill>
                  <a:schemeClr val="accent5"/>
                </a:solidFill>
              </a:rPr>
              <a:t> </a:t>
            </a:r>
            <a:r>
              <a:rPr lang="en-GB" sz="1600" err="1">
                <a:solidFill>
                  <a:schemeClr val="accent5"/>
                </a:solidFill>
              </a:rPr>
              <a:t>quuntur</a:t>
            </a:r>
            <a:r>
              <a:rPr lang="en-GB" sz="1600">
                <a:solidFill>
                  <a:schemeClr val="accent5"/>
                </a:solidFill>
              </a:rPr>
              <a:t> </a:t>
            </a:r>
            <a:r>
              <a:rPr lang="en-GB" sz="1600" err="1">
                <a:solidFill>
                  <a:schemeClr val="accent5"/>
                </a:solidFill>
              </a:rPr>
              <a:t>molum</a:t>
            </a:r>
            <a:r>
              <a:rPr lang="en-GB" sz="1600">
                <a:solidFill>
                  <a:schemeClr val="accent5"/>
                </a:solidFill>
              </a:rPr>
              <a:t> </a:t>
            </a:r>
            <a:r>
              <a:rPr lang="en-GB" sz="1600" err="1">
                <a:solidFill>
                  <a:schemeClr val="accent5"/>
                </a:solidFill>
              </a:rPr>
              <a:t>el</a:t>
            </a:r>
            <a:r>
              <a:rPr lang="en-GB" sz="1600">
                <a:solidFill>
                  <a:schemeClr val="accent5"/>
                </a:solidFill>
              </a:rPr>
              <a:t> </a:t>
            </a:r>
            <a:r>
              <a:rPr lang="en-GB" sz="1600" err="1">
                <a:solidFill>
                  <a:schemeClr val="accent5"/>
                </a:solidFill>
              </a:rPr>
              <a:t>magnam</a:t>
            </a:r>
            <a:r>
              <a:rPr lang="en-GB" sz="1600">
                <a:solidFill>
                  <a:schemeClr val="accent5"/>
                </a:solidFill>
              </a:rPr>
              <a:t> </a:t>
            </a:r>
            <a:r>
              <a:rPr lang="en-GB" sz="1600" err="1">
                <a:solidFill>
                  <a:schemeClr val="accent5"/>
                </a:solidFill>
              </a:rPr>
              <a:t>hil</a:t>
            </a:r>
            <a:r>
              <a:rPr lang="en-GB" sz="1600">
                <a:solidFill>
                  <a:schemeClr val="accent5"/>
                </a:solidFill>
              </a:rPr>
              <a:t> </a:t>
            </a:r>
            <a:r>
              <a:rPr lang="en-GB" sz="1600" err="1">
                <a:solidFill>
                  <a:schemeClr val="accent5"/>
                </a:solidFill>
              </a:rPr>
              <a:t>exero</a:t>
            </a:r>
            <a:r>
              <a:rPr lang="en-GB" sz="1600">
                <a:solidFill>
                  <a:schemeClr val="accent5"/>
                </a:solidFill>
              </a:rPr>
              <a:t> </a:t>
            </a:r>
            <a:r>
              <a:rPr lang="en-GB" sz="1600" err="1">
                <a:solidFill>
                  <a:schemeClr val="accent5"/>
                </a:solidFill>
              </a:rPr>
              <a:t>doluptae</a:t>
            </a:r>
            <a:endParaRPr lang="en-GB" sz="1600">
              <a:solidFill>
                <a:schemeClr val="accent5"/>
              </a:solidFill>
            </a:endParaRP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962A7DA3-E7D4-2CBF-6E13-D52468DF7CC8}"/>
              </a:ext>
            </a:extLst>
          </p:cNvPr>
          <p:cNvSpPr>
            <a:spLocks noChangeAspect="1"/>
          </p:cNvSpPr>
          <p:nvPr/>
        </p:nvSpPr>
        <p:spPr>
          <a:xfrm>
            <a:off x="1017588" y="3332629"/>
            <a:ext cx="190800" cy="190800"/>
          </a:xfrm>
          <a:prstGeom prst="ellipse">
            <a:avLst/>
          </a:prstGeom>
          <a:solidFill>
            <a:srgbClr val="0D9A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tIns="72000" rIns="126000" bIns="72000" rtlCol="0" anchor="t">
            <a:noAutofit/>
          </a:bodyPr>
          <a:lstStyle/>
          <a:p>
            <a:pPr algn="l">
              <a:spcAft>
                <a:spcPts val="600"/>
              </a:spcAft>
            </a:pPr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86AAA5C4-1E8D-B5AD-6271-8CDD87D0B57E}"/>
              </a:ext>
            </a:extLst>
          </p:cNvPr>
          <p:cNvSpPr>
            <a:spLocks noChangeAspect="1"/>
          </p:cNvSpPr>
          <p:nvPr/>
        </p:nvSpPr>
        <p:spPr>
          <a:xfrm>
            <a:off x="1017588" y="3332629"/>
            <a:ext cx="190800" cy="190800"/>
          </a:xfrm>
          <a:prstGeom prst="ellipse">
            <a:avLst/>
          </a:prstGeom>
          <a:solidFill>
            <a:srgbClr val="CBCF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tIns="72000" rIns="126000" bIns="72000" rtlCol="0" anchor="t">
            <a:noAutofit/>
          </a:bodyPr>
          <a:lstStyle/>
          <a:p>
            <a:pPr algn="l">
              <a:spcAft>
                <a:spcPts val="600"/>
              </a:spcAft>
            </a:pPr>
            <a:endParaRPr lang="en-GB" sz="1200">
              <a:solidFill>
                <a:schemeClr val="tx1"/>
              </a:solidFill>
            </a:endParaRPr>
          </a:p>
        </p:txBody>
      </p: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3FB4459B-C5A0-95FE-C275-ED1A4AA841A1}"/>
              </a:ext>
            </a:extLst>
          </p:cNvPr>
          <p:cNvCxnSpPr>
            <a:cxnSpLocks/>
          </p:cNvCxnSpPr>
          <p:nvPr/>
        </p:nvCxnSpPr>
        <p:spPr>
          <a:xfrm>
            <a:off x="9230677" y="3632770"/>
            <a:ext cx="0" cy="1458000"/>
          </a:xfrm>
          <a:prstGeom prst="line">
            <a:avLst/>
          </a:prstGeom>
          <a:ln w="25400">
            <a:solidFill>
              <a:srgbClr val="CBCFD2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llipse 21">
            <a:extLst>
              <a:ext uri="{FF2B5EF4-FFF2-40B4-BE49-F238E27FC236}">
                <a16:creationId xmlns:a16="http://schemas.microsoft.com/office/drawing/2014/main" id="{AEF371D6-713B-FB6D-6430-46181B517328}"/>
              </a:ext>
            </a:extLst>
          </p:cNvPr>
          <p:cNvSpPr>
            <a:spLocks noChangeAspect="1"/>
          </p:cNvSpPr>
          <p:nvPr/>
        </p:nvSpPr>
        <p:spPr>
          <a:xfrm>
            <a:off x="9139503" y="3332629"/>
            <a:ext cx="190800" cy="190800"/>
          </a:xfrm>
          <a:prstGeom prst="ellipse">
            <a:avLst/>
          </a:prstGeom>
          <a:solidFill>
            <a:srgbClr val="0025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tIns="72000" rIns="126000" bIns="72000" rtlCol="0" anchor="t">
            <a:noAutofit/>
          </a:bodyPr>
          <a:lstStyle/>
          <a:p>
            <a:pPr algn="l">
              <a:spcAft>
                <a:spcPts val="600"/>
              </a:spcAft>
            </a:pPr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986D3A1B-8F3D-7028-4546-D7CDF202C7B0}"/>
              </a:ext>
            </a:extLst>
          </p:cNvPr>
          <p:cNvSpPr txBox="1"/>
          <p:nvPr/>
        </p:nvSpPr>
        <p:spPr>
          <a:xfrm>
            <a:off x="9178900" y="3819715"/>
            <a:ext cx="1995778" cy="1384995"/>
          </a:xfrm>
          <a:prstGeom prst="rect">
            <a:avLst/>
          </a:prstGeom>
          <a:noFill/>
        </p:spPr>
        <p:txBody>
          <a:bodyPr wrap="square" lIns="216000" tIns="0" rIns="0" bIns="0" rtlCol="0" anchor="b">
            <a:spAutoFit/>
          </a:bodyPr>
          <a:lstStyle/>
          <a:p>
            <a:pPr>
              <a:spcAft>
                <a:spcPts val="1200"/>
              </a:spcAft>
            </a:pPr>
            <a:r>
              <a:rPr lang="en-GB" sz="1600" b="1">
                <a:solidFill>
                  <a:schemeClr val="accent5"/>
                </a:solidFill>
              </a:rPr>
              <a:t>2024</a:t>
            </a:r>
            <a:endParaRPr lang="en-GB" sz="1600">
              <a:solidFill>
                <a:schemeClr val="accent5"/>
              </a:solidFill>
            </a:endParaRPr>
          </a:p>
          <a:p>
            <a:pPr>
              <a:spcAft>
                <a:spcPts val="1200"/>
              </a:spcAft>
            </a:pPr>
            <a:r>
              <a:rPr lang="en-GB" sz="1600" err="1">
                <a:solidFill>
                  <a:schemeClr val="accent5"/>
                </a:solidFill>
              </a:rPr>
              <a:t>Evenimus</a:t>
            </a:r>
            <a:r>
              <a:rPr lang="en-GB" sz="1600">
                <a:solidFill>
                  <a:schemeClr val="accent5"/>
                </a:solidFill>
              </a:rPr>
              <a:t> </a:t>
            </a:r>
            <a:r>
              <a:rPr lang="en-GB" sz="1600" err="1">
                <a:solidFill>
                  <a:schemeClr val="accent5"/>
                </a:solidFill>
              </a:rPr>
              <a:t>elligni</a:t>
            </a:r>
            <a:r>
              <a:rPr lang="en-GB" sz="1600">
                <a:solidFill>
                  <a:schemeClr val="accent5"/>
                </a:solidFill>
              </a:rPr>
              <a:t> </a:t>
            </a:r>
            <a:r>
              <a:rPr lang="en-GB" sz="1600" err="1">
                <a:solidFill>
                  <a:schemeClr val="accent5"/>
                </a:solidFill>
              </a:rPr>
              <a:t>hicaecta</a:t>
            </a:r>
            <a:r>
              <a:rPr lang="en-GB" sz="1600">
                <a:solidFill>
                  <a:schemeClr val="accent5"/>
                </a:solidFill>
              </a:rPr>
              <a:t> </a:t>
            </a:r>
            <a:r>
              <a:rPr lang="en-GB" sz="1600" err="1">
                <a:solidFill>
                  <a:schemeClr val="accent5"/>
                </a:solidFill>
              </a:rPr>
              <a:t>quuntur</a:t>
            </a:r>
            <a:r>
              <a:rPr lang="en-GB" sz="1600">
                <a:solidFill>
                  <a:schemeClr val="accent5"/>
                </a:solidFill>
              </a:rPr>
              <a:t> </a:t>
            </a:r>
            <a:r>
              <a:rPr lang="en-GB" sz="1600" err="1">
                <a:solidFill>
                  <a:schemeClr val="accent5"/>
                </a:solidFill>
              </a:rPr>
              <a:t>molum</a:t>
            </a:r>
            <a:r>
              <a:rPr lang="en-GB" sz="1600">
                <a:solidFill>
                  <a:schemeClr val="accent5"/>
                </a:solidFill>
              </a:rPr>
              <a:t> </a:t>
            </a:r>
            <a:r>
              <a:rPr lang="en-GB" sz="1600" err="1">
                <a:solidFill>
                  <a:schemeClr val="accent5"/>
                </a:solidFill>
              </a:rPr>
              <a:t>el</a:t>
            </a:r>
            <a:r>
              <a:rPr lang="en-GB" sz="1600">
                <a:solidFill>
                  <a:schemeClr val="accent5"/>
                </a:solidFill>
              </a:rPr>
              <a:t> </a:t>
            </a:r>
            <a:r>
              <a:rPr lang="en-GB" sz="1600" err="1">
                <a:solidFill>
                  <a:schemeClr val="accent5"/>
                </a:solidFill>
              </a:rPr>
              <a:t>magnam</a:t>
            </a:r>
            <a:r>
              <a:rPr lang="en-GB" sz="1600">
                <a:solidFill>
                  <a:schemeClr val="accent5"/>
                </a:solidFill>
              </a:rPr>
              <a:t> </a:t>
            </a:r>
            <a:r>
              <a:rPr lang="en-GB" sz="1600" err="1">
                <a:solidFill>
                  <a:schemeClr val="accent5"/>
                </a:solidFill>
              </a:rPr>
              <a:t>hil</a:t>
            </a:r>
            <a:r>
              <a:rPr lang="en-GB" sz="1600">
                <a:solidFill>
                  <a:schemeClr val="accent5"/>
                </a:solidFill>
              </a:rPr>
              <a:t> </a:t>
            </a:r>
            <a:r>
              <a:rPr lang="en-GB" sz="1600" err="1">
                <a:solidFill>
                  <a:schemeClr val="accent5"/>
                </a:solidFill>
              </a:rPr>
              <a:t>exero</a:t>
            </a:r>
            <a:r>
              <a:rPr lang="en-GB" sz="1600">
                <a:solidFill>
                  <a:schemeClr val="accent5"/>
                </a:solidFill>
              </a:rPr>
              <a:t> </a:t>
            </a:r>
            <a:r>
              <a:rPr lang="en-GB" sz="1600" err="1">
                <a:solidFill>
                  <a:schemeClr val="accent5"/>
                </a:solidFill>
              </a:rPr>
              <a:t>doluptae</a:t>
            </a:r>
            <a:endParaRPr lang="en-GB" sz="1600">
              <a:solidFill>
                <a:schemeClr val="accent5"/>
              </a:solidFill>
            </a:endParaRP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84449944-17A4-D420-57D5-B4585DD16B35}"/>
              </a:ext>
            </a:extLst>
          </p:cNvPr>
          <p:cNvSpPr>
            <a:spLocks noChangeAspect="1"/>
          </p:cNvSpPr>
          <p:nvPr/>
        </p:nvSpPr>
        <p:spPr>
          <a:xfrm>
            <a:off x="9139503" y="3332629"/>
            <a:ext cx="190800" cy="190800"/>
          </a:xfrm>
          <a:prstGeom prst="ellipse">
            <a:avLst/>
          </a:prstGeom>
          <a:solidFill>
            <a:srgbClr val="0D9A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tIns="72000" rIns="126000" bIns="72000" rtlCol="0" anchor="t">
            <a:noAutofit/>
          </a:bodyPr>
          <a:lstStyle/>
          <a:p>
            <a:pPr algn="l">
              <a:spcAft>
                <a:spcPts val="600"/>
              </a:spcAft>
            </a:pPr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A5657458-D5F4-2D13-A6F1-1FC2B5E8C796}"/>
              </a:ext>
            </a:extLst>
          </p:cNvPr>
          <p:cNvSpPr>
            <a:spLocks noChangeAspect="1"/>
          </p:cNvSpPr>
          <p:nvPr/>
        </p:nvSpPr>
        <p:spPr>
          <a:xfrm>
            <a:off x="9139503" y="3332629"/>
            <a:ext cx="190800" cy="190800"/>
          </a:xfrm>
          <a:prstGeom prst="ellipse">
            <a:avLst/>
          </a:prstGeom>
          <a:solidFill>
            <a:srgbClr val="CBCF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tIns="72000" rIns="126000" bIns="72000" rtlCol="0" anchor="t">
            <a:noAutofit/>
          </a:bodyPr>
          <a:lstStyle/>
          <a:p>
            <a:pPr algn="l">
              <a:spcAft>
                <a:spcPts val="600"/>
              </a:spcAft>
            </a:pPr>
            <a:endParaRPr lang="en-GB" sz="1200">
              <a:solidFill>
                <a:schemeClr val="tx1"/>
              </a:solidFill>
            </a:endParaRPr>
          </a:p>
        </p:txBody>
      </p: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144090B5-C000-AE0D-8222-CAD123E583CB}"/>
              </a:ext>
            </a:extLst>
          </p:cNvPr>
          <p:cNvCxnSpPr>
            <a:cxnSpLocks/>
          </p:cNvCxnSpPr>
          <p:nvPr/>
        </p:nvCxnSpPr>
        <p:spPr>
          <a:xfrm>
            <a:off x="5168898" y="3632770"/>
            <a:ext cx="0" cy="1458000"/>
          </a:xfrm>
          <a:prstGeom prst="line">
            <a:avLst/>
          </a:prstGeom>
          <a:ln w="25400">
            <a:solidFill>
              <a:srgbClr val="CBCFD2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Ellipse 27">
            <a:extLst>
              <a:ext uri="{FF2B5EF4-FFF2-40B4-BE49-F238E27FC236}">
                <a16:creationId xmlns:a16="http://schemas.microsoft.com/office/drawing/2014/main" id="{92315305-3A28-2EE7-F530-11A5493E158F}"/>
              </a:ext>
            </a:extLst>
          </p:cNvPr>
          <p:cNvSpPr>
            <a:spLocks noChangeAspect="1"/>
          </p:cNvSpPr>
          <p:nvPr/>
        </p:nvSpPr>
        <p:spPr>
          <a:xfrm>
            <a:off x="5077724" y="3332629"/>
            <a:ext cx="190800" cy="190800"/>
          </a:xfrm>
          <a:prstGeom prst="ellipse">
            <a:avLst/>
          </a:prstGeom>
          <a:solidFill>
            <a:srgbClr val="0025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tIns="72000" rIns="126000" bIns="72000" rtlCol="0" anchor="t">
            <a:noAutofit/>
          </a:bodyPr>
          <a:lstStyle/>
          <a:p>
            <a:pPr algn="l">
              <a:spcAft>
                <a:spcPts val="600"/>
              </a:spcAft>
            </a:pPr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96295335-5E35-491E-EAC4-F098D7046620}"/>
              </a:ext>
            </a:extLst>
          </p:cNvPr>
          <p:cNvSpPr txBox="1"/>
          <p:nvPr/>
        </p:nvSpPr>
        <p:spPr>
          <a:xfrm>
            <a:off x="5117121" y="3819715"/>
            <a:ext cx="1995778" cy="1384995"/>
          </a:xfrm>
          <a:prstGeom prst="rect">
            <a:avLst/>
          </a:prstGeom>
          <a:noFill/>
        </p:spPr>
        <p:txBody>
          <a:bodyPr wrap="square" lIns="216000" tIns="0" rIns="0" bIns="0" rtlCol="0" anchor="b">
            <a:spAutoFit/>
          </a:bodyPr>
          <a:lstStyle/>
          <a:p>
            <a:pPr>
              <a:spcAft>
                <a:spcPts val="1200"/>
              </a:spcAft>
            </a:pPr>
            <a:r>
              <a:rPr lang="en-GB" sz="1600" b="1">
                <a:solidFill>
                  <a:schemeClr val="accent5"/>
                </a:solidFill>
              </a:rPr>
              <a:t>2022</a:t>
            </a:r>
            <a:endParaRPr lang="en-GB" sz="1600">
              <a:solidFill>
                <a:schemeClr val="accent5"/>
              </a:solidFill>
            </a:endParaRPr>
          </a:p>
          <a:p>
            <a:pPr>
              <a:spcAft>
                <a:spcPts val="1200"/>
              </a:spcAft>
            </a:pPr>
            <a:r>
              <a:rPr lang="en-GB" sz="1600" err="1">
                <a:solidFill>
                  <a:schemeClr val="accent5"/>
                </a:solidFill>
              </a:rPr>
              <a:t>Evenimus</a:t>
            </a:r>
            <a:r>
              <a:rPr lang="en-GB" sz="1600">
                <a:solidFill>
                  <a:schemeClr val="accent5"/>
                </a:solidFill>
              </a:rPr>
              <a:t> </a:t>
            </a:r>
            <a:r>
              <a:rPr lang="en-GB" sz="1600" err="1">
                <a:solidFill>
                  <a:schemeClr val="accent5"/>
                </a:solidFill>
              </a:rPr>
              <a:t>elligni</a:t>
            </a:r>
            <a:r>
              <a:rPr lang="en-GB" sz="1600">
                <a:solidFill>
                  <a:schemeClr val="accent5"/>
                </a:solidFill>
              </a:rPr>
              <a:t> </a:t>
            </a:r>
            <a:r>
              <a:rPr lang="en-GB" sz="1600" err="1">
                <a:solidFill>
                  <a:schemeClr val="accent5"/>
                </a:solidFill>
              </a:rPr>
              <a:t>hicaecta</a:t>
            </a:r>
            <a:r>
              <a:rPr lang="en-GB" sz="1600">
                <a:solidFill>
                  <a:schemeClr val="accent5"/>
                </a:solidFill>
              </a:rPr>
              <a:t> </a:t>
            </a:r>
            <a:r>
              <a:rPr lang="en-GB" sz="1600" err="1">
                <a:solidFill>
                  <a:schemeClr val="accent5"/>
                </a:solidFill>
              </a:rPr>
              <a:t>quuntur</a:t>
            </a:r>
            <a:r>
              <a:rPr lang="en-GB" sz="1600">
                <a:solidFill>
                  <a:schemeClr val="accent5"/>
                </a:solidFill>
              </a:rPr>
              <a:t> </a:t>
            </a:r>
            <a:r>
              <a:rPr lang="en-GB" sz="1600" err="1">
                <a:solidFill>
                  <a:schemeClr val="accent5"/>
                </a:solidFill>
              </a:rPr>
              <a:t>molum</a:t>
            </a:r>
            <a:r>
              <a:rPr lang="en-GB" sz="1600">
                <a:solidFill>
                  <a:schemeClr val="accent5"/>
                </a:solidFill>
              </a:rPr>
              <a:t> </a:t>
            </a:r>
            <a:r>
              <a:rPr lang="en-GB" sz="1600" err="1">
                <a:solidFill>
                  <a:schemeClr val="accent5"/>
                </a:solidFill>
              </a:rPr>
              <a:t>el</a:t>
            </a:r>
            <a:r>
              <a:rPr lang="en-GB" sz="1600">
                <a:solidFill>
                  <a:schemeClr val="accent5"/>
                </a:solidFill>
              </a:rPr>
              <a:t> </a:t>
            </a:r>
            <a:r>
              <a:rPr lang="en-GB" sz="1600" err="1">
                <a:solidFill>
                  <a:schemeClr val="accent5"/>
                </a:solidFill>
              </a:rPr>
              <a:t>magnam</a:t>
            </a:r>
            <a:r>
              <a:rPr lang="en-GB" sz="1600">
                <a:solidFill>
                  <a:schemeClr val="accent5"/>
                </a:solidFill>
              </a:rPr>
              <a:t> </a:t>
            </a:r>
            <a:r>
              <a:rPr lang="en-GB" sz="1600" err="1">
                <a:solidFill>
                  <a:schemeClr val="accent5"/>
                </a:solidFill>
              </a:rPr>
              <a:t>hil</a:t>
            </a:r>
            <a:r>
              <a:rPr lang="en-GB" sz="1600">
                <a:solidFill>
                  <a:schemeClr val="accent5"/>
                </a:solidFill>
              </a:rPr>
              <a:t> </a:t>
            </a:r>
            <a:r>
              <a:rPr lang="en-GB" sz="1600" err="1">
                <a:solidFill>
                  <a:schemeClr val="accent5"/>
                </a:solidFill>
              </a:rPr>
              <a:t>exero</a:t>
            </a:r>
            <a:r>
              <a:rPr lang="en-GB" sz="1600">
                <a:solidFill>
                  <a:schemeClr val="accent5"/>
                </a:solidFill>
              </a:rPr>
              <a:t> </a:t>
            </a:r>
            <a:r>
              <a:rPr lang="en-GB" sz="1600" err="1">
                <a:solidFill>
                  <a:schemeClr val="accent5"/>
                </a:solidFill>
              </a:rPr>
              <a:t>doluptae</a:t>
            </a:r>
            <a:endParaRPr lang="en-GB" sz="1600">
              <a:solidFill>
                <a:schemeClr val="accent5"/>
              </a:solidFill>
            </a:endParaRP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F820E308-6F44-83DB-E4A6-0D605DD96576}"/>
              </a:ext>
            </a:extLst>
          </p:cNvPr>
          <p:cNvSpPr>
            <a:spLocks noChangeAspect="1"/>
          </p:cNvSpPr>
          <p:nvPr/>
        </p:nvSpPr>
        <p:spPr>
          <a:xfrm>
            <a:off x="5077724" y="3332629"/>
            <a:ext cx="190800" cy="190800"/>
          </a:xfrm>
          <a:prstGeom prst="ellipse">
            <a:avLst/>
          </a:prstGeom>
          <a:solidFill>
            <a:srgbClr val="0D9A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tIns="72000" rIns="126000" bIns="72000" rtlCol="0" anchor="t">
            <a:noAutofit/>
          </a:bodyPr>
          <a:lstStyle/>
          <a:p>
            <a:pPr algn="l">
              <a:spcAft>
                <a:spcPts val="600"/>
              </a:spcAft>
            </a:pPr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098362F3-BB4D-78C9-E4B8-09EE3FD8E437}"/>
              </a:ext>
            </a:extLst>
          </p:cNvPr>
          <p:cNvSpPr>
            <a:spLocks noChangeAspect="1"/>
          </p:cNvSpPr>
          <p:nvPr/>
        </p:nvSpPr>
        <p:spPr>
          <a:xfrm>
            <a:off x="5077724" y="3332629"/>
            <a:ext cx="190800" cy="190800"/>
          </a:xfrm>
          <a:prstGeom prst="ellipse">
            <a:avLst/>
          </a:prstGeom>
          <a:solidFill>
            <a:srgbClr val="CBCF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tIns="72000" rIns="126000" bIns="72000" rtlCol="0" anchor="t">
            <a:noAutofit/>
          </a:bodyPr>
          <a:lstStyle/>
          <a:p>
            <a:pPr algn="l">
              <a:spcAft>
                <a:spcPts val="600"/>
              </a:spcAft>
            </a:pPr>
            <a:endParaRPr lang="en-GB" sz="1200">
              <a:solidFill>
                <a:schemeClr val="tx1"/>
              </a:solidFill>
            </a:endParaRPr>
          </a:p>
        </p:txBody>
      </p: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EA141E78-3E32-4412-2284-30237C7D4E62}"/>
              </a:ext>
            </a:extLst>
          </p:cNvPr>
          <p:cNvCxnSpPr>
            <a:cxnSpLocks/>
          </p:cNvCxnSpPr>
          <p:nvPr/>
        </p:nvCxnSpPr>
        <p:spPr>
          <a:xfrm flipH="1">
            <a:off x="3141660" y="1778400"/>
            <a:ext cx="1" cy="1458000"/>
          </a:xfrm>
          <a:prstGeom prst="line">
            <a:avLst/>
          </a:prstGeom>
          <a:ln w="25400">
            <a:solidFill>
              <a:srgbClr val="CBCFD2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Ellipse 39">
            <a:extLst>
              <a:ext uri="{FF2B5EF4-FFF2-40B4-BE49-F238E27FC236}">
                <a16:creationId xmlns:a16="http://schemas.microsoft.com/office/drawing/2014/main" id="{33C65A01-8759-2933-8CBF-8A7F343AA202}"/>
              </a:ext>
            </a:extLst>
          </p:cNvPr>
          <p:cNvSpPr>
            <a:spLocks noChangeAspect="1"/>
          </p:cNvSpPr>
          <p:nvPr/>
        </p:nvSpPr>
        <p:spPr>
          <a:xfrm>
            <a:off x="7109381" y="3335102"/>
            <a:ext cx="190800" cy="190800"/>
          </a:xfrm>
          <a:prstGeom prst="ellipse">
            <a:avLst/>
          </a:prstGeom>
          <a:solidFill>
            <a:srgbClr val="0025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tIns="72000" rIns="126000" bIns="72000" rtlCol="0" anchor="t">
            <a:noAutofit/>
          </a:bodyPr>
          <a:lstStyle/>
          <a:p>
            <a:pPr algn="l">
              <a:spcAft>
                <a:spcPts val="600"/>
              </a:spcAft>
            </a:pPr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4117AAB9-2676-E5ED-2DAF-0034720B69AE}"/>
              </a:ext>
            </a:extLst>
          </p:cNvPr>
          <p:cNvSpPr>
            <a:spLocks noChangeAspect="1"/>
          </p:cNvSpPr>
          <p:nvPr/>
        </p:nvSpPr>
        <p:spPr>
          <a:xfrm>
            <a:off x="7109381" y="3335102"/>
            <a:ext cx="190800" cy="190800"/>
          </a:xfrm>
          <a:prstGeom prst="ellipse">
            <a:avLst/>
          </a:prstGeom>
          <a:solidFill>
            <a:srgbClr val="0D9A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tIns="72000" rIns="126000" bIns="72000" rtlCol="0" anchor="t">
            <a:noAutofit/>
          </a:bodyPr>
          <a:lstStyle/>
          <a:p>
            <a:pPr algn="l">
              <a:spcAft>
                <a:spcPts val="600"/>
              </a:spcAft>
            </a:pPr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1049468F-B94B-EC75-B1A7-52E4D5C7A278}"/>
              </a:ext>
            </a:extLst>
          </p:cNvPr>
          <p:cNvSpPr>
            <a:spLocks noChangeAspect="1"/>
          </p:cNvSpPr>
          <p:nvPr/>
        </p:nvSpPr>
        <p:spPr>
          <a:xfrm>
            <a:off x="7109381" y="3335102"/>
            <a:ext cx="190800" cy="190800"/>
          </a:xfrm>
          <a:prstGeom prst="ellipse">
            <a:avLst/>
          </a:prstGeom>
          <a:solidFill>
            <a:srgbClr val="CBCF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tIns="72000" rIns="126000" bIns="72000" rtlCol="0" anchor="t">
            <a:noAutofit/>
          </a:bodyPr>
          <a:lstStyle/>
          <a:p>
            <a:pPr algn="l">
              <a:spcAft>
                <a:spcPts val="600"/>
              </a:spcAft>
            </a:pPr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F61B934B-67A8-F484-D3BB-66CC0B39E0E9}"/>
              </a:ext>
            </a:extLst>
          </p:cNvPr>
          <p:cNvSpPr txBox="1"/>
          <p:nvPr/>
        </p:nvSpPr>
        <p:spPr>
          <a:xfrm>
            <a:off x="7148778" y="1666871"/>
            <a:ext cx="1995778" cy="1384995"/>
          </a:xfrm>
          <a:prstGeom prst="rect">
            <a:avLst/>
          </a:prstGeom>
          <a:noFill/>
        </p:spPr>
        <p:txBody>
          <a:bodyPr wrap="square" lIns="216000" tIns="0" rIns="0" bIns="0" rtlCol="0" anchor="t">
            <a:spAutoFit/>
          </a:bodyPr>
          <a:lstStyle/>
          <a:p>
            <a:pPr>
              <a:spcAft>
                <a:spcPts val="1200"/>
              </a:spcAft>
            </a:pPr>
            <a:r>
              <a:rPr lang="en-GB" sz="1600" err="1">
                <a:solidFill>
                  <a:schemeClr val="accent5"/>
                </a:solidFill>
              </a:rPr>
              <a:t>Evenimus</a:t>
            </a:r>
            <a:r>
              <a:rPr lang="en-GB" sz="1600">
                <a:solidFill>
                  <a:schemeClr val="accent5"/>
                </a:solidFill>
              </a:rPr>
              <a:t> </a:t>
            </a:r>
            <a:r>
              <a:rPr lang="en-GB" sz="1600" err="1">
                <a:solidFill>
                  <a:schemeClr val="accent5"/>
                </a:solidFill>
              </a:rPr>
              <a:t>elligni</a:t>
            </a:r>
            <a:r>
              <a:rPr lang="en-GB" sz="1600">
                <a:solidFill>
                  <a:schemeClr val="accent5"/>
                </a:solidFill>
              </a:rPr>
              <a:t> </a:t>
            </a:r>
            <a:r>
              <a:rPr lang="en-GB" sz="1600" err="1">
                <a:solidFill>
                  <a:schemeClr val="accent5"/>
                </a:solidFill>
              </a:rPr>
              <a:t>hicaecta</a:t>
            </a:r>
            <a:r>
              <a:rPr lang="en-GB" sz="1600">
                <a:solidFill>
                  <a:schemeClr val="accent5"/>
                </a:solidFill>
              </a:rPr>
              <a:t> </a:t>
            </a:r>
            <a:r>
              <a:rPr lang="en-GB" sz="1600" err="1">
                <a:solidFill>
                  <a:schemeClr val="accent5"/>
                </a:solidFill>
              </a:rPr>
              <a:t>quuntur</a:t>
            </a:r>
            <a:r>
              <a:rPr lang="en-GB" sz="1600">
                <a:solidFill>
                  <a:schemeClr val="accent5"/>
                </a:solidFill>
              </a:rPr>
              <a:t> </a:t>
            </a:r>
            <a:r>
              <a:rPr lang="en-GB" sz="1600" err="1">
                <a:solidFill>
                  <a:schemeClr val="accent5"/>
                </a:solidFill>
              </a:rPr>
              <a:t>molum</a:t>
            </a:r>
            <a:r>
              <a:rPr lang="en-GB" sz="1600">
                <a:solidFill>
                  <a:schemeClr val="accent5"/>
                </a:solidFill>
              </a:rPr>
              <a:t> </a:t>
            </a:r>
            <a:r>
              <a:rPr lang="en-GB" sz="1600" err="1">
                <a:solidFill>
                  <a:schemeClr val="accent5"/>
                </a:solidFill>
              </a:rPr>
              <a:t>el</a:t>
            </a:r>
            <a:r>
              <a:rPr lang="en-GB" sz="1600">
                <a:solidFill>
                  <a:schemeClr val="accent5"/>
                </a:solidFill>
              </a:rPr>
              <a:t> </a:t>
            </a:r>
            <a:r>
              <a:rPr lang="en-GB" sz="1600" err="1">
                <a:solidFill>
                  <a:schemeClr val="accent5"/>
                </a:solidFill>
              </a:rPr>
              <a:t>magnam</a:t>
            </a:r>
            <a:r>
              <a:rPr lang="en-GB" sz="1600">
                <a:solidFill>
                  <a:schemeClr val="accent5"/>
                </a:solidFill>
              </a:rPr>
              <a:t> </a:t>
            </a:r>
            <a:r>
              <a:rPr lang="en-GB" sz="1600" err="1">
                <a:solidFill>
                  <a:schemeClr val="accent5"/>
                </a:solidFill>
              </a:rPr>
              <a:t>hil</a:t>
            </a:r>
            <a:r>
              <a:rPr lang="en-GB" sz="1600">
                <a:solidFill>
                  <a:schemeClr val="accent5"/>
                </a:solidFill>
              </a:rPr>
              <a:t> </a:t>
            </a:r>
            <a:r>
              <a:rPr lang="en-GB" sz="1600" err="1">
                <a:solidFill>
                  <a:schemeClr val="accent5"/>
                </a:solidFill>
              </a:rPr>
              <a:t>exero</a:t>
            </a:r>
            <a:r>
              <a:rPr lang="en-GB" sz="1600">
                <a:solidFill>
                  <a:schemeClr val="accent5"/>
                </a:solidFill>
              </a:rPr>
              <a:t> </a:t>
            </a:r>
            <a:r>
              <a:rPr lang="en-GB" sz="1600" err="1">
                <a:solidFill>
                  <a:schemeClr val="accent5"/>
                </a:solidFill>
              </a:rPr>
              <a:t>doluptae</a:t>
            </a:r>
            <a:endParaRPr lang="en-GB" sz="1600">
              <a:solidFill>
                <a:schemeClr val="accent5"/>
              </a:solidFill>
            </a:endParaRPr>
          </a:p>
          <a:p>
            <a:pPr>
              <a:spcAft>
                <a:spcPts val="1200"/>
              </a:spcAft>
            </a:pPr>
            <a:r>
              <a:rPr lang="en-GB" sz="1600" b="1">
                <a:solidFill>
                  <a:schemeClr val="accent5"/>
                </a:solidFill>
              </a:rPr>
              <a:t>2023</a:t>
            </a:r>
          </a:p>
        </p:txBody>
      </p: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90CEB7BD-FEB0-F242-CED1-C2444B00E5F7}"/>
              </a:ext>
            </a:extLst>
          </p:cNvPr>
          <p:cNvCxnSpPr>
            <a:cxnSpLocks/>
          </p:cNvCxnSpPr>
          <p:nvPr/>
        </p:nvCxnSpPr>
        <p:spPr>
          <a:xfrm flipH="1">
            <a:off x="7200554" y="1778305"/>
            <a:ext cx="1" cy="1458000"/>
          </a:xfrm>
          <a:prstGeom prst="line">
            <a:avLst/>
          </a:prstGeom>
          <a:ln w="25400">
            <a:solidFill>
              <a:srgbClr val="CBCFD2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2B1C27AE-9DCD-4109-7BE0-BBB7B77BDB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en-GB" smtClean="0"/>
              <a:pPr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2377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255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255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255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255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255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  <p:bldP spid="35" grpId="0"/>
      <p:bldP spid="17" grpId="0"/>
      <p:bldP spid="18" grpId="0" animBg="1"/>
      <p:bldP spid="19" grpId="0" animBg="1"/>
      <p:bldP spid="23" grpId="0"/>
      <p:bldP spid="24" grpId="0" animBg="1"/>
      <p:bldP spid="25" grpId="0" animBg="1"/>
      <p:bldP spid="29" grpId="0"/>
      <p:bldP spid="30" grpId="0" animBg="1"/>
      <p:bldP spid="31" grpId="0" animBg="1"/>
      <p:bldP spid="41" grpId="0" animBg="1"/>
      <p:bldP spid="42" grpId="0" animBg="1"/>
      <p:bldP spid="4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6C355858-AB22-CB6E-CE2A-F58AD758F38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>
                <a:solidFill>
                  <a:schemeClr val="tx2"/>
                </a:solidFill>
              </a:rPr>
              <a:t>Caption and copyright of the image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3A3B3BB-C626-7AC5-8134-2D80B60A94E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/>
              <a:t>Subtitle (optional)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10699198-D88E-FC51-2F02-23497BB7A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Slide with text and image on right side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315CE0-2C53-2CDA-651F-6D125EABA8D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/>
              <a:t>Text modules with continuous text sum et </a:t>
            </a:r>
            <a:r>
              <a:rPr lang="en-GB" err="1"/>
              <a:t>quae</a:t>
            </a:r>
            <a:r>
              <a:rPr lang="en-GB"/>
              <a:t>. </a:t>
            </a:r>
            <a:r>
              <a:rPr lang="en-GB" err="1"/>
              <a:t>Iciur</a:t>
            </a:r>
            <a:r>
              <a:rPr lang="en-GB"/>
              <a:t>, </a:t>
            </a:r>
            <a:r>
              <a:rPr lang="en-GB" err="1"/>
              <a:t>simillante</a:t>
            </a:r>
            <a:r>
              <a:rPr lang="en-GB"/>
              <a:t> </a:t>
            </a:r>
            <a:r>
              <a:rPr lang="en-GB" err="1"/>
              <a:t>liquiae</a:t>
            </a:r>
            <a:r>
              <a:rPr lang="en-GB"/>
              <a:t> </a:t>
            </a:r>
            <a:r>
              <a:rPr lang="en-GB" err="1"/>
              <a:t>voluptur</a:t>
            </a:r>
            <a:r>
              <a:rPr lang="en-GB"/>
              <a:t>? Ovid maxima </a:t>
            </a:r>
            <a:r>
              <a:rPr lang="en-GB" err="1"/>
              <a:t>dolorrum</a:t>
            </a:r>
            <a:r>
              <a:rPr lang="en-GB"/>
              <a:t> </a:t>
            </a:r>
            <a:r>
              <a:rPr lang="en-GB" err="1"/>
              <a:t>nimoluptatur</a:t>
            </a:r>
            <a:r>
              <a:rPr lang="en-GB"/>
              <a:t> ad ma ped </a:t>
            </a:r>
            <a:r>
              <a:rPr lang="en-GB" err="1"/>
              <a:t>ut</a:t>
            </a:r>
            <a:r>
              <a:rPr lang="en-GB"/>
              <a:t> </a:t>
            </a:r>
            <a:r>
              <a:rPr lang="en-GB" err="1"/>
              <a:t>restiun</a:t>
            </a:r>
            <a:r>
              <a:rPr lang="en-GB"/>
              <a:t> </a:t>
            </a:r>
            <a:r>
              <a:rPr lang="en-GB" err="1"/>
              <a:t>ditiae</a:t>
            </a:r>
            <a:r>
              <a:rPr lang="en-GB"/>
              <a:t> pre </a:t>
            </a:r>
            <a:r>
              <a:rPr lang="en-GB" err="1"/>
              <a:t>santincto</a:t>
            </a:r>
            <a:r>
              <a:rPr lang="en-GB"/>
              <a:t> to </a:t>
            </a:r>
            <a:r>
              <a:rPr lang="en-GB" err="1"/>
              <a:t>dicitaturem</a:t>
            </a:r>
            <a:r>
              <a:rPr lang="en-GB"/>
              <a:t> et </a:t>
            </a:r>
            <a:r>
              <a:rPr lang="en-GB" err="1"/>
              <a:t>est</a:t>
            </a:r>
            <a:r>
              <a:rPr lang="en-GB"/>
              <a:t>, </a:t>
            </a:r>
            <a:r>
              <a:rPr lang="en-GB" err="1"/>
              <a:t>Magnatque</a:t>
            </a:r>
            <a:r>
              <a:rPr lang="en-GB"/>
              <a:t> </a:t>
            </a:r>
            <a:r>
              <a:rPr lang="en-GB" err="1"/>
              <a:t>nes</a:t>
            </a:r>
            <a:r>
              <a:rPr lang="en-GB"/>
              <a:t> </a:t>
            </a:r>
            <a:r>
              <a:rPr lang="en-GB" err="1"/>
              <a:t>ni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</a:t>
            </a:r>
            <a:r>
              <a:rPr lang="en-GB" err="1"/>
              <a:t>quidessit</a:t>
            </a:r>
            <a:r>
              <a:rPr lang="en-GB"/>
              <a:t> re </a:t>
            </a:r>
            <a:r>
              <a:rPr lang="en-GB" err="1"/>
              <a:t>doluptatis</a:t>
            </a:r>
            <a:r>
              <a:rPr lang="en-GB"/>
              <a:t> </a:t>
            </a:r>
            <a:r>
              <a:rPr lang="en-GB" err="1"/>
              <a:t>evenem</a:t>
            </a:r>
            <a:r>
              <a:rPr lang="en-GB"/>
              <a:t> </a:t>
            </a:r>
            <a:r>
              <a:rPr lang="en-GB" err="1"/>
              <a:t>atur</a:t>
            </a:r>
            <a:r>
              <a:rPr lang="en-GB"/>
              <a:t>, </a:t>
            </a:r>
            <a:r>
              <a:rPr lang="en-GB" err="1"/>
              <a:t>asincimus</a:t>
            </a:r>
            <a:r>
              <a:rPr lang="en-GB"/>
              <a:t> </a:t>
            </a:r>
            <a:r>
              <a:rPr lang="en-GB" err="1"/>
              <a:t>enet</a:t>
            </a:r>
            <a:r>
              <a:rPr lang="en-GB"/>
              <a:t> </a:t>
            </a:r>
            <a:r>
              <a:rPr lang="en-GB" err="1"/>
              <a:t>rercient</a:t>
            </a:r>
            <a:r>
              <a:rPr lang="en-GB"/>
              <a:t> </a:t>
            </a:r>
            <a:r>
              <a:rPr lang="en-GB" err="1"/>
              <a:t>quas</a:t>
            </a:r>
            <a:r>
              <a:rPr lang="en-GB"/>
              <a:t> </a:t>
            </a:r>
            <a:r>
              <a:rPr lang="en-GB" err="1"/>
              <a:t>atem</a:t>
            </a:r>
            <a:r>
              <a:rPr lang="en-GB"/>
              <a:t> </a:t>
            </a:r>
            <a:r>
              <a:rPr lang="en-GB" err="1"/>
              <a:t>dolorem</a:t>
            </a:r>
            <a:r>
              <a:rPr lang="en-GB"/>
              <a:t> </a:t>
            </a:r>
            <a:r>
              <a:rPr lang="en-GB" err="1"/>
              <a:t>oluptaquas</a:t>
            </a:r>
            <a:r>
              <a:rPr lang="en-GB"/>
              <a:t> </a:t>
            </a:r>
            <a:r>
              <a:rPr lang="en-GB" err="1"/>
              <a:t>sitatiati</a:t>
            </a:r>
            <a:r>
              <a:rPr lang="en-GB"/>
              <a:t> </a:t>
            </a:r>
            <a:r>
              <a:rPr lang="en-GB" err="1"/>
              <a:t>conet</a:t>
            </a:r>
            <a:r>
              <a:rPr lang="en-GB"/>
              <a:t> </a:t>
            </a:r>
            <a:r>
              <a:rPr lang="en-GB" err="1"/>
              <a:t>idunt</a:t>
            </a:r>
            <a:r>
              <a:rPr lang="en-GB"/>
              <a:t> qui </a:t>
            </a:r>
            <a:r>
              <a:rPr lang="en-GB" err="1"/>
              <a:t>dempos</a:t>
            </a:r>
            <a:r>
              <a:rPr lang="en-GB"/>
              <a:t> </a:t>
            </a:r>
            <a:r>
              <a:rPr lang="en-GB" err="1"/>
              <a:t>ressimus</a:t>
            </a:r>
            <a:r>
              <a:rPr lang="en-GB"/>
              <a:t>, </a:t>
            </a:r>
            <a:r>
              <a:rPr lang="en-GB" err="1"/>
              <a:t>sapit</a:t>
            </a:r>
            <a:r>
              <a:rPr lang="en-GB"/>
              <a:t> </a:t>
            </a:r>
            <a:r>
              <a:rPr lang="en-GB" err="1"/>
              <a:t>aliquas</a:t>
            </a:r>
            <a:r>
              <a:rPr lang="en-GB"/>
              <a:t> </a:t>
            </a:r>
            <a:r>
              <a:rPr lang="en-GB" err="1"/>
              <a:t>pictatus</a:t>
            </a:r>
            <a:r>
              <a:rPr lang="en-GB"/>
              <a:t> </a:t>
            </a:r>
            <a:r>
              <a:rPr lang="en-GB" err="1"/>
              <a:t>velique</a:t>
            </a:r>
            <a:r>
              <a:rPr lang="en-GB"/>
              <a:t> </a:t>
            </a:r>
            <a:r>
              <a:rPr lang="en-GB" err="1"/>
              <a:t>lantio</a:t>
            </a:r>
            <a:r>
              <a:rPr lang="en-GB"/>
              <a:t>. </a:t>
            </a:r>
          </a:p>
          <a:p>
            <a:r>
              <a:rPr lang="en-GB" err="1"/>
              <a:t>Agnissim</a:t>
            </a:r>
            <a:r>
              <a:rPr lang="en-GB"/>
              <a:t> </a:t>
            </a:r>
            <a:r>
              <a:rPr lang="en-GB" err="1"/>
              <a:t>porepel</a:t>
            </a:r>
            <a:r>
              <a:rPr lang="en-GB"/>
              <a:t> </a:t>
            </a:r>
            <a:r>
              <a:rPr lang="en-GB" err="1"/>
              <a:t>ignietur</a:t>
            </a:r>
            <a:r>
              <a:rPr lang="en-GB"/>
              <a:t>, </a:t>
            </a:r>
            <a:r>
              <a:rPr lang="en-GB" err="1"/>
              <a:t>invel</a:t>
            </a:r>
            <a:r>
              <a:rPr lang="en-GB"/>
              <a:t> </a:t>
            </a:r>
            <a:r>
              <a:rPr lang="en-GB" err="1"/>
              <a:t>molles</a:t>
            </a:r>
            <a:r>
              <a:rPr lang="en-GB"/>
              <a:t> </a:t>
            </a:r>
            <a:r>
              <a:rPr lang="en-GB" err="1"/>
              <a:t>aliciamus</a:t>
            </a:r>
            <a:r>
              <a:rPr lang="en-GB"/>
              <a:t> </a:t>
            </a:r>
            <a:r>
              <a:rPr lang="en-GB" err="1"/>
              <a:t>doluptatum</a:t>
            </a:r>
            <a:r>
              <a:rPr lang="en-GB"/>
              <a:t>, ape </a:t>
            </a:r>
            <a:r>
              <a:rPr lang="en-GB" err="1"/>
              <a:t>sape</a:t>
            </a:r>
            <a:r>
              <a:rPr lang="en-GB"/>
              <a:t> </a:t>
            </a:r>
            <a:r>
              <a:rPr lang="en-GB" err="1"/>
              <a:t>nonseque</a:t>
            </a:r>
            <a:r>
              <a:rPr lang="en-GB"/>
              <a:t> </a:t>
            </a:r>
            <a:r>
              <a:rPr lang="en-GB" err="1"/>
              <a:t>adi</a:t>
            </a:r>
            <a:r>
              <a:rPr lang="en-GB"/>
              <a:t> </a:t>
            </a:r>
            <a:r>
              <a:rPr lang="en-GB" err="1"/>
              <a:t>audae</a:t>
            </a:r>
            <a:r>
              <a:rPr lang="en-GB"/>
              <a:t> </a:t>
            </a:r>
            <a:r>
              <a:rPr lang="en-GB" err="1"/>
              <a:t>ni</a:t>
            </a:r>
            <a:r>
              <a:rPr lang="en-GB"/>
              <a:t> </a:t>
            </a:r>
            <a:r>
              <a:rPr lang="en-GB" err="1"/>
              <a:t>comnim</a:t>
            </a:r>
            <a:r>
              <a:rPr lang="en-GB"/>
              <a:t> </a:t>
            </a:r>
            <a:r>
              <a:rPr lang="en-GB" err="1"/>
              <a:t>volorio</a:t>
            </a:r>
            <a:r>
              <a:rPr lang="en-GB"/>
              <a:t> </a:t>
            </a:r>
            <a:r>
              <a:rPr lang="en-GB" err="1"/>
              <a:t>omniataque</a:t>
            </a:r>
            <a:r>
              <a:rPr lang="en-GB"/>
              <a:t> </a:t>
            </a:r>
            <a:r>
              <a:rPr lang="en-GB" err="1"/>
              <a:t>nostet</a:t>
            </a:r>
            <a:r>
              <a:rPr lang="en-GB"/>
              <a:t> </a:t>
            </a:r>
            <a:r>
              <a:rPr lang="en-GB" err="1"/>
              <a:t>quidis</a:t>
            </a:r>
            <a:r>
              <a:rPr lang="en-GB"/>
              <a:t> </a:t>
            </a:r>
            <a:r>
              <a:rPr lang="en-GB" err="1"/>
              <a:t>dolupis</a:t>
            </a:r>
            <a:r>
              <a:rPr lang="en-GB"/>
              <a:t> </a:t>
            </a:r>
            <a:r>
              <a:rPr lang="en-GB" err="1"/>
              <a:t>alis</a:t>
            </a:r>
            <a:r>
              <a:rPr lang="en-GB"/>
              <a:t> </a:t>
            </a:r>
            <a:r>
              <a:rPr lang="en-GB" err="1"/>
              <a:t>molestis</a:t>
            </a:r>
            <a:r>
              <a:rPr lang="en-GB"/>
              <a:t> </a:t>
            </a:r>
            <a:r>
              <a:rPr lang="en-GB" err="1"/>
              <a:t>dia</a:t>
            </a:r>
            <a:r>
              <a:rPr lang="en-GB"/>
              <a:t> </a:t>
            </a:r>
            <a:r>
              <a:rPr lang="en-GB" err="1"/>
              <a:t>dunt</a:t>
            </a:r>
            <a:r>
              <a:rPr lang="en-GB"/>
              <a:t> </a:t>
            </a:r>
            <a:r>
              <a:rPr lang="en-GB" err="1"/>
              <a:t>esequo</a:t>
            </a:r>
            <a:r>
              <a:rPr lang="en-GB"/>
              <a:t> mi. </a:t>
            </a:r>
          </a:p>
          <a:p>
            <a:r>
              <a:rPr lang="en-GB"/>
              <a:t>Nonet et </a:t>
            </a:r>
            <a:r>
              <a:rPr lang="en-GB" err="1"/>
              <a:t>ullam</a:t>
            </a:r>
            <a:r>
              <a:rPr lang="en-GB"/>
              <a:t>, </a:t>
            </a:r>
            <a:r>
              <a:rPr lang="en-GB" err="1"/>
              <a:t>torporupit</a:t>
            </a:r>
            <a:r>
              <a:rPr lang="en-GB"/>
              <a:t> </a:t>
            </a:r>
            <a:r>
              <a:rPr lang="en-GB" err="1"/>
              <a:t>maiorec</a:t>
            </a:r>
            <a:r>
              <a:rPr lang="en-GB"/>
              <a:t> </a:t>
            </a:r>
            <a:r>
              <a:rPr lang="en-GB" err="1"/>
              <a:t>torenti</a:t>
            </a:r>
            <a:r>
              <a:rPr lang="en-GB"/>
              <a:t> </a:t>
            </a:r>
            <a:r>
              <a:rPr lang="en-GB" err="1"/>
              <a:t>numque</a:t>
            </a:r>
            <a:r>
              <a:rPr lang="en-GB"/>
              <a:t> </a:t>
            </a:r>
            <a:r>
              <a:rPr lang="en-GB" err="1"/>
              <a:t>liqui</a:t>
            </a:r>
            <a:r>
              <a:rPr lang="en-GB"/>
              <a:t> </a:t>
            </a:r>
            <a:r>
              <a:rPr lang="en-GB" err="1"/>
              <a:t>occum</a:t>
            </a:r>
            <a:r>
              <a:rPr lang="en-GB"/>
              <a:t>, </a:t>
            </a:r>
            <a:r>
              <a:rPr lang="en-GB" err="1"/>
              <a:t>nonsect</a:t>
            </a:r>
            <a:r>
              <a:rPr lang="en-GB"/>
              <a:t> </a:t>
            </a:r>
            <a:r>
              <a:rPr lang="en-GB" err="1"/>
              <a:t>atustis</a:t>
            </a:r>
            <a:r>
              <a:rPr lang="en-GB"/>
              <a:t> </a:t>
            </a:r>
            <a:r>
              <a:rPr lang="en-GB" err="1"/>
              <a:t>nonsequame</a:t>
            </a:r>
            <a:r>
              <a:rPr lang="en-GB"/>
              <a:t>.</a:t>
            </a: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970837D0-1AF1-1D08-03F4-2256FFFF1E6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B33A81E2-EA0B-A5A6-1153-6AE73BDEC3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en-GB" smtClean="0"/>
              <a:pPr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61717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9CC5B824-AFDB-B024-7C45-EF2AB91433B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>
                <a:solidFill>
                  <a:schemeClr val="tx2"/>
                </a:solidFill>
              </a:rPr>
              <a:t>Caption and copyright of the image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826FECE-E553-1D30-A142-7721FE9E9B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/>
              <a:t>Subtitle (optional)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646C4FCE-8AA1-EDDF-31FA-085A2E82D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Slide with text and image on right side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1151D3D8-48C0-B0BC-1117-D3F0872E816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/>
              <a:t>Text modules with continuous text sum et </a:t>
            </a:r>
            <a:r>
              <a:rPr lang="en-GB" err="1"/>
              <a:t>quae</a:t>
            </a:r>
            <a:r>
              <a:rPr lang="en-GB"/>
              <a:t>. </a:t>
            </a:r>
            <a:r>
              <a:rPr lang="en-GB" err="1"/>
              <a:t>Iciur</a:t>
            </a:r>
            <a:r>
              <a:rPr lang="en-GB"/>
              <a:t>, </a:t>
            </a:r>
            <a:r>
              <a:rPr lang="en-GB" err="1"/>
              <a:t>simillante</a:t>
            </a:r>
            <a:r>
              <a:rPr lang="en-GB"/>
              <a:t> </a:t>
            </a:r>
            <a:r>
              <a:rPr lang="en-GB" err="1"/>
              <a:t>liquiae</a:t>
            </a:r>
            <a:r>
              <a:rPr lang="en-GB"/>
              <a:t> </a:t>
            </a:r>
            <a:r>
              <a:rPr lang="en-GB" err="1"/>
              <a:t>voluptur</a:t>
            </a:r>
            <a:r>
              <a:rPr lang="en-GB"/>
              <a:t>? Ovid maxima </a:t>
            </a:r>
            <a:r>
              <a:rPr lang="en-GB" err="1"/>
              <a:t>dolorrum</a:t>
            </a:r>
            <a:r>
              <a:rPr lang="en-GB"/>
              <a:t> </a:t>
            </a:r>
            <a:r>
              <a:rPr lang="en-GB" err="1"/>
              <a:t>nimoluptatur</a:t>
            </a:r>
            <a:r>
              <a:rPr lang="en-GB"/>
              <a:t> ad ma ped </a:t>
            </a:r>
            <a:r>
              <a:rPr lang="en-GB" err="1"/>
              <a:t>ut</a:t>
            </a:r>
            <a:r>
              <a:rPr lang="en-GB"/>
              <a:t> </a:t>
            </a:r>
            <a:r>
              <a:rPr lang="en-GB" err="1"/>
              <a:t>restiun</a:t>
            </a:r>
            <a:r>
              <a:rPr lang="en-GB"/>
              <a:t> </a:t>
            </a:r>
            <a:r>
              <a:rPr lang="en-GB" err="1"/>
              <a:t>ditiae</a:t>
            </a:r>
            <a:r>
              <a:rPr lang="en-GB"/>
              <a:t> pre </a:t>
            </a:r>
            <a:r>
              <a:rPr lang="en-GB" err="1"/>
              <a:t>santincto</a:t>
            </a:r>
            <a:r>
              <a:rPr lang="en-GB"/>
              <a:t> to </a:t>
            </a:r>
            <a:r>
              <a:rPr lang="en-GB" err="1"/>
              <a:t>dicitaturem</a:t>
            </a:r>
            <a:r>
              <a:rPr lang="en-GB"/>
              <a:t> et </a:t>
            </a:r>
            <a:r>
              <a:rPr lang="en-GB" err="1"/>
              <a:t>est</a:t>
            </a:r>
            <a:r>
              <a:rPr lang="en-GB"/>
              <a:t>, </a:t>
            </a:r>
            <a:r>
              <a:rPr lang="en-GB" err="1"/>
              <a:t>Magnatque</a:t>
            </a:r>
            <a:r>
              <a:rPr lang="en-GB"/>
              <a:t> </a:t>
            </a:r>
            <a:r>
              <a:rPr lang="en-GB" err="1"/>
              <a:t>nes</a:t>
            </a:r>
            <a:r>
              <a:rPr lang="en-GB"/>
              <a:t> </a:t>
            </a:r>
            <a:r>
              <a:rPr lang="en-GB" err="1"/>
              <a:t>ni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</a:t>
            </a:r>
            <a:r>
              <a:rPr lang="en-GB" err="1"/>
              <a:t>quidessit</a:t>
            </a:r>
            <a:r>
              <a:rPr lang="en-GB"/>
              <a:t> re </a:t>
            </a:r>
            <a:r>
              <a:rPr lang="en-GB" err="1"/>
              <a:t>doluptatis</a:t>
            </a:r>
            <a:r>
              <a:rPr lang="en-GB"/>
              <a:t> </a:t>
            </a:r>
            <a:r>
              <a:rPr lang="en-GB" err="1"/>
              <a:t>evenem</a:t>
            </a:r>
            <a:r>
              <a:rPr lang="en-GB"/>
              <a:t> </a:t>
            </a:r>
            <a:r>
              <a:rPr lang="en-GB" err="1"/>
              <a:t>atur</a:t>
            </a:r>
            <a:r>
              <a:rPr lang="en-GB"/>
              <a:t>, </a:t>
            </a:r>
            <a:r>
              <a:rPr lang="en-GB" err="1"/>
              <a:t>asincimus</a:t>
            </a:r>
            <a:r>
              <a:rPr lang="en-GB"/>
              <a:t> </a:t>
            </a:r>
            <a:r>
              <a:rPr lang="en-GB" err="1"/>
              <a:t>enet</a:t>
            </a:r>
            <a:r>
              <a:rPr lang="en-GB"/>
              <a:t> </a:t>
            </a:r>
            <a:r>
              <a:rPr lang="en-GB" err="1"/>
              <a:t>rercient</a:t>
            </a:r>
            <a:r>
              <a:rPr lang="en-GB"/>
              <a:t> </a:t>
            </a:r>
            <a:r>
              <a:rPr lang="en-GB" err="1"/>
              <a:t>quas</a:t>
            </a:r>
            <a:r>
              <a:rPr lang="en-GB"/>
              <a:t> </a:t>
            </a:r>
            <a:r>
              <a:rPr lang="en-GB" err="1"/>
              <a:t>atem</a:t>
            </a:r>
            <a:r>
              <a:rPr lang="en-GB"/>
              <a:t> </a:t>
            </a:r>
            <a:r>
              <a:rPr lang="en-GB" err="1"/>
              <a:t>dolorem</a:t>
            </a:r>
            <a:r>
              <a:rPr lang="en-GB"/>
              <a:t> </a:t>
            </a:r>
            <a:r>
              <a:rPr lang="en-GB" err="1"/>
              <a:t>oluptaquas</a:t>
            </a:r>
            <a:r>
              <a:rPr lang="en-GB"/>
              <a:t> </a:t>
            </a:r>
            <a:r>
              <a:rPr lang="en-GB" err="1"/>
              <a:t>sitatiati</a:t>
            </a:r>
            <a:r>
              <a:rPr lang="en-GB"/>
              <a:t> </a:t>
            </a:r>
            <a:r>
              <a:rPr lang="en-GB" err="1"/>
              <a:t>conet</a:t>
            </a:r>
            <a:r>
              <a:rPr lang="en-GB"/>
              <a:t> </a:t>
            </a:r>
            <a:r>
              <a:rPr lang="en-GB" err="1"/>
              <a:t>idunt</a:t>
            </a:r>
            <a:r>
              <a:rPr lang="en-GB"/>
              <a:t> qui </a:t>
            </a:r>
            <a:r>
              <a:rPr lang="en-GB" err="1"/>
              <a:t>dempos</a:t>
            </a:r>
            <a:r>
              <a:rPr lang="en-GB"/>
              <a:t> </a:t>
            </a:r>
            <a:r>
              <a:rPr lang="en-GB" err="1"/>
              <a:t>ressimus</a:t>
            </a:r>
            <a:r>
              <a:rPr lang="en-GB"/>
              <a:t>, </a:t>
            </a:r>
            <a:r>
              <a:rPr lang="en-GB" err="1"/>
              <a:t>sapit</a:t>
            </a:r>
            <a:r>
              <a:rPr lang="en-GB"/>
              <a:t> </a:t>
            </a:r>
            <a:r>
              <a:rPr lang="en-GB" err="1"/>
              <a:t>aliquas</a:t>
            </a:r>
            <a:r>
              <a:rPr lang="en-GB"/>
              <a:t> </a:t>
            </a:r>
            <a:r>
              <a:rPr lang="en-GB" err="1"/>
              <a:t>pictatus</a:t>
            </a:r>
            <a:r>
              <a:rPr lang="en-GB"/>
              <a:t> </a:t>
            </a:r>
            <a:r>
              <a:rPr lang="en-GB" err="1"/>
              <a:t>velique</a:t>
            </a:r>
            <a:r>
              <a:rPr lang="en-GB"/>
              <a:t> </a:t>
            </a:r>
            <a:r>
              <a:rPr lang="en-GB" err="1"/>
              <a:t>lantio</a:t>
            </a:r>
            <a:r>
              <a:rPr lang="en-GB"/>
              <a:t>. </a:t>
            </a:r>
          </a:p>
          <a:p>
            <a:r>
              <a:rPr lang="en-GB" err="1"/>
              <a:t>Agnissim</a:t>
            </a:r>
            <a:r>
              <a:rPr lang="en-GB"/>
              <a:t> </a:t>
            </a:r>
            <a:r>
              <a:rPr lang="en-GB" err="1"/>
              <a:t>porepel</a:t>
            </a:r>
            <a:r>
              <a:rPr lang="en-GB"/>
              <a:t> </a:t>
            </a:r>
            <a:r>
              <a:rPr lang="en-GB" err="1"/>
              <a:t>ignietur</a:t>
            </a:r>
            <a:r>
              <a:rPr lang="en-GB"/>
              <a:t>, </a:t>
            </a:r>
            <a:r>
              <a:rPr lang="en-GB" err="1"/>
              <a:t>invel</a:t>
            </a:r>
            <a:r>
              <a:rPr lang="en-GB"/>
              <a:t> </a:t>
            </a:r>
            <a:r>
              <a:rPr lang="en-GB" err="1"/>
              <a:t>molles</a:t>
            </a:r>
            <a:r>
              <a:rPr lang="en-GB"/>
              <a:t> </a:t>
            </a:r>
            <a:r>
              <a:rPr lang="en-GB" err="1"/>
              <a:t>aliciamus</a:t>
            </a:r>
            <a:r>
              <a:rPr lang="en-GB"/>
              <a:t> </a:t>
            </a:r>
            <a:r>
              <a:rPr lang="en-GB" err="1"/>
              <a:t>doluptatum</a:t>
            </a:r>
            <a:r>
              <a:rPr lang="en-GB"/>
              <a:t>, ape </a:t>
            </a:r>
            <a:r>
              <a:rPr lang="en-GB" err="1"/>
              <a:t>sape</a:t>
            </a:r>
            <a:r>
              <a:rPr lang="en-GB"/>
              <a:t> </a:t>
            </a:r>
            <a:r>
              <a:rPr lang="en-GB" err="1"/>
              <a:t>nonseque</a:t>
            </a:r>
            <a:r>
              <a:rPr lang="en-GB"/>
              <a:t> </a:t>
            </a:r>
            <a:r>
              <a:rPr lang="en-GB" err="1"/>
              <a:t>adi</a:t>
            </a:r>
            <a:r>
              <a:rPr lang="en-GB"/>
              <a:t> </a:t>
            </a:r>
            <a:r>
              <a:rPr lang="en-GB" err="1"/>
              <a:t>audae</a:t>
            </a:r>
            <a:r>
              <a:rPr lang="en-GB"/>
              <a:t> </a:t>
            </a:r>
            <a:r>
              <a:rPr lang="en-GB" err="1"/>
              <a:t>ni</a:t>
            </a:r>
            <a:r>
              <a:rPr lang="en-GB"/>
              <a:t> </a:t>
            </a:r>
            <a:r>
              <a:rPr lang="en-GB" err="1"/>
              <a:t>comnim</a:t>
            </a:r>
            <a:r>
              <a:rPr lang="en-GB"/>
              <a:t> </a:t>
            </a:r>
            <a:r>
              <a:rPr lang="en-GB" err="1"/>
              <a:t>volorio</a:t>
            </a:r>
            <a:r>
              <a:rPr lang="en-GB"/>
              <a:t> </a:t>
            </a:r>
            <a:r>
              <a:rPr lang="en-GB" err="1"/>
              <a:t>omniataque</a:t>
            </a:r>
            <a:r>
              <a:rPr lang="en-GB"/>
              <a:t> </a:t>
            </a:r>
            <a:r>
              <a:rPr lang="en-GB" err="1"/>
              <a:t>nostet</a:t>
            </a:r>
            <a:r>
              <a:rPr lang="en-GB"/>
              <a:t> </a:t>
            </a:r>
            <a:r>
              <a:rPr lang="en-GB" err="1"/>
              <a:t>quidis</a:t>
            </a:r>
            <a:r>
              <a:rPr lang="en-GB"/>
              <a:t> </a:t>
            </a:r>
            <a:r>
              <a:rPr lang="en-GB" err="1"/>
              <a:t>dolupis</a:t>
            </a:r>
            <a:r>
              <a:rPr lang="en-GB"/>
              <a:t> </a:t>
            </a:r>
            <a:r>
              <a:rPr lang="en-GB" err="1"/>
              <a:t>alis</a:t>
            </a:r>
            <a:r>
              <a:rPr lang="en-GB"/>
              <a:t> </a:t>
            </a:r>
            <a:r>
              <a:rPr lang="en-GB" err="1"/>
              <a:t>molestis</a:t>
            </a:r>
            <a:r>
              <a:rPr lang="en-GB"/>
              <a:t> </a:t>
            </a:r>
            <a:r>
              <a:rPr lang="en-GB" err="1"/>
              <a:t>dia</a:t>
            </a:r>
            <a:r>
              <a:rPr lang="en-GB"/>
              <a:t> </a:t>
            </a:r>
            <a:r>
              <a:rPr lang="en-GB" err="1"/>
              <a:t>dunt</a:t>
            </a:r>
            <a:r>
              <a:rPr lang="en-GB"/>
              <a:t> </a:t>
            </a:r>
            <a:r>
              <a:rPr lang="en-GB" err="1"/>
              <a:t>esequo</a:t>
            </a:r>
            <a:r>
              <a:rPr lang="en-GB"/>
              <a:t> mi. </a:t>
            </a:r>
          </a:p>
          <a:p>
            <a:r>
              <a:rPr lang="en-GB"/>
              <a:t>Nonet et </a:t>
            </a:r>
            <a:r>
              <a:rPr lang="en-GB" err="1"/>
              <a:t>ullam</a:t>
            </a:r>
            <a:r>
              <a:rPr lang="en-GB"/>
              <a:t>, </a:t>
            </a:r>
            <a:r>
              <a:rPr lang="en-GB" err="1"/>
              <a:t>torporupit</a:t>
            </a:r>
            <a:r>
              <a:rPr lang="en-GB"/>
              <a:t> </a:t>
            </a:r>
            <a:r>
              <a:rPr lang="en-GB" err="1"/>
              <a:t>maiorec</a:t>
            </a:r>
            <a:r>
              <a:rPr lang="en-GB"/>
              <a:t> </a:t>
            </a:r>
            <a:r>
              <a:rPr lang="en-GB" err="1"/>
              <a:t>torenti</a:t>
            </a:r>
            <a:r>
              <a:rPr lang="en-GB"/>
              <a:t> </a:t>
            </a:r>
            <a:r>
              <a:rPr lang="en-GB" err="1"/>
              <a:t>numque</a:t>
            </a:r>
            <a:r>
              <a:rPr lang="en-GB"/>
              <a:t> </a:t>
            </a:r>
            <a:r>
              <a:rPr lang="en-GB" err="1"/>
              <a:t>liqui</a:t>
            </a:r>
            <a:r>
              <a:rPr lang="en-GB"/>
              <a:t> </a:t>
            </a:r>
            <a:r>
              <a:rPr lang="en-GB" err="1"/>
              <a:t>occum</a:t>
            </a:r>
            <a:r>
              <a:rPr lang="en-GB"/>
              <a:t>, </a:t>
            </a:r>
            <a:r>
              <a:rPr lang="en-GB" err="1"/>
              <a:t>nonsect</a:t>
            </a:r>
            <a:r>
              <a:rPr lang="en-GB"/>
              <a:t> </a:t>
            </a:r>
            <a:r>
              <a:rPr lang="en-GB" err="1"/>
              <a:t>atustis</a:t>
            </a:r>
            <a:r>
              <a:rPr lang="en-GB"/>
              <a:t> </a:t>
            </a:r>
            <a:r>
              <a:rPr lang="en-GB" err="1"/>
              <a:t>nonsequame</a:t>
            </a:r>
            <a:r>
              <a:rPr lang="en-GB"/>
              <a:t>.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D8973FB-28F2-7F15-5617-C0A144F80E3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5966A435-F6D1-F1B9-4DBE-00E238919D7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en-GB" smtClean="0"/>
              <a:pPr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37453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854A5AC1-1030-D58B-2CD6-5527C7C3BC6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/>
              <a:t>Caption and copyright of the image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C5EA327D-A545-9A9B-344F-B311E3C4CC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/>
              <a:t>Subtitle (optional)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AB97333F-56F7-6926-C231-CFFC7AF3D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76" y="500444"/>
            <a:ext cx="4846462" cy="403200"/>
          </a:xfrm>
        </p:spPr>
        <p:txBody>
          <a:bodyPr/>
          <a:lstStyle/>
          <a:p>
            <a:r>
              <a:rPr lang="en-GB"/>
              <a:t>Slide with text and image on left side</a:t>
            </a: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FD997EF3-1943-31B6-67F0-D30AC046D5B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1C45A646-78AE-CAC7-E05E-6ECD9727F5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/>
              <a:t>Text modules with continuous text, 16 pt. Sum et </a:t>
            </a:r>
            <a:r>
              <a:rPr lang="en-GB" err="1"/>
              <a:t>quae</a:t>
            </a:r>
            <a:r>
              <a:rPr lang="en-GB"/>
              <a:t>. </a:t>
            </a:r>
          </a:p>
          <a:p>
            <a:r>
              <a:rPr lang="en-GB" err="1"/>
              <a:t>Iciur</a:t>
            </a:r>
            <a:r>
              <a:rPr lang="en-GB"/>
              <a:t>, </a:t>
            </a:r>
            <a:r>
              <a:rPr lang="en-GB" err="1"/>
              <a:t>simillante</a:t>
            </a:r>
            <a:r>
              <a:rPr lang="en-GB"/>
              <a:t> </a:t>
            </a:r>
            <a:r>
              <a:rPr lang="en-GB" err="1"/>
              <a:t>liquiae</a:t>
            </a:r>
            <a:r>
              <a:rPr lang="en-GB"/>
              <a:t> </a:t>
            </a:r>
            <a:r>
              <a:rPr lang="en-GB" err="1"/>
              <a:t>voluptur</a:t>
            </a:r>
            <a:r>
              <a:rPr lang="en-GB"/>
              <a:t>? </a:t>
            </a:r>
          </a:p>
          <a:p>
            <a:r>
              <a:rPr lang="en-GB"/>
              <a:t>Ovid maxima </a:t>
            </a:r>
            <a:r>
              <a:rPr lang="en-GB" err="1"/>
              <a:t>dolorrum</a:t>
            </a:r>
            <a:r>
              <a:rPr lang="en-GB"/>
              <a:t> </a:t>
            </a:r>
            <a:r>
              <a:rPr lang="en-GB" err="1"/>
              <a:t>nimoluptatur</a:t>
            </a:r>
            <a:r>
              <a:rPr lang="en-GB"/>
              <a:t> ad ma ped </a:t>
            </a:r>
            <a:r>
              <a:rPr lang="en-GB" err="1"/>
              <a:t>ut</a:t>
            </a:r>
            <a:r>
              <a:rPr lang="en-GB"/>
              <a:t> </a:t>
            </a:r>
            <a:r>
              <a:rPr lang="en-GB" err="1"/>
              <a:t>restiun</a:t>
            </a:r>
            <a:r>
              <a:rPr lang="en-GB"/>
              <a:t> </a:t>
            </a:r>
            <a:r>
              <a:rPr lang="en-GB" err="1"/>
              <a:t>ditiae</a:t>
            </a:r>
            <a:r>
              <a:rPr lang="en-GB"/>
              <a:t> pre </a:t>
            </a:r>
            <a:r>
              <a:rPr lang="en-GB" err="1"/>
              <a:t>santincto</a:t>
            </a:r>
            <a:r>
              <a:rPr lang="en-GB"/>
              <a:t> to </a:t>
            </a:r>
            <a:r>
              <a:rPr lang="en-GB" err="1"/>
              <a:t>dicitaturem</a:t>
            </a:r>
            <a:r>
              <a:rPr lang="en-GB"/>
              <a:t> et </a:t>
            </a:r>
            <a:r>
              <a:rPr lang="en-GB" err="1"/>
              <a:t>est</a:t>
            </a:r>
            <a:r>
              <a:rPr lang="en-GB"/>
              <a:t>, </a:t>
            </a:r>
            <a:r>
              <a:rPr lang="en-GB" err="1"/>
              <a:t>cora</a:t>
            </a:r>
            <a:r>
              <a:rPr lang="en-GB"/>
              <a:t> </a:t>
            </a:r>
            <a:r>
              <a:rPr lang="en-GB" err="1"/>
              <a:t>porum</a:t>
            </a:r>
            <a:r>
              <a:rPr lang="en-GB"/>
              <a:t> </a:t>
            </a:r>
            <a:r>
              <a:rPr lang="en-GB" err="1"/>
              <a:t>comni</a:t>
            </a:r>
            <a:r>
              <a:rPr lang="en-GB"/>
              <a:t> tecum.</a:t>
            </a:r>
          </a:p>
          <a:p>
            <a:r>
              <a:rPr lang="en-GB" err="1"/>
              <a:t>Occate</a:t>
            </a:r>
            <a:r>
              <a:rPr lang="en-GB"/>
              <a:t> </a:t>
            </a:r>
            <a:r>
              <a:rPr lang="en-GB" err="1"/>
              <a:t>ium</a:t>
            </a:r>
            <a:r>
              <a:rPr lang="en-GB"/>
              <a:t> as </a:t>
            </a:r>
            <a:r>
              <a:rPr lang="en-GB" err="1"/>
              <a:t>esectat</a:t>
            </a:r>
            <a:r>
              <a:rPr lang="en-GB"/>
              <a:t> ad que </a:t>
            </a:r>
            <a:r>
              <a:rPr lang="en-GB" err="1"/>
              <a:t>apici</a:t>
            </a:r>
            <a:r>
              <a:rPr lang="en-GB"/>
              <a:t> </a:t>
            </a:r>
            <a:r>
              <a:rPr lang="en-GB" err="1"/>
              <a:t>rehenda</a:t>
            </a:r>
            <a:r>
              <a:rPr lang="en-GB"/>
              <a:t> </a:t>
            </a:r>
            <a:r>
              <a:rPr lang="en-GB" err="1"/>
              <a:t>ndeniae</a:t>
            </a:r>
            <a:r>
              <a:rPr lang="en-GB"/>
              <a:t> </a:t>
            </a:r>
            <a:r>
              <a:rPr lang="en-GB" err="1"/>
              <a:t>cepudic</a:t>
            </a:r>
            <a:r>
              <a:rPr lang="en-GB"/>
              <a:t> </a:t>
            </a:r>
            <a:r>
              <a:rPr lang="en-GB" err="1"/>
              <a:t>aborrovidunt</a:t>
            </a:r>
            <a:r>
              <a:rPr lang="en-GB"/>
              <a:t> </a:t>
            </a:r>
            <a:r>
              <a:rPr lang="en-GB" err="1"/>
              <a:t>optaqui</a:t>
            </a:r>
            <a:r>
              <a:rPr lang="en-GB"/>
              <a:t> </a:t>
            </a:r>
            <a:r>
              <a:rPr lang="en-GB" err="1"/>
              <a:t>sam</a:t>
            </a:r>
            <a:r>
              <a:rPr lang="en-GB"/>
              <a:t> </a:t>
            </a:r>
            <a:r>
              <a:rPr lang="en-GB" err="1"/>
              <a:t>quidercita</a:t>
            </a:r>
            <a:r>
              <a:rPr lang="en-GB"/>
              <a:t> </a:t>
            </a:r>
            <a:r>
              <a:rPr lang="en-GB" err="1"/>
              <a:t>dolorup</a:t>
            </a:r>
            <a:r>
              <a:rPr lang="en-GB"/>
              <a:t> </a:t>
            </a:r>
            <a:r>
              <a:rPr lang="en-GB" err="1"/>
              <a:t>tatiunt</a:t>
            </a:r>
            <a:r>
              <a:rPr lang="en-GB"/>
              <a:t>. </a:t>
            </a:r>
          </a:p>
          <a:p>
            <a:r>
              <a:rPr lang="en-GB" err="1"/>
              <a:t>Caes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</a:t>
            </a:r>
            <a:r>
              <a:rPr lang="en-GB" err="1"/>
              <a:t>officae</a:t>
            </a:r>
            <a:r>
              <a:rPr lang="en-GB"/>
              <a:t> </a:t>
            </a:r>
            <a:r>
              <a:rPr lang="en-GB" err="1"/>
              <a:t>nonsequo</a:t>
            </a:r>
            <a:r>
              <a:rPr lang="en-GB"/>
              <a:t> </a:t>
            </a:r>
            <a:r>
              <a:rPr lang="en-GB" err="1"/>
              <a:t>magnis</a:t>
            </a:r>
            <a:r>
              <a:rPr lang="en-GB"/>
              <a:t> </a:t>
            </a:r>
            <a:r>
              <a:rPr lang="en-GB" err="1"/>
              <a:t>cus</a:t>
            </a:r>
            <a:r>
              <a:rPr lang="en-GB"/>
              <a:t> </a:t>
            </a:r>
            <a:r>
              <a:rPr lang="en-GB" err="1"/>
              <a:t>aut</a:t>
            </a:r>
            <a:r>
              <a:rPr lang="en-GB"/>
              <a:t> </a:t>
            </a:r>
            <a:r>
              <a:rPr lang="en-GB" err="1"/>
              <a:t>aborum</a:t>
            </a:r>
            <a:r>
              <a:rPr lang="en-GB"/>
              <a:t> </a:t>
            </a:r>
            <a:r>
              <a:rPr lang="en-GB" err="1"/>
              <a:t>acepra</a:t>
            </a:r>
            <a:r>
              <a:rPr lang="en-GB"/>
              <a:t> et que </a:t>
            </a:r>
            <a:r>
              <a:rPr lang="en-GB" err="1"/>
              <a:t>autam</a:t>
            </a:r>
            <a:r>
              <a:rPr lang="en-GB"/>
              <a:t> </a:t>
            </a:r>
            <a:r>
              <a:rPr lang="en-GB" err="1"/>
              <a:t>harc</a:t>
            </a:r>
            <a:r>
              <a:rPr lang="en-GB"/>
              <a:t>.</a:t>
            </a: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9F236B1B-88B4-8A88-DC17-9ED491A6E5C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en-GB" smtClean="0"/>
              <a:pPr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11859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8B7F45A0-C895-BCFC-46C9-CF64D9D7E67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/>
              <a:t>Caption and copyright of the image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701977E0-BA59-E367-3CAC-E69AA54EC4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/>
              <a:t>Subtitle (optional)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0917F6EE-6D65-C5D2-246F-CC8A7939D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7199" y="500444"/>
            <a:ext cx="4847639" cy="403200"/>
          </a:xfrm>
        </p:spPr>
        <p:txBody>
          <a:bodyPr/>
          <a:lstStyle/>
          <a:p>
            <a:r>
              <a:rPr lang="en-GB"/>
              <a:t>Slide with text and image on left side</a:t>
            </a: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1E3AB219-DCE2-EA14-CB72-DFD2010612D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956BAA50-93EC-8361-FA80-15BE992946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/>
              <a:t>Text modules with continuous text, 16 pt. Sum et </a:t>
            </a:r>
            <a:r>
              <a:rPr lang="en-GB" err="1"/>
              <a:t>quae</a:t>
            </a:r>
            <a:r>
              <a:rPr lang="en-GB"/>
              <a:t>. </a:t>
            </a:r>
          </a:p>
          <a:p>
            <a:r>
              <a:rPr lang="en-GB" err="1"/>
              <a:t>Iciur</a:t>
            </a:r>
            <a:r>
              <a:rPr lang="en-GB"/>
              <a:t>, </a:t>
            </a:r>
            <a:r>
              <a:rPr lang="en-GB" err="1"/>
              <a:t>simillante</a:t>
            </a:r>
            <a:r>
              <a:rPr lang="en-GB"/>
              <a:t> </a:t>
            </a:r>
            <a:r>
              <a:rPr lang="en-GB" err="1"/>
              <a:t>liquiae</a:t>
            </a:r>
            <a:r>
              <a:rPr lang="en-GB"/>
              <a:t> </a:t>
            </a:r>
            <a:r>
              <a:rPr lang="en-GB" err="1"/>
              <a:t>voluptur</a:t>
            </a:r>
            <a:r>
              <a:rPr lang="en-GB"/>
              <a:t>? </a:t>
            </a:r>
          </a:p>
          <a:p>
            <a:r>
              <a:rPr lang="en-GB"/>
              <a:t>Ovid maxima </a:t>
            </a:r>
            <a:r>
              <a:rPr lang="en-GB" err="1"/>
              <a:t>dolorrum</a:t>
            </a:r>
            <a:r>
              <a:rPr lang="en-GB"/>
              <a:t> </a:t>
            </a:r>
            <a:r>
              <a:rPr lang="en-GB" err="1"/>
              <a:t>nimoluptatur</a:t>
            </a:r>
            <a:r>
              <a:rPr lang="en-GB"/>
              <a:t> ad ma ped </a:t>
            </a:r>
            <a:r>
              <a:rPr lang="en-GB" err="1"/>
              <a:t>ut</a:t>
            </a:r>
            <a:r>
              <a:rPr lang="en-GB"/>
              <a:t> </a:t>
            </a:r>
            <a:r>
              <a:rPr lang="en-GB" err="1"/>
              <a:t>restiun</a:t>
            </a:r>
            <a:r>
              <a:rPr lang="en-GB"/>
              <a:t> </a:t>
            </a:r>
            <a:r>
              <a:rPr lang="en-GB" err="1"/>
              <a:t>ditiae</a:t>
            </a:r>
            <a:r>
              <a:rPr lang="en-GB"/>
              <a:t> pre </a:t>
            </a:r>
            <a:r>
              <a:rPr lang="en-GB" err="1"/>
              <a:t>santincto</a:t>
            </a:r>
            <a:r>
              <a:rPr lang="en-GB"/>
              <a:t> to </a:t>
            </a:r>
            <a:r>
              <a:rPr lang="en-GB" err="1"/>
              <a:t>dicitaturem</a:t>
            </a:r>
            <a:r>
              <a:rPr lang="en-GB"/>
              <a:t> et </a:t>
            </a:r>
            <a:r>
              <a:rPr lang="en-GB" err="1"/>
              <a:t>est</a:t>
            </a:r>
            <a:r>
              <a:rPr lang="en-GB"/>
              <a:t>, </a:t>
            </a:r>
            <a:r>
              <a:rPr lang="en-GB" err="1"/>
              <a:t>cora</a:t>
            </a:r>
            <a:r>
              <a:rPr lang="en-GB"/>
              <a:t> </a:t>
            </a:r>
            <a:r>
              <a:rPr lang="en-GB" err="1"/>
              <a:t>porum</a:t>
            </a:r>
            <a:r>
              <a:rPr lang="en-GB"/>
              <a:t> </a:t>
            </a:r>
            <a:r>
              <a:rPr lang="en-GB" err="1"/>
              <a:t>comni</a:t>
            </a:r>
            <a:r>
              <a:rPr lang="en-GB"/>
              <a:t> tecum.</a:t>
            </a:r>
          </a:p>
          <a:p>
            <a:r>
              <a:rPr lang="en-GB" err="1"/>
              <a:t>Occate</a:t>
            </a:r>
            <a:r>
              <a:rPr lang="en-GB"/>
              <a:t> </a:t>
            </a:r>
            <a:r>
              <a:rPr lang="en-GB" err="1"/>
              <a:t>ium</a:t>
            </a:r>
            <a:r>
              <a:rPr lang="en-GB"/>
              <a:t> as </a:t>
            </a:r>
            <a:r>
              <a:rPr lang="en-GB" err="1"/>
              <a:t>esectat</a:t>
            </a:r>
            <a:r>
              <a:rPr lang="en-GB"/>
              <a:t> ad que </a:t>
            </a:r>
            <a:r>
              <a:rPr lang="en-GB" err="1"/>
              <a:t>apici</a:t>
            </a:r>
            <a:r>
              <a:rPr lang="en-GB"/>
              <a:t> </a:t>
            </a:r>
            <a:r>
              <a:rPr lang="en-GB" err="1"/>
              <a:t>rehenda</a:t>
            </a:r>
            <a:r>
              <a:rPr lang="en-GB"/>
              <a:t> </a:t>
            </a:r>
            <a:r>
              <a:rPr lang="en-GB" err="1"/>
              <a:t>ndeniae</a:t>
            </a:r>
            <a:r>
              <a:rPr lang="en-GB"/>
              <a:t> </a:t>
            </a:r>
            <a:r>
              <a:rPr lang="en-GB" err="1"/>
              <a:t>cepudic</a:t>
            </a:r>
            <a:r>
              <a:rPr lang="en-GB"/>
              <a:t> </a:t>
            </a:r>
            <a:r>
              <a:rPr lang="en-GB" err="1"/>
              <a:t>aborrovidunt</a:t>
            </a:r>
            <a:r>
              <a:rPr lang="en-GB"/>
              <a:t> </a:t>
            </a:r>
            <a:r>
              <a:rPr lang="en-GB" err="1"/>
              <a:t>optaqui</a:t>
            </a:r>
            <a:r>
              <a:rPr lang="en-GB"/>
              <a:t> </a:t>
            </a:r>
            <a:r>
              <a:rPr lang="en-GB" err="1"/>
              <a:t>sam</a:t>
            </a:r>
            <a:r>
              <a:rPr lang="en-GB"/>
              <a:t> </a:t>
            </a:r>
            <a:r>
              <a:rPr lang="en-GB" err="1"/>
              <a:t>quidercita</a:t>
            </a:r>
            <a:r>
              <a:rPr lang="en-GB"/>
              <a:t> </a:t>
            </a:r>
            <a:r>
              <a:rPr lang="en-GB" err="1"/>
              <a:t>dolorup</a:t>
            </a:r>
            <a:r>
              <a:rPr lang="en-GB"/>
              <a:t> </a:t>
            </a:r>
            <a:r>
              <a:rPr lang="en-GB" err="1"/>
              <a:t>tatiunt</a:t>
            </a:r>
            <a:r>
              <a:rPr lang="en-GB"/>
              <a:t>. </a:t>
            </a:r>
          </a:p>
          <a:p>
            <a:r>
              <a:rPr lang="en-GB" err="1"/>
              <a:t>Caes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</a:t>
            </a:r>
            <a:r>
              <a:rPr lang="en-GB" err="1"/>
              <a:t>officae</a:t>
            </a:r>
            <a:r>
              <a:rPr lang="en-GB"/>
              <a:t> </a:t>
            </a:r>
            <a:r>
              <a:rPr lang="en-GB" err="1"/>
              <a:t>nonsequo</a:t>
            </a:r>
            <a:r>
              <a:rPr lang="en-GB"/>
              <a:t> </a:t>
            </a:r>
            <a:r>
              <a:rPr lang="en-GB" err="1"/>
              <a:t>magnis</a:t>
            </a:r>
            <a:r>
              <a:rPr lang="en-GB"/>
              <a:t> </a:t>
            </a:r>
            <a:r>
              <a:rPr lang="en-GB" err="1"/>
              <a:t>cus</a:t>
            </a:r>
            <a:r>
              <a:rPr lang="en-GB"/>
              <a:t> </a:t>
            </a:r>
            <a:r>
              <a:rPr lang="en-GB" err="1"/>
              <a:t>aut</a:t>
            </a:r>
            <a:r>
              <a:rPr lang="en-GB"/>
              <a:t> </a:t>
            </a:r>
            <a:r>
              <a:rPr lang="en-GB" err="1"/>
              <a:t>aborum</a:t>
            </a:r>
            <a:r>
              <a:rPr lang="en-GB"/>
              <a:t> </a:t>
            </a:r>
            <a:r>
              <a:rPr lang="en-GB" err="1"/>
              <a:t>acepra</a:t>
            </a:r>
            <a:r>
              <a:rPr lang="en-GB"/>
              <a:t> et que </a:t>
            </a:r>
            <a:r>
              <a:rPr lang="en-GB" err="1"/>
              <a:t>autam</a:t>
            </a:r>
            <a:r>
              <a:rPr lang="en-GB"/>
              <a:t> </a:t>
            </a:r>
            <a:r>
              <a:rPr lang="en-GB" err="1"/>
              <a:t>harc</a:t>
            </a:r>
            <a:r>
              <a:rPr lang="en-GB"/>
              <a:t>.</a:t>
            </a: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A8BBC229-8CF5-5BB2-7D48-51D0AF2FA5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en-GB" smtClean="0"/>
              <a:pPr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58498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3CDA14-83EE-1D83-BA29-50F504D42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One topic/theme illustrated by two images</a:t>
            </a: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33D688DB-2296-02B4-71B6-AA05B236BF0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29D9246D-485A-B1F9-D4E1-6D147197757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440CBD6D-3E85-CA55-2419-6CEE6D04ACF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err="1"/>
              <a:t>Agnissim</a:t>
            </a:r>
            <a:r>
              <a:rPr lang="en-GB"/>
              <a:t> </a:t>
            </a:r>
            <a:r>
              <a:rPr lang="en-GB" err="1"/>
              <a:t>porepel</a:t>
            </a:r>
            <a:r>
              <a:rPr lang="en-GB"/>
              <a:t> </a:t>
            </a:r>
            <a:r>
              <a:rPr lang="en-GB" err="1"/>
              <a:t>ignietur</a:t>
            </a:r>
            <a:r>
              <a:rPr lang="en-GB"/>
              <a:t>, </a:t>
            </a:r>
            <a:r>
              <a:rPr lang="en-GB" err="1"/>
              <a:t>invel</a:t>
            </a:r>
            <a:r>
              <a:rPr lang="en-GB"/>
              <a:t> </a:t>
            </a:r>
            <a:r>
              <a:rPr lang="en-GB" err="1"/>
              <a:t>molles</a:t>
            </a:r>
            <a:r>
              <a:rPr lang="en-GB"/>
              <a:t> </a:t>
            </a:r>
            <a:r>
              <a:rPr lang="en-GB" err="1"/>
              <a:t>aliciamus</a:t>
            </a:r>
            <a:r>
              <a:rPr lang="en-GB"/>
              <a:t> </a:t>
            </a:r>
            <a:r>
              <a:rPr lang="en-GB" err="1"/>
              <a:t>doluptatum</a:t>
            </a:r>
            <a:r>
              <a:rPr lang="en-GB"/>
              <a:t>, ape </a:t>
            </a:r>
            <a:r>
              <a:rPr lang="en-GB" err="1"/>
              <a:t>sape</a:t>
            </a:r>
            <a:r>
              <a:rPr lang="en-GB"/>
              <a:t> </a:t>
            </a:r>
            <a:r>
              <a:rPr lang="en-GB" err="1"/>
              <a:t>nonseque</a:t>
            </a:r>
            <a:r>
              <a:rPr lang="en-GB"/>
              <a:t> </a:t>
            </a:r>
            <a:r>
              <a:rPr lang="en-GB" err="1"/>
              <a:t>adi</a:t>
            </a:r>
            <a:r>
              <a:rPr lang="en-GB"/>
              <a:t> </a:t>
            </a:r>
            <a:r>
              <a:rPr lang="en-GB" err="1"/>
              <a:t>audae</a:t>
            </a:r>
            <a:r>
              <a:rPr lang="en-GB"/>
              <a:t> </a:t>
            </a:r>
            <a:r>
              <a:rPr lang="en-GB" err="1"/>
              <a:t>ni</a:t>
            </a:r>
            <a:r>
              <a:rPr lang="en-GB"/>
              <a:t> </a:t>
            </a:r>
            <a:r>
              <a:rPr lang="en-GB" err="1"/>
              <a:t>comnim</a:t>
            </a:r>
            <a:r>
              <a:rPr lang="en-GB"/>
              <a:t> </a:t>
            </a:r>
            <a:r>
              <a:rPr lang="en-GB" err="1"/>
              <a:t>volorio</a:t>
            </a:r>
            <a:r>
              <a:rPr lang="en-GB"/>
              <a:t> </a:t>
            </a:r>
            <a:r>
              <a:rPr lang="en-GB" err="1"/>
              <a:t>omniataque</a:t>
            </a:r>
            <a:r>
              <a:rPr lang="en-GB"/>
              <a:t> </a:t>
            </a:r>
            <a:r>
              <a:rPr lang="en-GB" err="1"/>
              <a:t>nostet</a:t>
            </a:r>
            <a:r>
              <a:rPr lang="en-GB"/>
              <a:t> </a:t>
            </a:r>
            <a:r>
              <a:rPr lang="en-GB" err="1"/>
              <a:t>quidis</a:t>
            </a:r>
            <a:r>
              <a:rPr lang="en-GB"/>
              <a:t> </a:t>
            </a:r>
            <a:r>
              <a:rPr lang="en-GB" err="1"/>
              <a:t>dolupis</a:t>
            </a:r>
            <a:r>
              <a:rPr lang="en-GB"/>
              <a:t> </a:t>
            </a:r>
            <a:r>
              <a:rPr lang="en-GB" err="1"/>
              <a:t>alis</a:t>
            </a:r>
            <a:r>
              <a:rPr lang="en-GB"/>
              <a:t> </a:t>
            </a:r>
            <a:r>
              <a:rPr lang="en-GB" err="1"/>
              <a:t>molestis</a:t>
            </a:r>
            <a:r>
              <a:rPr lang="en-GB"/>
              <a:t> </a:t>
            </a:r>
            <a:r>
              <a:rPr lang="en-GB" err="1"/>
              <a:t>dia</a:t>
            </a:r>
            <a:r>
              <a:rPr lang="en-GB"/>
              <a:t> </a:t>
            </a:r>
            <a:r>
              <a:rPr lang="en-GB" err="1"/>
              <a:t>dunt</a:t>
            </a:r>
            <a:r>
              <a:rPr lang="en-GB"/>
              <a:t> </a:t>
            </a:r>
            <a:r>
              <a:rPr lang="en-GB" err="1"/>
              <a:t>esequo</a:t>
            </a:r>
            <a:r>
              <a:rPr lang="en-GB"/>
              <a:t> mi. </a:t>
            </a:r>
          </a:p>
          <a:p>
            <a:endParaRPr lang="en-GB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25C73C0-E50A-800E-7919-C4A02057B47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/>
              <a:t>Nonet et </a:t>
            </a:r>
            <a:r>
              <a:rPr lang="en-GB" err="1"/>
              <a:t>ullam</a:t>
            </a:r>
            <a:r>
              <a:rPr lang="en-GB"/>
              <a:t>, </a:t>
            </a:r>
            <a:r>
              <a:rPr lang="en-GB" err="1"/>
              <a:t>torporupit</a:t>
            </a:r>
            <a:r>
              <a:rPr lang="en-GB"/>
              <a:t> </a:t>
            </a:r>
            <a:r>
              <a:rPr lang="en-GB" err="1"/>
              <a:t>maiorec</a:t>
            </a:r>
            <a:r>
              <a:rPr lang="en-GB"/>
              <a:t> </a:t>
            </a:r>
            <a:r>
              <a:rPr lang="en-GB" err="1"/>
              <a:t>torenti</a:t>
            </a:r>
            <a:r>
              <a:rPr lang="en-GB"/>
              <a:t> </a:t>
            </a:r>
            <a:r>
              <a:rPr lang="en-GB" err="1"/>
              <a:t>numque</a:t>
            </a:r>
            <a:r>
              <a:rPr lang="en-GB"/>
              <a:t> </a:t>
            </a:r>
            <a:r>
              <a:rPr lang="en-GB" err="1"/>
              <a:t>liqui</a:t>
            </a:r>
            <a:r>
              <a:rPr lang="en-GB"/>
              <a:t> </a:t>
            </a:r>
            <a:r>
              <a:rPr lang="en-GB" err="1"/>
              <a:t>occum</a:t>
            </a:r>
            <a:r>
              <a:rPr lang="en-GB"/>
              <a:t>, </a:t>
            </a:r>
            <a:r>
              <a:rPr lang="en-GB" err="1"/>
              <a:t>nonsect</a:t>
            </a:r>
            <a:r>
              <a:rPr lang="en-GB"/>
              <a:t> </a:t>
            </a:r>
            <a:r>
              <a:rPr lang="en-GB" err="1"/>
              <a:t>atustis</a:t>
            </a:r>
            <a:r>
              <a:rPr lang="en-GB"/>
              <a:t> </a:t>
            </a:r>
            <a:r>
              <a:rPr lang="en-GB" err="1"/>
              <a:t>nonsequame</a:t>
            </a:r>
            <a:r>
              <a:rPr lang="en-GB"/>
              <a:t>.</a:t>
            </a:r>
          </a:p>
          <a:p>
            <a:endParaRPr lang="en-GB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1875528C-5C2C-B8D0-7370-AACF3E3CC9D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/>
              <a:t>Subtitle (optional)</a:t>
            </a:r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A29988BE-D14E-B483-8C4E-E7F6C351F1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en-GB" smtClean="0"/>
              <a:pPr/>
              <a:t>23</a:t>
            </a:fld>
            <a:endParaRPr lang="en-GB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993623A8-9726-2484-6B05-FBB27A6001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6020" y="6112179"/>
            <a:ext cx="1050985" cy="630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7410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DDFB39-4649-A678-D982-A55F722CC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One topic/theme illustrated by two images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0A578091-95BE-9E5D-D7B7-D8B4F619C5E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23B8AA58-3CEE-A4D5-CC33-7A18937DED2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31ED15E-369E-4E43-17E5-7B1EAF9001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err="1"/>
              <a:t>Agnissim</a:t>
            </a:r>
            <a:r>
              <a:rPr lang="en-GB"/>
              <a:t> </a:t>
            </a:r>
            <a:r>
              <a:rPr lang="en-GB" err="1"/>
              <a:t>porepel</a:t>
            </a:r>
            <a:r>
              <a:rPr lang="en-GB"/>
              <a:t> </a:t>
            </a:r>
            <a:r>
              <a:rPr lang="en-GB" err="1"/>
              <a:t>ignietur</a:t>
            </a:r>
            <a:r>
              <a:rPr lang="en-GB"/>
              <a:t>, </a:t>
            </a:r>
            <a:r>
              <a:rPr lang="en-GB" err="1"/>
              <a:t>invel</a:t>
            </a:r>
            <a:r>
              <a:rPr lang="en-GB"/>
              <a:t> </a:t>
            </a:r>
            <a:r>
              <a:rPr lang="en-GB" err="1"/>
              <a:t>molles</a:t>
            </a:r>
            <a:r>
              <a:rPr lang="en-GB"/>
              <a:t> </a:t>
            </a:r>
            <a:r>
              <a:rPr lang="en-GB" err="1"/>
              <a:t>aliciamus</a:t>
            </a:r>
            <a:r>
              <a:rPr lang="en-GB"/>
              <a:t> </a:t>
            </a:r>
            <a:r>
              <a:rPr lang="en-GB" err="1"/>
              <a:t>doluptatum</a:t>
            </a:r>
            <a:r>
              <a:rPr lang="en-GB"/>
              <a:t>, ape </a:t>
            </a:r>
            <a:r>
              <a:rPr lang="en-GB" err="1"/>
              <a:t>sape</a:t>
            </a:r>
            <a:r>
              <a:rPr lang="en-GB"/>
              <a:t> </a:t>
            </a:r>
            <a:r>
              <a:rPr lang="en-GB" err="1"/>
              <a:t>nonseque</a:t>
            </a:r>
            <a:r>
              <a:rPr lang="en-GB"/>
              <a:t> </a:t>
            </a:r>
            <a:r>
              <a:rPr lang="en-GB" err="1"/>
              <a:t>adi</a:t>
            </a:r>
            <a:r>
              <a:rPr lang="en-GB"/>
              <a:t> </a:t>
            </a:r>
            <a:r>
              <a:rPr lang="en-GB" err="1"/>
              <a:t>audae</a:t>
            </a:r>
            <a:r>
              <a:rPr lang="en-GB"/>
              <a:t> </a:t>
            </a:r>
            <a:r>
              <a:rPr lang="en-GB" err="1"/>
              <a:t>ni</a:t>
            </a:r>
            <a:r>
              <a:rPr lang="en-GB"/>
              <a:t> </a:t>
            </a:r>
            <a:r>
              <a:rPr lang="en-GB" err="1"/>
              <a:t>comnim</a:t>
            </a:r>
            <a:r>
              <a:rPr lang="en-GB"/>
              <a:t> </a:t>
            </a:r>
            <a:r>
              <a:rPr lang="en-GB" err="1"/>
              <a:t>volorio</a:t>
            </a:r>
            <a:r>
              <a:rPr lang="en-GB"/>
              <a:t> </a:t>
            </a:r>
            <a:r>
              <a:rPr lang="en-GB" err="1"/>
              <a:t>omniataque</a:t>
            </a:r>
            <a:r>
              <a:rPr lang="en-GB"/>
              <a:t> </a:t>
            </a:r>
            <a:r>
              <a:rPr lang="en-GB" err="1"/>
              <a:t>nostet</a:t>
            </a:r>
            <a:r>
              <a:rPr lang="en-GB"/>
              <a:t> </a:t>
            </a:r>
            <a:r>
              <a:rPr lang="en-GB" err="1"/>
              <a:t>quidis</a:t>
            </a:r>
            <a:r>
              <a:rPr lang="en-GB"/>
              <a:t> </a:t>
            </a:r>
            <a:r>
              <a:rPr lang="en-GB" err="1"/>
              <a:t>dolupis</a:t>
            </a:r>
            <a:r>
              <a:rPr lang="en-GB"/>
              <a:t> </a:t>
            </a:r>
            <a:r>
              <a:rPr lang="en-GB" err="1"/>
              <a:t>alis</a:t>
            </a:r>
            <a:r>
              <a:rPr lang="en-GB"/>
              <a:t> </a:t>
            </a:r>
            <a:r>
              <a:rPr lang="en-GB" err="1"/>
              <a:t>molestis</a:t>
            </a:r>
            <a:r>
              <a:rPr lang="en-GB"/>
              <a:t> </a:t>
            </a:r>
            <a:r>
              <a:rPr lang="en-GB" err="1"/>
              <a:t>dia</a:t>
            </a:r>
            <a:r>
              <a:rPr lang="en-GB"/>
              <a:t> </a:t>
            </a:r>
            <a:r>
              <a:rPr lang="en-GB" err="1"/>
              <a:t>dunt</a:t>
            </a:r>
            <a:r>
              <a:rPr lang="en-GB"/>
              <a:t> </a:t>
            </a:r>
            <a:r>
              <a:rPr lang="en-GB" err="1"/>
              <a:t>esequo</a:t>
            </a:r>
            <a:r>
              <a:rPr lang="en-GB"/>
              <a:t> mi. 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3F65686E-B933-4A43-A429-D007E8D8589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/>
              <a:t>Nonet et </a:t>
            </a:r>
            <a:r>
              <a:rPr lang="en-GB" err="1"/>
              <a:t>ullam</a:t>
            </a:r>
            <a:r>
              <a:rPr lang="en-GB"/>
              <a:t>, </a:t>
            </a:r>
            <a:r>
              <a:rPr lang="en-GB" err="1"/>
              <a:t>torporupit</a:t>
            </a:r>
            <a:r>
              <a:rPr lang="en-GB"/>
              <a:t> </a:t>
            </a:r>
            <a:r>
              <a:rPr lang="en-GB" err="1"/>
              <a:t>maiorec</a:t>
            </a:r>
            <a:r>
              <a:rPr lang="en-GB"/>
              <a:t> </a:t>
            </a:r>
            <a:r>
              <a:rPr lang="en-GB" err="1"/>
              <a:t>torenti</a:t>
            </a:r>
            <a:r>
              <a:rPr lang="en-GB"/>
              <a:t> </a:t>
            </a:r>
            <a:r>
              <a:rPr lang="en-GB" err="1"/>
              <a:t>numque</a:t>
            </a:r>
            <a:r>
              <a:rPr lang="en-GB"/>
              <a:t> </a:t>
            </a:r>
            <a:r>
              <a:rPr lang="en-GB" err="1"/>
              <a:t>liqui</a:t>
            </a:r>
            <a:r>
              <a:rPr lang="en-GB"/>
              <a:t> </a:t>
            </a:r>
            <a:r>
              <a:rPr lang="en-GB" err="1"/>
              <a:t>occum</a:t>
            </a:r>
            <a:r>
              <a:rPr lang="en-GB"/>
              <a:t>, </a:t>
            </a:r>
            <a:r>
              <a:rPr lang="en-GB" err="1"/>
              <a:t>nonsect</a:t>
            </a:r>
            <a:r>
              <a:rPr lang="en-GB"/>
              <a:t> </a:t>
            </a:r>
            <a:r>
              <a:rPr lang="en-GB" err="1"/>
              <a:t>atustis</a:t>
            </a:r>
            <a:r>
              <a:rPr lang="en-GB"/>
              <a:t> </a:t>
            </a:r>
            <a:r>
              <a:rPr lang="en-GB" err="1"/>
              <a:t>nonsequame</a:t>
            </a:r>
            <a:r>
              <a:rPr lang="en-GB"/>
              <a:t>.</a:t>
            </a:r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422293D8-87C8-D3E3-CF02-7C05174DFF0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/>
              <a:t>Subtitle (optional)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106E70D7-51D9-E27D-DC75-4BAC0E82044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en-GB" smtClean="0"/>
              <a:pPr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92622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09DC59E6-431E-32F3-89F6-0BD03E52F83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de-DE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8E5CD155-AE87-F7AE-1A5A-61DEEE991BD1}"/>
              </a:ext>
            </a:extLst>
          </p:cNvPr>
          <p:cNvPicPr>
            <a:picLocks noChangeAspect="1"/>
          </p:cNvPicPr>
          <p:nvPr/>
        </p:nvPicPr>
        <p:blipFill>
          <a:blip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27181" y="6184800"/>
            <a:ext cx="925200" cy="485350"/>
          </a:xfrm>
          <a:prstGeom prst="rect">
            <a:avLst/>
          </a:prstGeom>
        </p:spPr>
      </p:pic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9F283FC1-FB71-3D7B-37A7-D762BDA70780}"/>
              </a:ext>
            </a:extLst>
          </p:cNvPr>
          <p:cNvCxnSpPr/>
          <p:nvPr/>
        </p:nvCxnSpPr>
        <p:spPr>
          <a:xfrm>
            <a:off x="1519200" y="6278400"/>
            <a:ext cx="0" cy="280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6F24CB6C-46E3-2C2A-D89C-C209AE8370A7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1767482" y="6307118"/>
            <a:ext cx="4114800" cy="252000"/>
          </a:xfrm>
        </p:spPr>
        <p:txBody>
          <a:bodyPr/>
          <a:lstStyle/>
          <a:p>
            <a:r>
              <a:rPr lang="en-GB"/>
              <a:t>Optional: </a:t>
            </a:r>
            <a:r>
              <a:rPr lang="en-US"/>
              <a:t>Department, Clinic, Center, Business Division, etc.</a:t>
            </a:r>
            <a:endParaRPr lang="en-GB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85B05245-E631-5F17-C1A3-A8A118870A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en-GB" smtClean="0"/>
              <a:pPr/>
              <a:t>25</a:t>
            </a:fld>
            <a:endParaRPr lang="en-GB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D7405A52-E069-5503-1E2C-89095B2754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0615" y="6141255"/>
            <a:ext cx="944208" cy="56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2487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5D65F22-1B36-7A0E-A670-49E5FFA37B2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solidFill>
            <a:srgbClr val="CBCFD2"/>
          </a:solidFill>
        </p:spPr>
        <p:txBody>
          <a:bodyPr/>
          <a:lstStyle/>
          <a:p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2DDD7143-B617-5E37-B149-220201E24316}"/>
              </a:ext>
            </a:extLst>
          </p:cNvPr>
          <p:cNvPicPr>
            <a:picLocks noChangeAspect="1"/>
          </p:cNvPicPr>
          <p:nvPr/>
        </p:nvPicPr>
        <p:blipFill>
          <a:blip cstate="hqprint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27181" y="6184800"/>
            <a:ext cx="925200" cy="485351"/>
          </a:xfrm>
          <a:prstGeom prst="rect">
            <a:avLst/>
          </a:prstGeom>
        </p:spPr>
      </p:pic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AF63A1E9-D596-884A-E002-C4AB0A2959D2}"/>
              </a:ext>
            </a:extLst>
          </p:cNvPr>
          <p:cNvCxnSpPr/>
          <p:nvPr/>
        </p:nvCxnSpPr>
        <p:spPr>
          <a:xfrm>
            <a:off x="1519200" y="6278400"/>
            <a:ext cx="0" cy="28080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6E26A93-51E2-E8E7-78B2-8CA6C60CD5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en-GB" smtClean="0"/>
              <a:pPr/>
              <a:t>26</a:t>
            </a:fld>
            <a:endParaRPr lang="en-GB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09FB1A4D-5FCB-E82C-626C-F97474F6F3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6020" y="6112179"/>
            <a:ext cx="1050985" cy="630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4388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A536900-7524-96EC-2E18-A98EAA45BC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42963" y="1714500"/>
            <a:ext cx="7381875" cy="3995737"/>
          </a:xfrm>
        </p:spPr>
        <p:txBody>
          <a:bodyPr/>
          <a:lstStyle/>
          <a:p>
            <a:r>
              <a:rPr lang="en-US"/>
              <a:t>Longer citation/quotation. (max. 200 characters) </a:t>
            </a:r>
            <a:r>
              <a:rPr lang="en-US" err="1"/>
              <a:t>Otaquatibus</a:t>
            </a:r>
            <a:r>
              <a:rPr lang="en-US"/>
              <a:t>, </a:t>
            </a:r>
            <a:r>
              <a:rPr lang="en-US" err="1"/>
              <a:t>ullatios</a:t>
            </a:r>
            <a:r>
              <a:rPr lang="en-US"/>
              <a:t> </a:t>
            </a:r>
            <a:r>
              <a:rPr lang="en-US" err="1"/>
              <a:t>parum</a:t>
            </a:r>
            <a:r>
              <a:rPr lang="en-US"/>
              <a:t> </a:t>
            </a:r>
            <a:r>
              <a:rPr lang="en-US" err="1"/>
              <a:t>voluptatur</a:t>
            </a:r>
            <a:r>
              <a:rPr lang="en-US"/>
              <a:t>, qui </a:t>
            </a:r>
            <a:r>
              <a:rPr lang="en-US" err="1"/>
              <a:t>alis</a:t>
            </a:r>
            <a:r>
              <a:rPr lang="en-US"/>
              <a:t> </a:t>
            </a:r>
            <a:r>
              <a:rPr lang="en-US" err="1"/>
              <a:t>elendipsam</a:t>
            </a:r>
            <a:r>
              <a:rPr lang="en-US"/>
              <a:t> </a:t>
            </a:r>
            <a:r>
              <a:rPr lang="en-US" err="1"/>
              <a:t>quam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aspel</a:t>
            </a:r>
            <a:r>
              <a:rPr lang="en-US"/>
              <a:t> </a:t>
            </a:r>
            <a:r>
              <a:rPr lang="en-US" err="1"/>
              <a:t>ipic</a:t>
            </a:r>
            <a:r>
              <a:rPr lang="en-US"/>
              <a:t> </a:t>
            </a:r>
            <a:r>
              <a:rPr lang="en-US" err="1"/>
              <a:t>tem</a:t>
            </a:r>
            <a:r>
              <a:rPr lang="en-US"/>
              <a:t> res re </a:t>
            </a:r>
            <a:r>
              <a:rPr lang="en-US" err="1"/>
              <a:t>mintiur</a:t>
            </a:r>
            <a:r>
              <a:rPr lang="en-US"/>
              <a:t> </a:t>
            </a:r>
            <a:r>
              <a:rPr lang="en-US" err="1"/>
              <a:t>audae</a:t>
            </a:r>
            <a:r>
              <a:rPr lang="en-US"/>
              <a:t> </a:t>
            </a:r>
            <a:r>
              <a:rPr lang="en-US" err="1"/>
              <a:t>erchicid</a:t>
            </a:r>
            <a:r>
              <a:rPr lang="en-US"/>
              <a:t> </a:t>
            </a:r>
            <a:r>
              <a:rPr lang="en-US" err="1"/>
              <a:t>usam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alis</a:t>
            </a:r>
            <a:r>
              <a:rPr lang="en-US"/>
              <a:t>. </a:t>
            </a:r>
            <a:r>
              <a:rPr lang="en-US" err="1"/>
              <a:t>unt</a:t>
            </a:r>
            <a:r>
              <a:rPr lang="en-US"/>
              <a:t> </a:t>
            </a:r>
            <a:r>
              <a:rPr lang="en-US" err="1"/>
              <a:t>labores</a:t>
            </a:r>
            <a:r>
              <a:rPr lang="en-US"/>
              <a:t> </a:t>
            </a:r>
            <a:r>
              <a:rPr lang="en-US" err="1"/>
              <a:t>totatio</a:t>
            </a:r>
            <a:r>
              <a:rPr lang="en-US"/>
              <a:t>.</a:t>
            </a:r>
          </a:p>
          <a:p>
            <a:pPr lvl="1"/>
            <a:r>
              <a:rPr lang="en-US"/>
              <a:t>Name and position of person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2C9736E-8023-681C-71EA-BBB9889AA4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en-GB" smtClean="0"/>
              <a:pPr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28640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745C5AE-1515-3B77-791C-D671125660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/>
              <a:t>Caption and copyright of the image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67176E7F-799F-EBB2-FBBB-A45DCEA3F2E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/>
              <a:t>Longer citation/quotation. </a:t>
            </a:r>
            <a:r>
              <a:rPr lang="en-GB" err="1"/>
              <a:t>Otaquatibus</a:t>
            </a:r>
            <a:r>
              <a:rPr lang="en-GB"/>
              <a:t>, </a:t>
            </a:r>
            <a:r>
              <a:rPr lang="en-GB" err="1"/>
              <a:t>ullatios</a:t>
            </a:r>
            <a:r>
              <a:rPr lang="en-GB"/>
              <a:t> </a:t>
            </a:r>
            <a:r>
              <a:rPr lang="en-GB" err="1"/>
              <a:t>parum</a:t>
            </a:r>
            <a:r>
              <a:rPr lang="en-GB"/>
              <a:t> </a:t>
            </a:r>
            <a:r>
              <a:rPr lang="en-GB" err="1"/>
              <a:t>voluptatur</a:t>
            </a:r>
            <a:r>
              <a:rPr lang="en-GB"/>
              <a:t>, qui </a:t>
            </a:r>
            <a:r>
              <a:rPr lang="en-GB" err="1"/>
              <a:t>alis</a:t>
            </a:r>
            <a:r>
              <a:rPr lang="en-GB"/>
              <a:t> </a:t>
            </a:r>
            <a:r>
              <a:rPr lang="en-GB" err="1"/>
              <a:t>elendipsam</a:t>
            </a:r>
            <a:r>
              <a:rPr lang="en-GB"/>
              <a:t> </a:t>
            </a:r>
            <a:r>
              <a:rPr lang="en-GB" err="1"/>
              <a:t>quam</a:t>
            </a:r>
            <a:r>
              <a:rPr lang="en-GB"/>
              <a:t>, </a:t>
            </a:r>
            <a:r>
              <a:rPr lang="en-GB" err="1"/>
              <a:t>ut</a:t>
            </a:r>
            <a:r>
              <a:rPr lang="en-GB"/>
              <a:t> </a:t>
            </a:r>
            <a:r>
              <a:rPr lang="en-GB" err="1"/>
              <a:t>aspel</a:t>
            </a:r>
            <a:r>
              <a:rPr lang="en-GB"/>
              <a:t> </a:t>
            </a:r>
            <a:r>
              <a:rPr lang="en-GB" err="1"/>
              <a:t>ipic</a:t>
            </a:r>
            <a:r>
              <a:rPr lang="en-GB"/>
              <a:t> </a:t>
            </a:r>
            <a:r>
              <a:rPr lang="en-GB" err="1"/>
              <a:t>tem</a:t>
            </a:r>
            <a:r>
              <a:rPr lang="en-GB"/>
              <a:t> res re </a:t>
            </a:r>
            <a:r>
              <a:rPr lang="en-GB" err="1"/>
              <a:t>mintiur</a:t>
            </a:r>
            <a:r>
              <a:rPr lang="en-GB"/>
              <a:t> </a:t>
            </a:r>
            <a:r>
              <a:rPr lang="en-GB" err="1"/>
              <a:t>audae</a:t>
            </a:r>
            <a:r>
              <a:rPr lang="en-GB"/>
              <a:t> </a:t>
            </a:r>
            <a:r>
              <a:rPr lang="en-GB" err="1"/>
              <a:t>erchicid</a:t>
            </a:r>
            <a:r>
              <a:rPr lang="en-GB"/>
              <a:t> </a:t>
            </a:r>
            <a:r>
              <a:rPr lang="en-GB" err="1"/>
              <a:t>usam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</a:t>
            </a:r>
            <a:r>
              <a:rPr lang="en-GB" err="1"/>
              <a:t>alis</a:t>
            </a:r>
            <a:r>
              <a:rPr lang="en-GB"/>
              <a:t>. </a:t>
            </a:r>
            <a:r>
              <a:rPr lang="en-GB" err="1"/>
              <a:t>vendunt</a:t>
            </a:r>
            <a:r>
              <a:rPr lang="en-GB"/>
              <a:t> unt </a:t>
            </a:r>
            <a:r>
              <a:rPr lang="en-GB" err="1"/>
              <a:t>labores</a:t>
            </a:r>
            <a:r>
              <a:rPr lang="en-GB"/>
              <a:t> </a:t>
            </a:r>
            <a:r>
              <a:rPr lang="en-GB" err="1"/>
              <a:t>totatio</a:t>
            </a:r>
            <a:r>
              <a:rPr lang="en-GB"/>
              <a:t>.</a:t>
            </a:r>
          </a:p>
          <a:p>
            <a:pPr lvl="1"/>
            <a:r>
              <a:rPr lang="en-US"/>
              <a:t>Name and position of person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F8B46BF-DF3A-9CC3-DFC6-C3DBC125F96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7834E67-66F0-A39B-0752-77A921B2BC6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en-GB" smtClean="0"/>
              <a:pPr/>
              <a:t>28</a:t>
            </a:fld>
            <a:endParaRPr lang="en-GB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6CAC7C7C-D293-EDA5-96F7-7098FD20E8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6020" y="6112179"/>
            <a:ext cx="1050985" cy="630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0842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C3D897D-1AC3-A099-14EF-1AA4536B91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/>
              <a:t>Caption and copyright of the image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7486A6B-DF02-DE15-FF53-81A83B4339E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/>
              <a:t>Longer citation/quotation. </a:t>
            </a:r>
            <a:r>
              <a:rPr lang="en-GB" err="1"/>
              <a:t>Otaquatibus</a:t>
            </a:r>
            <a:r>
              <a:rPr lang="en-GB"/>
              <a:t>, </a:t>
            </a:r>
            <a:r>
              <a:rPr lang="en-GB" err="1"/>
              <a:t>ullatios</a:t>
            </a:r>
            <a:r>
              <a:rPr lang="en-GB"/>
              <a:t> </a:t>
            </a:r>
            <a:r>
              <a:rPr lang="en-GB" err="1"/>
              <a:t>parum</a:t>
            </a:r>
            <a:r>
              <a:rPr lang="en-GB"/>
              <a:t> </a:t>
            </a:r>
            <a:r>
              <a:rPr lang="en-GB" err="1"/>
              <a:t>voluptatur</a:t>
            </a:r>
            <a:r>
              <a:rPr lang="en-GB"/>
              <a:t>, qui </a:t>
            </a:r>
            <a:r>
              <a:rPr lang="en-GB" err="1"/>
              <a:t>alis</a:t>
            </a:r>
            <a:r>
              <a:rPr lang="en-GB"/>
              <a:t> </a:t>
            </a:r>
            <a:r>
              <a:rPr lang="en-GB" err="1"/>
              <a:t>elendipsam</a:t>
            </a:r>
            <a:r>
              <a:rPr lang="en-GB"/>
              <a:t> </a:t>
            </a:r>
            <a:r>
              <a:rPr lang="en-GB" err="1"/>
              <a:t>quam</a:t>
            </a:r>
            <a:r>
              <a:rPr lang="en-GB"/>
              <a:t>, </a:t>
            </a:r>
            <a:r>
              <a:rPr lang="en-GB" err="1"/>
              <a:t>ut</a:t>
            </a:r>
            <a:r>
              <a:rPr lang="en-GB"/>
              <a:t> </a:t>
            </a:r>
            <a:r>
              <a:rPr lang="en-GB" err="1"/>
              <a:t>aspel</a:t>
            </a:r>
            <a:r>
              <a:rPr lang="en-GB"/>
              <a:t> </a:t>
            </a:r>
            <a:r>
              <a:rPr lang="en-GB" err="1"/>
              <a:t>ipic</a:t>
            </a:r>
            <a:r>
              <a:rPr lang="en-GB"/>
              <a:t> </a:t>
            </a:r>
            <a:r>
              <a:rPr lang="en-GB" err="1"/>
              <a:t>tem</a:t>
            </a:r>
            <a:r>
              <a:rPr lang="en-GB"/>
              <a:t> res re </a:t>
            </a:r>
            <a:r>
              <a:rPr lang="en-GB" err="1"/>
              <a:t>mintiur</a:t>
            </a:r>
            <a:r>
              <a:rPr lang="en-GB"/>
              <a:t> </a:t>
            </a:r>
            <a:r>
              <a:rPr lang="en-GB" err="1"/>
              <a:t>audae</a:t>
            </a:r>
            <a:r>
              <a:rPr lang="en-GB"/>
              <a:t> </a:t>
            </a:r>
            <a:r>
              <a:rPr lang="en-GB" err="1"/>
              <a:t>erchicid</a:t>
            </a:r>
            <a:r>
              <a:rPr lang="en-GB"/>
              <a:t> </a:t>
            </a:r>
            <a:r>
              <a:rPr lang="en-GB" err="1"/>
              <a:t>usam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</a:t>
            </a:r>
            <a:r>
              <a:rPr lang="en-GB" err="1"/>
              <a:t>alis</a:t>
            </a:r>
            <a:r>
              <a:rPr lang="en-GB"/>
              <a:t>. </a:t>
            </a:r>
            <a:r>
              <a:rPr lang="en-GB" err="1"/>
              <a:t>vendunt</a:t>
            </a:r>
            <a:r>
              <a:rPr lang="en-GB"/>
              <a:t> unt </a:t>
            </a:r>
            <a:r>
              <a:rPr lang="en-GB" err="1"/>
              <a:t>labores</a:t>
            </a:r>
            <a:r>
              <a:rPr lang="en-GB"/>
              <a:t> </a:t>
            </a:r>
            <a:r>
              <a:rPr lang="en-GB" err="1"/>
              <a:t>totatio</a:t>
            </a:r>
            <a:r>
              <a:rPr lang="en-GB"/>
              <a:t>.</a:t>
            </a:r>
          </a:p>
          <a:p>
            <a:pPr lvl="1"/>
            <a:r>
              <a:rPr lang="en-US"/>
              <a:t>Name and position of person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20D8FD04-0E8F-2559-D5E3-42BA782AE53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E62BF68-3EF3-8940-9D91-2C6D8E8FF7B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en-GB" smtClean="0"/>
              <a:pPr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49489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831A77F-84D3-071D-49FC-A500D12A9D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/>
              <a:t>Caption and copyright of the image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6C80D12-5081-39BE-63DD-4670207EB3D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/>
              <a:t>Longer citation/quotation. </a:t>
            </a:r>
            <a:r>
              <a:rPr lang="en-GB" err="1"/>
              <a:t>Otaquatibus</a:t>
            </a:r>
            <a:r>
              <a:rPr lang="en-GB"/>
              <a:t>, </a:t>
            </a:r>
            <a:r>
              <a:rPr lang="en-GB" err="1"/>
              <a:t>ullatios</a:t>
            </a:r>
            <a:r>
              <a:rPr lang="en-GB"/>
              <a:t> </a:t>
            </a:r>
            <a:r>
              <a:rPr lang="en-GB" err="1"/>
              <a:t>parum</a:t>
            </a:r>
            <a:r>
              <a:rPr lang="en-GB"/>
              <a:t> </a:t>
            </a:r>
            <a:r>
              <a:rPr lang="en-GB" err="1"/>
              <a:t>voluptatur</a:t>
            </a:r>
            <a:r>
              <a:rPr lang="en-GB"/>
              <a:t>, qui </a:t>
            </a:r>
            <a:r>
              <a:rPr lang="en-GB" err="1"/>
              <a:t>alis</a:t>
            </a:r>
            <a:r>
              <a:rPr lang="en-GB"/>
              <a:t> </a:t>
            </a:r>
            <a:r>
              <a:rPr lang="en-GB" err="1"/>
              <a:t>elendipsam</a:t>
            </a:r>
            <a:r>
              <a:rPr lang="en-GB"/>
              <a:t> </a:t>
            </a:r>
            <a:r>
              <a:rPr lang="en-GB" err="1"/>
              <a:t>quam</a:t>
            </a:r>
            <a:r>
              <a:rPr lang="en-GB"/>
              <a:t>, </a:t>
            </a:r>
            <a:r>
              <a:rPr lang="en-GB" err="1"/>
              <a:t>ut</a:t>
            </a:r>
            <a:r>
              <a:rPr lang="en-GB"/>
              <a:t> </a:t>
            </a:r>
            <a:r>
              <a:rPr lang="en-GB" err="1"/>
              <a:t>aspel</a:t>
            </a:r>
            <a:r>
              <a:rPr lang="en-GB"/>
              <a:t> </a:t>
            </a:r>
            <a:r>
              <a:rPr lang="en-GB" err="1"/>
              <a:t>ipic</a:t>
            </a:r>
            <a:r>
              <a:rPr lang="en-GB"/>
              <a:t> </a:t>
            </a:r>
            <a:r>
              <a:rPr lang="en-GB" err="1"/>
              <a:t>tem</a:t>
            </a:r>
            <a:r>
              <a:rPr lang="en-GB"/>
              <a:t> res re </a:t>
            </a:r>
            <a:r>
              <a:rPr lang="en-GB" err="1"/>
              <a:t>mintiur</a:t>
            </a:r>
            <a:r>
              <a:rPr lang="en-GB"/>
              <a:t> </a:t>
            </a:r>
            <a:r>
              <a:rPr lang="en-GB" err="1"/>
              <a:t>audae</a:t>
            </a:r>
            <a:r>
              <a:rPr lang="en-GB"/>
              <a:t> </a:t>
            </a:r>
            <a:r>
              <a:rPr lang="en-GB" err="1"/>
              <a:t>erchicid</a:t>
            </a:r>
            <a:r>
              <a:rPr lang="en-GB"/>
              <a:t> </a:t>
            </a:r>
            <a:r>
              <a:rPr lang="en-GB" err="1"/>
              <a:t>usam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</a:t>
            </a:r>
            <a:r>
              <a:rPr lang="en-GB" err="1"/>
              <a:t>alis</a:t>
            </a:r>
            <a:r>
              <a:rPr lang="en-GB"/>
              <a:t>. </a:t>
            </a:r>
            <a:r>
              <a:rPr lang="en-GB" err="1"/>
              <a:t>vendunt</a:t>
            </a:r>
            <a:r>
              <a:rPr lang="en-GB"/>
              <a:t> unt </a:t>
            </a:r>
            <a:r>
              <a:rPr lang="en-GB" err="1"/>
              <a:t>labores</a:t>
            </a:r>
            <a:r>
              <a:rPr lang="en-GB"/>
              <a:t> </a:t>
            </a:r>
            <a:r>
              <a:rPr lang="en-GB" err="1"/>
              <a:t>totatio</a:t>
            </a:r>
            <a:r>
              <a:rPr lang="en-GB"/>
              <a:t>.</a:t>
            </a:r>
          </a:p>
          <a:p>
            <a:pPr lvl="1"/>
            <a:r>
              <a:rPr lang="en-US"/>
              <a:t>Name and position of person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C09A4BD-0EA9-F8FB-965E-C445C87C18E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8196CEF-2419-42E0-9183-F15A8CE8501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en-GB" smtClean="0"/>
              <a:pPr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8698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1D058EFD-8E38-7ABE-8A12-A9CB15346CE3}"/>
              </a:ext>
            </a:extLst>
          </p:cNvPr>
          <p:cNvSpPr/>
          <p:nvPr/>
        </p:nvSpPr>
        <p:spPr>
          <a:xfrm>
            <a:off x="6329055" y="0"/>
            <a:ext cx="5862945" cy="6858000"/>
          </a:xfrm>
          <a:prstGeom prst="rect">
            <a:avLst/>
          </a:prstGeom>
          <a:solidFill>
            <a:srgbClr val="CBCF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tIns="72000" rIns="126000" bIns="72000" rtlCol="0" anchor="t">
            <a:noAutofit/>
          </a:bodyPr>
          <a:lstStyle/>
          <a:p>
            <a:pPr algn="l">
              <a:spcAft>
                <a:spcPts val="600"/>
              </a:spcAft>
            </a:pPr>
            <a:endParaRPr lang="de-DE" sz="1200">
              <a:solidFill>
                <a:schemeClr val="tx1"/>
              </a:solidFill>
            </a:endParaRP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08C9287-D27E-F25A-7C6F-A1B758CCD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0" i="0" u="none" strike="noStrike">
                <a:effectLst/>
              </a:rPr>
              <a:t>Icons</a:t>
            </a:r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FE6EFBE-5D62-7482-67A3-6CEFF033A9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b="0" i="0" u="none" strike="noStrike">
                <a:effectLst/>
              </a:rPr>
              <a:t>Charité-Icons</a:t>
            </a:r>
          </a:p>
        </p:txBody>
      </p:sp>
      <p:grpSp>
        <p:nvGrpSpPr>
          <p:cNvPr id="67" name="Gruppieren 66">
            <a:extLst>
              <a:ext uri="{FF2B5EF4-FFF2-40B4-BE49-F238E27FC236}">
                <a16:creationId xmlns:a16="http://schemas.microsoft.com/office/drawing/2014/main" id="{FDC58E4C-0078-A0CF-D879-83BA4AC6D01C}"/>
              </a:ext>
            </a:extLst>
          </p:cNvPr>
          <p:cNvGrpSpPr/>
          <p:nvPr/>
        </p:nvGrpSpPr>
        <p:grpSpPr>
          <a:xfrm>
            <a:off x="1534284" y="2910906"/>
            <a:ext cx="475458" cy="606742"/>
            <a:chOff x="1534283" y="3055284"/>
            <a:chExt cx="731330" cy="933266"/>
          </a:xfrm>
          <a:solidFill>
            <a:srgbClr val="5E676C"/>
          </a:solidFill>
        </p:grpSpPr>
        <p:sp>
          <p:nvSpPr>
            <p:cNvPr id="34" name="Freihandform 33">
              <a:extLst>
                <a:ext uri="{FF2B5EF4-FFF2-40B4-BE49-F238E27FC236}">
                  <a16:creationId xmlns:a16="http://schemas.microsoft.com/office/drawing/2014/main" id="{46AA52FF-74BC-5700-C1BB-2F6742FDEC10}"/>
                </a:ext>
              </a:extLst>
            </p:cNvPr>
            <p:cNvSpPr/>
            <p:nvPr/>
          </p:nvSpPr>
          <p:spPr>
            <a:xfrm>
              <a:off x="1534283" y="3055284"/>
              <a:ext cx="629999" cy="630000"/>
            </a:xfrm>
            <a:custGeom>
              <a:avLst/>
              <a:gdLst>
                <a:gd name="connsiteX0" fmla="*/ 315000 w 629999"/>
                <a:gd name="connsiteY0" fmla="*/ 22500 h 630000"/>
                <a:gd name="connsiteX1" fmla="*/ 607500 w 629999"/>
                <a:gd name="connsiteY1" fmla="*/ 315000 h 630000"/>
                <a:gd name="connsiteX2" fmla="*/ 315000 w 629999"/>
                <a:gd name="connsiteY2" fmla="*/ 607500 h 630000"/>
                <a:gd name="connsiteX3" fmla="*/ 22500 w 629999"/>
                <a:gd name="connsiteY3" fmla="*/ 315000 h 630000"/>
                <a:gd name="connsiteX4" fmla="*/ 315000 w 629999"/>
                <a:gd name="connsiteY4" fmla="*/ 22500 h 630000"/>
                <a:gd name="connsiteX5" fmla="*/ 315000 w 629999"/>
                <a:gd name="connsiteY5" fmla="*/ 0 h 630000"/>
                <a:gd name="connsiteX6" fmla="*/ 0 w 629999"/>
                <a:gd name="connsiteY6" fmla="*/ 315000 h 630000"/>
                <a:gd name="connsiteX7" fmla="*/ 315000 w 629999"/>
                <a:gd name="connsiteY7" fmla="*/ 630000 h 630000"/>
                <a:gd name="connsiteX8" fmla="*/ 630000 w 629999"/>
                <a:gd name="connsiteY8" fmla="*/ 315000 h 630000"/>
                <a:gd name="connsiteX9" fmla="*/ 315000 w 629999"/>
                <a:gd name="connsiteY9" fmla="*/ 0 h 630000"/>
                <a:gd name="connsiteX10" fmla="*/ 315000 w 629999"/>
                <a:gd name="connsiteY10" fmla="*/ 0 h 63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29999" h="630000">
                  <a:moveTo>
                    <a:pt x="315000" y="22500"/>
                  </a:moveTo>
                  <a:cubicBezTo>
                    <a:pt x="476325" y="22500"/>
                    <a:pt x="607500" y="153675"/>
                    <a:pt x="607500" y="315000"/>
                  </a:cubicBezTo>
                  <a:cubicBezTo>
                    <a:pt x="607500" y="476325"/>
                    <a:pt x="476325" y="607500"/>
                    <a:pt x="315000" y="607500"/>
                  </a:cubicBezTo>
                  <a:cubicBezTo>
                    <a:pt x="153675" y="607500"/>
                    <a:pt x="22500" y="476325"/>
                    <a:pt x="22500" y="315000"/>
                  </a:cubicBezTo>
                  <a:cubicBezTo>
                    <a:pt x="22500" y="153675"/>
                    <a:pt x="153675" y="22500"/>
                    <a:pt x="315000" y="22500"/>
                  </a:cubicBezTo>
                  <a:moveTo>
                    <a:pt x="315000" y="0"/>
                  </a:moveTo>
                  <a:cubicBezTo>
                    <a:pt x="141075" y="0"/>
                    <a:pt x="0" y="141075"/>
                    <a:pt x="0" y="315000"/>
                  </a:cubicBezTo>
                  <a:cubicBezTo>
                    <a:pt x="0" y="488925"/>
                    <a:pt x="141075" y="630000"/>
                    <a:pt x="315000" y="630000"/>
                  </a:cubicBezTo>
                  <a:cubicBezTo>
                    <a:pt x="488925" y="630000"/>
                    <a:pt x="630000" y="488925"/>
                    <a:pt x="630000" y="315000"/>
                  </a:cubicBezTo>
                  <a:cubicBezTo>
                    <a:pt x="630000" y="141075"/>
                    <a:pt x="488925" y="0"/>
                    <a:pt x="315000" y="0"/>
                  </a:cubicBezTo>
                  <a:lnTo>
                    <a:pt x="315000" y="0"/>
                  </a:lnTo>
                  <a:close/>
                </a:path>
              </a:pathLst>
            </a:custGeom>
            <a:grpFill/>
            <a:ln w="224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5" name="Freihandform 34">
              <a:extLst>
                <a:ext uri="{FF2B5EF4-FFF2-40B4-BE49-F238E27FC236}">
                  <a16:creationId xmlns:a16="http://schemas.microsoft.com/office/drawing/2014/main" id="{4EC124D7-2179-9D41-22EB-1901D8EB63F2}"/>
                </a:ext>
              </a:extLst>
            </p:cNvPr>
            <p:cNvSpPr/>
            <p:nvPr/>
          </p:nvSpPr>
          <p:spPr>
            <a:xfrm rot="18900000">
              <a:off x="2243113" y="3562625"/>
              <a:ext cx="22500" cy="425925"/>
            </a:xfrm>
            <a:custGeom>
              <a:avLst/>
              <a:gdLst>
                <a:gd name="connsiteX0" fmla="*/ 0 w 22500"/>
                <a:gd name="connsiteY0" fmla="*/ 0 h 425925"/>
                <a:gd name="connsiteX1" fmla="*/ 22500 w 22500"/>
                <a:gd name="connsiteY1" fmla="*/ 0 h 425925"/>
                <a:gd name="connsiteX2" fmla="*/ 22500 w 22500"/>
                <a:gd name="connsiteY2" fmla="*/ 425925 h 425925"/>
                <a:gd name="connsiteX3" fmla="*/ 0 w 22500"/>
                <a:gd name="connsiteY3" fmla="*/ 425925 h 425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00" h="425925">
                  <a:moveTo>
                    <a:pt x="0" y="0"/>
                  </a:moveTo>
                  <a:lnTo>
                    <a:pt x="22500" y="0"/>
                  </a:lnTo>
                  <a:lnTo>
                    <a:pt x="22500" y="425925"/>
                  </a:lnTo>
                  <a:lnTo>
                    <a:pt x="0" y="425925"/>
                  </a:lnTo>
                  <a:close/>
                </a:path>
              </a:pathLst>
            </a:custGeom>
            <a:grpFill/>
            <a:ln w="224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6" name="Freihandform 35">
              <a:extLst>
                <a:ext uri="{FF2B5EF4-FFF2-40B4-BE49-F238E27FC236}">
                  <a16:creationId xmlns:a16="http://schemas.microsoft.com/office/drawing/2014/main" id="{82A253B7-92BA-15BE-FAFE-A6331525D96F}"/>
                </a:ext>
              </a:extLst>
            </p:cNvPr>
            <p:cNvSpPr/>
            <p:nvPr/>
          </p:nvSpPr>
          <p:spPr>
            <a:xfrm>
              <a:off x="1740157" y="3170709"/>
              <a:ext cx="135450" cy="135449"/>
            </a:xfrm>
            <a:custGeom>
              <a:avLst/>
              <a:gdLst>
                <a:gd name="connsiteX0" fmla="*/ 22500 w 135450"/>
                <a:gd name="connsiteY0" fmla="*/ 135450 h 135449"/>
                <a:gd name="connsiteX1" fmla="*/ 0 w 135450"/>
                <a:gd name="connsiteY1" fmla="*/ 135450 h 135449"/>
                <a:gd name="connsiteX2" fmla="*/ 135450 w 135450"/>
                <a:gd name="connsiteY2" fmla="*/ 0 h 135449"/>
                <a:gd name="connsiteX3" fmla="*/ 135450 w 135450"/>
                <a:gd name="connsiteY3" fmla="*/ 22500 h 135449"/>
                <a:gd name="connsiteX4" fmla="*/ 22500 w 135450"/>
                <a:gd name="connsiteY4" fmla="*/ 135450 h 135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5450" h="135449">
                  <a:moveTo>
                    <a:pt x="22500" y="135450"/>
                  </a:moveTo>
                  <a:lnTo>
                    <a:pt x="0" y="135450"/>
                  </a:lnTo>
                  <a:cubicBezTo>
                    <a:pt x="0" y="60750"/>
                    <a:pt x="60750" y="0"/>
                    <a:pt x="135450" y="0"/>
                  </a:cubicBezTo>
                  <a:lnTo>
                    <a:pt x="135450" y="22500"/>
                  </a:lnTo>
                  <a:cubicBezTo>
                    <a:pt x="73125" y="22500"/>
                    <a:pt x="22500" y="73125"/>
                    <a:pt x="22500" y="135450"/>
                  </a:cubicBezTo>
                  <a:close/>
                </a:path>
              </a:pathLst>
            </a:custGeom>
            <a:grpFill/>
            <a:ln w="224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7" name="Freihandform 36">
              <a:extLst>
                <a:ext uri="{FF2B5EF4-FFF2-40B4-BE49-F238E27FC236}">
                  <a16:creationId xmlns:a16="http://schemas.microsoft.com/office/drawing/2014/main" id="{FD907AC9-1673-E711-D764-DA860B2903C8}"/>
                </a:ext>
              </a:extLst>
            </p:cNvPr>
            <p:cNvSpPr/>
            <p:nvPr/>
          </p:nvSpPr>
          <p:spPr>
            <a:xfrm>
              <a:off x="1587832" y="3351515"/>
              <a:ext cx="173925" cy="96168"/>
            </a:xfrm>
            <a:custGeom>
              <a:avLst/>
              <a:gdLst>
                <a:gd name="connsiteX0" fmla="*/ 153000 w 173925"/>
                <a:gd name="connsiteY0" fmla="*/ 96168 h 96168"/>
                <a:gd name="connsiteX1" fmla="*/ 7875 w 173925"/>
                <a:gd name="connsiteY1" fmla="*/ 29568 h 96168"/>
                <a:gd name="connsiteX2" fmla="*/ 0 w 173925"/>
                <a:gd name="connsiteY2" fmla="*/ 8418 h 96168"/>
                <a:gd name="connsiteX3" fmla="*/ 173925 w 173925"/>
                <a:gd name="connsiteY3" fmla="*/ 88293 h 96168"/>
                <a:gd name="connsiteX4" fmla="*/ 152775 w 173925"/>
                <a:gd name="connsiteY4" fmla="*/ 96168 h 96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3925" h="96168">
                  <a:moveTo>
                    <a:pt x="153000" y="96168"/>
                  </a:moveTo>
                  <a:cubicBezTo>
                    <a:pt x="131400" y="37893"/>
                    <a:pt x="66150" y="7968"/>
                    <a:pt x="7875" y="29568"/>
                  </a:cubicBezTo>
                  <a:lnTo>
                    <a:pt x="0" y="8418"/>
                  </a:lnTo>
                  <a:cubicBezTo>
                    <a:pt x="69975" y="-17457"/>
                    <a:pt x="148050" y="18318"/>
                    <a:pt x="173925" y="88293"/>
                  </a:cubicBezTo>
                  <a:lnTo>
                    <a:pt x="152775" y="96168"/>
                  </a:lnTo>
                  <a:close/>
                </a:path>
              </a:pathLst>
            </a:custGeom>
            <a:grpFill/>
            <a:ln w="224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8" name="Freihandform 37">
              <a:extLst>
                <a:ext uri="{FF2B5EF4-FFF2-40B4-BE49-F238E27FC236}">
                  <a16:creationId xmlns:a16="http://schemas.microsoft.com/office/drawing/2014/main" id="{D4133272-91FC-16E9-7917-69DDAB70ECE1}"/>
                </a:ext>
              </a:extLst>
            </p:cNvPr>
            <p:cNvSpPr/>
            <p:nvPr/>
          </p:nvSpPr>
          <p:spPr>
            <a:xfrm>
              <a:off x="1867958" y="3264308"/>
              <a:ext cx="191250" cy="59400"/>
            </a:xfrm>
            <a:custGeom>
              <a:avLst/>
              <a:gdLst>
                <a:gd name="connsiteX0" fmla="*/ 91125 w 191250"/>
                <a:gd name="connsiteY0" fmla="*/ 59400 h 59400"/>
                <a:gd name="connsiteX1" fmla="*/ 0 w 191250"/>
                <a:gd name="connsiteY1" fmla="*/ 24075 h 59400"/>
                <a:gd name="connsiteX2" fmla="*/ 15075 w 191250"/>
                <a:gd name="connsiteY2" fmla="*/ 7425 h 59400"/>
                <a:gd name="connsiteX3" fmla="*/ 96300 w 191250"/>
                <a:gd name="connsiteY3" fmla="*/ 36675 h 59400"/>
                <a:gd name="connsiteX4" fmla="*/ 174600 w 191250"/>
                <a:gd name="connsiteY4" fmla="*/ 0 h 59400"/>
                <a:gd name="connsiteX5" fmla="*/ 191250 w 191250"/>
                <a:gd name="connsiteY5" fmla="*/ 15075 h 59400"/>
                <a:gd name="connsiteX6" fmla="*/ 97425 w 191250"/>
                <a:gd name="connsiteY6" fmla="*/ 59175 h 59400"/>
                <a:gd name="connsiteX7" fmla="*/ 91125 w 191250"/>
                <a:gd name="connsiteY7" fmla="*/ 59175 h 5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1250" h="59400">
                  <a:moveTo>
                    <a:pt x="91125" y="59400"/>
                  </a:moveTo>
                  <a:cubicBezTo>
                    <a:pt x="57375" y="59400"/>
                    <a:pt x="25200" y="47025"/>
                    <a:pt x="0" y="24075"/>
                  </a:cubicBezTo>
                  <a:lnTo>
                    <a:pt x="15075" y="7425"/>
                  </a:lnTo>
                  <a:cubicBezTo>
                    <a:pt x="37350" y="27675"/>
                    <a:pt x="66375" y="38250"/>
                    <a:pt x="96300" y="36675"/>
                  </a:cubicBezTo>
                  <a:cubicBezTo>
                    <a:pt x="126450" y="35325"/>
                    <a:pt x="154125" y="22275"/>
                    <a:pt x="174600" y="0"/>
                  </a:cubicBezTo>
                  <a:lnTo>
                    <a:pt x="191250" y="15075"/>
                  </a:lnTo>
                  <a:cubicBezTo>
                    <a:pt x="166950" y="41850"/>
                    <a:pt x="133650" y="57375"/>
                    <a:pt x="97425" y="59175"/>
                  </a:cubicBezTo>
                  <a:cubicBezTo>
                    <a:pt x="95400" y="59175"/>
                    <a:pt x="93150" y="59175"/>
                    <a:pt x="91125" y="59175"/>
                  </a:cubicBezTo>
                  <a:close/>
                </a:path>
              </a:pathLst>
            </a:custGeom>
            <a:grpFill/>
            <a:ln w="224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9" name="Freihandform 38">
              <a:extLst>
                <a:ext uri="{FF2B5EF4-FFF2-40B4-BE49-F238E27FC236}">
                  <a16:creationId xmlns:a16="http://schemas.microsoft.com/office/drawing/2014/main" id="{52B0310B-F0F7-DD20-63B7-CEE955C935E7}"/>
                </a:ext>
              </a:extLst>
            </p:cNvPr>
            <p:cNvSpPr/>
            <p:nvPr/>
          </p:nvSpPr>
          <p:spPr>
            <a:xfrm>
              <a:off x="1818682" y="3415959"/>
              <a:ext cx="68097" cy="189450"/>
            </a:xfrm>
            <a:custGeom>
              <a:avLst/>
              <a:gdLst>
                <a:gd name="connsiteX0" fmla="*/ 13275 w 68097"/>
                <a:gd name="connsiteY0" fmla="*/ 189225 h 189450"/>
                <a:gd name="connsiteX1" fmla="*/ 0 w 68097"/>
                <a:gd name="connsiteY1" fmla="*/ 171225 h 189450"/>
                <a:gd name="connsiteX2" fmla="*/ 23625 w 68097"/>
                <a:gd name="connsiteY2" fmla="*/ 13275 h 189450"/>
                <a:gd name="connsiteX3" fmla="*/ 41625 w 68097"/>
                <a:gd name="connsiteY3" fmla="*/ 0 h 189450"/>
                <a:gd name="connsiteX4" fmla="*/ 13275 w 68097"/>
                <a:gd name="connsiteY4" fmla="*/ 189450 h 189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097" h="189450">
                  <a:moveTo>
                    <a:pt x="13275" y="189225"/>
                  </a:moveTo>
                  <a:lnTo>
                    <a:pt x="0" y="171225"/>
                  </a:lnTo>
                  <a:cubicBezTo>
                    <a:pt x="49950" y="134100"/>
                    <a:pt x="60750" y="63450"/>
                    <a:pt x="23625" y="13275"/>
                  </a:cubicBezTo>
                  <a:lnTo>
                    <a:pt x="41625" y="0"/>
                  </a:lnTo>
                  <a:cubicBezTo>
                    <a:pt x="85950" y="60075"/>
                    <a:pt x="73350" y="144900"/>
                    <a:pt x="13275" y="189450"/>
                  </a:cubicBezTo>
                  <a:close/>
                </a:path>
              </a:pathLst>
            </a:custGeom>
            <a:grpFill/>
            <a:ln w="224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0" name="Freihandform 39">
              <a:extLst>
                <a:ext uri="{FF2B5EF4-FFF2-40B4-BE49-F238E27FC236}">
                  <a16:creationId xmlns:a16="http://schemas.microsoft.com/office/drawing/2014/main" id="{C754E93E-03C1-7A89-C3FF-6E3A0690B8F8}"/>
                </a:ext>
              </a:extLst>
            </p:cNvPr>
            <p:cNvSpPr/>
            <p:nvPr/>
          </p:nvSpPr>
          <p:spPr>
            <a:xfrm>
              <a:off x="1970453" y="3363983"/>
              <a:ext cx="90104" cy="178425"/>
            </a:xfrm>
            <a:custGeom>
              <a:avLst/>
              <a:gdLst>
                <a:gd name="connsiteX0" fmla="*/ 11354 w 90104"/>
                <a:gd name="connsiteY0" fmla="*/ 178425 h 178425"/>
                <a:gd name="connsiteX1" fmla="*/ 81104 w 90104"/>
                <a:gd name="connsiteY1" fmla="*/ 0 h 178425"/>
                <a:gd name="connsiteX2" fmla="*/ 90104 w 90104"/>
                <a:gd name="connsiteY2" fmla="*/ 20700 h 178425"/>
                <a:gd name="connsiteX3" fmla="*/ 30254 w 90104"/>
                <a:gd name="connsiteY3" fmla="*/ 83025 h 178425"/>
                <a:gd name="connsiteX4" fmla="*/ 32054 w 90104"/>
                <a:gd name="connsiteY4" fmla="*/ 169425 h 178425"/>
                <a:gd name="connsiteX5" fmla="*/ 11354 w 90104"/>
                <a:gd name="connsiteY5" fmla="*/ 178425 h 178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0104" h="178425">
                  <a:moveTo>
                    <a:pt x="11354" y="178425"/>
                  </a:moveTo>
                  <a:cubicBezTo>
                    <a:pt x="-18571" y="110025"/>
                    <a:pt x="12704" y="29925"/>
                    <a:pt x="81104" y="0"/>
                  </a:cubicBezTo>
                  <a:lnTo>
                    <a:pt x="90104" y="20700"/>
                  </a:lnTo>
                  <a:cubicBezTo>
                    <a:pt x="62429" y="32850"/>
                    <a:pt x="41279" y="54900"/>
                    <a:pt x="30254" y="83025"/>
                  </a:cubicBezTo>
                  <a:cubicBezTo>
                    <a:pt x="19229" y="111150"/>
                    <a:pt x="19904" y="141750"/>
                    <a:pt x="32054" y="169425"/>
                  </a:cubicBezTo>
                  <a:lnTo>
                    <a:pt x="11354" y="178425"/>
                  </a:lnTo>
                  <a:close/>
                </a:path>
              </a:pathLst>
            </a:custGeom>
            <a:grpFill/>
            <a:ln w="224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4" name="Freihandform 3">
            <a:extLst>
              <a:ext uri="{FF2B5EF4-FFF2-40B4-BE49-F238E27FC236}">
                <a16:creationId xmlns:a16="http://schemas.microsoft.com/office/drawing/2014/main" id="{053895D6-212A-3ECC-6603-99DEF1EC1A9E}"/>
              </a:ext>
            </a:extLst>
          </p:cNvPr>
          <p:cNvSpPr/>
          <p:nvPr/>
        </p:nvSpPr>
        <p:spPr>
          <a:xfrm>
            <a:off x="1421558" y="1594756"/>
            <a:ext cx="702137" cy="702137"/>
          </a:xfrm>
          <a:custGeom>
            <a:avLst/>
            <a:gdLst>
              <a:gd name="connsiteX0" fmla="*/ 0 w 1080000"/>
              <a:gd name="connsiteY0" fmla="*/ 0 h 1080000"/>
              <a:gd name="connsiteX1" fmla="*/ 1080000 w 1080000"/>
              <a:gd name="connsiteY1" fmla="*/ 0 h 1080000"/>
              <a:gd name="connsiteX2" fmla="*/ 1080000 w 1080000"/>
              <a:gd name="connsiteY2" fmla="*/ 1080000 h 1080000"/>
              <a:gd name="connsiteX3" fmla="*/ 0 w 1080000"/>
              <a:gd name="connsiteY3" fmla="*/ 1080000 h 10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0000" h="1080000">
                <a:moveTo>
                  <a:pt x="0" y="0"/>
                </a:moveTo>
                <a:lnTo>
                  <a:pt x="1080000" y="0"/>
                </a:lnTo>
                <a:lnTo>
                  <a:pt x="1080000" y="1080000"/>
                </a:lnTo>
                <a:lnTo>
                  <a:pt x="0" y="1080000"/>
                </a:lnTo>
                <a:close/>
              </a:path>
            </a:pathLst>
          </a:custGeom>
          <a:noFill/>
          <a:ln w="22423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100" name="Gruppieren 99">
            <a:extLst>
              <a:ext uri="{FF2B5EF4-FFF2-40B4-BE49-F238E27FC236}">
                <a16:creationId xmlns:a16="http://schemas.microsoft.com/office/drawing/2014/main" id="{B4F8C997-8138-CD44-4AB4-1E2EB1705364}"/>
              </a:ext>
            </a:extLst>
          </p:cNvPr>
          <p:cNvGrpSpPr/>
          <p:nvPr/>
        </p:nvGrpSpPr>
        <p:grpSpPr>
          <a:xfrm>
            <a:off x="1590308" y="4058838"/>
            <a:ext cx="482719" cy="591989"/>
            <a:chOff x="1590308" y="4331552"/>
            <a:chExt cx="742500" cy="910574"/>
          </a:xfrm>
          <a:solidFill>
            <a:srgbClr val="5E676C"/>
          </a:solidFill>
        </p:grpSpPr>
        <p:sp>
          <p:nvSpPr>
            <p:cNvPr id="97" name="Freihandform 96">
              <a:extLst>
                <a:ext uri="{FF2B5EF4-FFF2-40B4-BE49-F238E27FC236}">
                  <a16:creationId xmlns:a16="http://schemas.microsoft.com/office/drawing/2014/main" id="{0AF17D54-A85C-FF3C-F236-4B7054BA0F3B}"/>
                </a:ext>
              </a:extLst>
            </p:cNvPr>
            <p:cNvSpPr/>
            <p:nvPr/>
          </p:nvSpPr>
          <p:spPr>
            <a:xfrm>
              <a:off x="1745108" y="4480276"/>
              <a:ext cx="432899" cy="432900"/>
            </a:xfrm>
            <a:custGeom>
              <a:avLst/>
              <a:gdLst>
                <a:gd name="connsiteX0" fmla="*/ 216450 w 432899"/>
                <a:gd name="connsiteY0" fmla="*/ 0 h 432900"/>
                <a:gd name="connsiteX1" fmla="*/ 0 w 432899"/>
                <a:gd name="connsiteY1" fmla="*/ 216450 h 432900"/>
                <a:gd name="connsiteX2" fmla="*/ 216450 w 432899"/>
                <a:gd name="connsiteY2" fmla="*/ 432900 h 432900"/>
                <a:gd name="connsiteX3" fmla="*/ 432900 w 432899"/>
                <a:gd name="connsiteY3" fmla="*/ 216450 h 432900"/>
                <a:gd name="connsiteX4" fmla="*/ 216450 w 432899"/>
                <a:gd name="connsiteY4" fmla="*/ 0 h 432900"/>
                <a:gd name="connsiteX5" fmla="*/ 216450 w 432899"/>
                <a:gd name="connsiteY5" fmla="*/ 410625 h 432900"/>
                <a:gd name="connsiteX6" fmla="*/ 22500 w 432899"/>
                <a:gd name="connsiteY6" fmla="*/ 216675 h 432900"/>
                <a:gd name="connsiteX7" fmla="*/ 216450 w 432899"/>
                <a:gd name="connsiteY7" fmla="*/ 22725 h 432900"/>
                <a:gd name="connsiteX8" fmla="*/ 410400 w 432899"/>
                <a:gd name="connsiteY8" fmla="*/ 216675 h 432900"/>
                <a:gd name="connsiteX9" fmla="*/ 216450 w 432899"/>
                <a:gd name="connsiteY9" fmla="*/ 410625 h 43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32899" h="432900">
                  <a:moveTo>
                    <a:pt x="216450" y="0"/>
                  </a:moveTo>
                  <a:cubicBezTo>
                    <a:pt x="96975" y="0"/>
                    <a:pt x="0" y="97200"/>
                    <a:pt x="0" y="216450"/>
                  </a:cubicBezTo>
                  <a:cubicBezTo>
                    <a:pt x="0" y="335700"/>
                    <a:pt x="97200" y="432900"/>
                    <a:pt x="216450" y="432900"/>
                  </a:cubicBezTo>
                  <a:cubicBezTo>
                    <a:pt x="335700" y="432900"/>
                    <a:pt x="432900" y="335700"/>
                    <a:pt x="432900" y="216450"/>
                  </a:cubicBezTo>
                  <a:cubicBezTo>
                    <a:pt x="432900" y="97200"/>
                    <a:pt x="335700" y="0"/>
                    <a:pt x="216450" y="0"/>
                  </a:cubicBezTo>
                  <a:close/>
                  <a:moveTo>
                    <a:pt x="216450" y="410625"/>
                  </a:moveTo>
                  <a:cubicBezTo>
                    <a:pt x="109575" y="410625"/>
                    <a:pt x="22500" y="323550"/>
                    <a:pt x="22500" y="216675"/>
                  </a:cubicBezTo>
                  <a:cubicBezTo>
                    <a:pt x="22500" y="109800"/>
                    <a:pt x="109575" y="22725"/>
                    <a:pt x="216450" y="22725"/>
                  </a:cubicBezTo>
                  <a:cubicBezTo>
                    <a:pt x="323325" y="22725"/>
                    <a:pt x="410400" y="109800"/>
                    <a:pt x="410400" y="216675"/>
                  </a:cubicBezTo>
                  <a:cubicBezTo>
                    <a:pt x="410400" y="323550"/>
                    <a:pt x="323325" y="410625"/>
                    <a:pt x="216450" y="410625"/>
                  </a:cubicBezTo>
                  <a:close/>
                </a:path>
              </a:pathLst>
            </a:custGeom>
            <a:grpFill/>
            <a:ln w="224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8" name="Freihandform 97">
              <a:extLst>
                <a:ext uri="{FF2B5EF4-FFF2-40B4-BE49-F238E27FC236}">
                  <a16:creationId xmlns:a16="http://schemas.microsoft.com/office/drawing/2014/main" id="{52D6E8CF-4CED-7107-2EDB-A9E10C2E79AE}"/>
                </a:ext>
              </a:extLst>
            </p:cNvPr>
            <p:cNvSpPr/>
            <p:nvPr/>
          </p:nvSpPr>
          <p:spPr>
            <a:xfrm>
              <a:off x="1590308" y="4331552"/>
              <a:ext cx="742500" cy="910574"/>
            </a:xfrm>
            <a:custGeom>
              <a:avLst/>
              <a:gdLst>
                <a:gd name="connsiteX0" fmla="*/ 371250 w 742500"/>
                <a:gd name="connsiteY0" fmla="*/ 0 h 910574"/>
                <a:gd name="connsiteX1" fmla="*/ 0 w 742500"/>
                <a:gd name="connsiteY1" fmla="*/ 370125 h 910574"/>
                <a:gd name="connsiteX2" fmla="*/ 108675 w 742500"/>
                <a:gd name="connsiteY2" fmla="*/ 647775 h 910574"/>
                <a:gd name="connsiteX3" fmla="*/ 323325 w 742500"/>
                <a:gd name="connsiteY3" fmla="*/ 862650 h 910574"/>
                <a:gd name="connsiteX4" fmla="*/ 339300 w 742500"/>
                <a:gd name="connsiteY4" fmla="*/ 846675 h 910574"/>
                <a:gd name="connsiteX5" fmla="*/ 124650 w 742500"/>
                <a:gd name="connsiteY5" fmla="*/ 631800 h 910574"/>
                <a:gd name="connsiteX6" fmla="*/ 22500 w 742500"/>
                <a:gd name="connsiteY6" fmla="*/ 370125 h 910574"/>
                <a:gd name="connsiteX7" fmla="*/ 371250 w 742500"/>
                <a:gd name="connsiteY7" fmla="*/ 22500 h 910574"/>
                <a:gd name="connsiteX8" fmla="*/ 720000 w 742500"/>
                <a:gd name="connsiteY8" fmla="*/ 370125 h 910574"/>
                <a:gd name="connsiteX9" fmla="*/ 617850 w 742500"/>
                <a:gd name="connsiteY9" fmla="*/ 631800 h 910574"/>
                <a:gd name="connsiteX10" fmla="*/ 355275 w 742500"/>
                <a:gd name="connsiteY10" fmla="*/ 894600 h 910574"/>
                <a:gd name="connsiteX11" fmla="*/ 371250 w 742500"/>
                <a:gd name="connsiteY11" fmla="*/ 910575 h 910574"/>
                <a:gd name="connsiteX12" fmla="*/ 633825 w 742500"/>
                <a:gd name="connsiteY12" fmla="*/ 647775 h 910574"/>
                <a:gd name="connsiteX13" fmla="*/ 742500 w 742500"/>
                <a:gd name="connsiteY13" fmla="*/ 370125 h 910574"/>
                <a:gd name="connsiteX14" fmla="*/ 371250 w 742500"/>
                <a:gd name="connsiteY14" fmla="*/ 0 h 910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42500" h="910574">
                  <a:moveTo>
                    <a:pt x="371250" y="0"/>
                  </a:moveTo>
                  <a:cubicBezTo>
                    <a:pt x="166275" y="0"/>
                    <a:pt x="0" y="165825"/>
                    <a:pt x="0" y="370125"/>
                  </a:cubicBezTo>
                  <a:cubicBezTo>
                    <a:pt x="0" y="472275"/>
                    <a:pt x="41625" y="580725"/>
                    <a:pt x="108675" y="647775"/>
                  </a:cubicBezTo>
                  <a:lnTo>
                    <a:pt x="323325" y="862650"/>
                  </a:lnTo>
                  <a:lnTo>
                    <a:pt x="339300" y="846675"/>
                  </a:lnTo>
                  <a:lnTo>
                    <a:pt x="124650" y="631800"/>
                  </a:lnTo>
                  <a:cubicBezTo>
                    <a:pt x="62550" y="569925"/>
                    <a:pt x="22500" y="467100"/>
                    <a:pt x="22500" y="370125"/>
                  </a:cubicBezTo>
                  <a:cubicBezTo>
                    <a:pt x="22500" y="178425"/>
                    <a:pt x="178875" y="22500"/>
                    <a:pt x="371250" y="22500"/>
                  </a:cubicBezTo>
                  <a:cubicBezTo>
                    <a:pt x="563625" y="22500"/>
                    <a:pt x="720000" y="178425"/>
                    <a:pt x="720000" y="370125"/>
                  </a:cubicBezTo>
                  <a:cubicBezTo>
                    <a:pt x="720000" y="467325"/>
                    <a:pt x="679950" y="569925"/>
                    <a:pt x="617850" y="631800"/>
                  </a:cubicBezTo>
                  <a:lnTo>
                    <a:pt x="355275" y="894600"/>
                  </a:lnTo>
                  <a:lnTo>
                    <a:pt x="371250" y="910575"/>
                  </a:lnTo>
                  <a:lnTo>
                    <a:pt x="633825" y="647775"/>
                  </a:lnTo>
                  <a:cubicBezTo>
                    <a:pt x="701100" y="580725"/>
                    <a:pt x="742500" y="472275"/>
                    <a:pt x="742500" y="370125"/>
                  </a:cubicBezTo>
                  <a:cubicBezTo>
                    <a:pt x="742500" y="165600"/>
                    <a:pt x="576225" y="0"/>
                    <a:pt x="371250" y="0"/>
                  </a:cubicBezTo>
                  <a:close/>
                </a:path>
              </a:pathLst>
            </a:custGeom>
            <a:grpFill/>
            <a:ln w="224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FB0D726B-BD00-B232-1007-CE8C12690982}"/>
              </a:ext>
            </a:extLst>
          </p:cNvPr>
          <p:cNvGrpSpPr/>
          <p:nvPr/>
        </p:nvGrpSpPr>
        <p:grpSpPr>
          <a:xfrm>
            <a:off x="2645533" y="1684532"/>
            <a:ext cx="619097" cy="629661"/>
            <a:chOff x="2645533" y="1684532"/>
            <a:chExt cx="619097" cy="629661"/>
          </a:xfrm>
          <a:solidFill>
            <a:srgbClr val="CCDCEB"/>
          </a:solidFill>
        </p:grpSpPr>
        <p:sp>
          <p:nvSpPr>
            <p:cNvPr id="8" name="Freihandform 7">
              <a:extLst>
                <a:ext uri="{FF2B5EF4-FFF2-40B4-BE49-F238E27FC236}">
                  <a16:creationId xmlns:a16="http://schemas.microsoft.com/office/drawing/2014/main" id="{38A76F72-18D1-3D4B-1179-41A13D8F5F2E}"/>
                </a:ext>
              </a:extLst>
            </p:cNvPr>
            <p:cNvSpPr/>
            <p:nvPr/>
          </p:nvSpPr>
          <p:spPr>
            <a:xfrm>
              <a:off x="2913561" y="1963124"/>
              <a:ext cx="351069" cy="351069"/>
            </a:xfrm>
            <a:custGeom>
              <a:avLst/>
              <a:gdLst>
                <a:gd name="connsiteX0" fmla="*/ 270000 w 540000"/>
                <a:gd name="connsiteY0" fmla="*/ 0 h 540000"/>
                <a:gd name="connsiteX1" fmla="*/ 0 w 540000"/>
                <a:gd name="connsiteY1" fmla="*/ 270000 h 540000"/>
                <a:gd name="connsiteX2" fmla="*/ 71550 w 540000"/>
                <a:gd name="connsiteY2" fmla="*/ 452475 h 540000"/>
                <a:gd name="connsiteX3" fmla="*/ 71100 w 540000"/>
                <a:gd name="connsiteY3" fmla="*/ 452925 h 540000"/>
                <a:gd name="connsiteX4" fmla="*/ 87075 w 540000"/>
                <a:gd name="connsiteY4" fmla="*/ 468900 h 540000"/>
                <a:gd name="connsiteX5" fmla="*/ 87525 w 540000"/>
                <a:gd name="connsiteY5" fmla="*/ 468450 h 540000"/>
                <a:gd name="connsiteX6" fmla="*/ 270000 w 540000"/>
                <a:gd name="connsiteY6" fmla="*/ 540000 h 540000"/>
                <a:gd name="connsiteX7" fmla="*/ 540000 w 540000"/>
                <a:gd name="connsiteY7" fmla="*/ 270000 h 540000"/>
                <a:gd name="connsiteX8" fmla="*/ 270000 w 540000"/>
                <a:gd name="connsiteY8" fmla="*/ 0 h 540000"/>
                <a:gd name="connsiteX9" fmla="*/ 270000 w 540000"/>
                <a:gd name="connsiteY9" fmla="*/ 517500 h 540000"/>
                <a:gd name="connsiteX10" fmla="*/ 103500 w 540000"/>
                <a:gd name="connsiteY10" fmla="*/ 452475 h 540000"/>
                <a:gd name="connsiteX11" fmla="*/ 421200 w 540000"/>
                <a:gd name="connsiteY11" fmla="*/ 134775 h 540000"/>
                <a:gd name="connsiteX12" fmla="*/ 405225 w 540000"/>
                <a:gd name="connsiteY12" fmla="*/ 118800 h 540000"/>
                <a:gd name="connsiteX13" fmla="*/ 87525 w 540000"/>
                <a:gd name="connsiteY13" fmla="*/ 436500 h 540000"/>
                <a:gd name="connsiteX14" fmla="*/ 22500 w 540000"/>
                <a:gd name="connsiteY14" fmla="*/ 270000 h 540000"/>
                <a:gd name="connsiteX15" fmla="*/ 270000 w 540000"/>
                <a:gd name="connsiteY15" fmla="*/ 22500 h 540000"/>
                <a:gd name="connsiteX16" fmla="*/ 517500 w 540000"/>
                <a:gd name="connsiteY16" fmla="*/ 270000 h 540000"/>
                <a:gd name="connsiteX17" fmla="*/ 270000 w 540000"/>
                <a:gd name="connsiteY17" fmla="*/ 517500 h 54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40000" h="540000">
                  <a:moveTo>
                    <a:pt x="270000" y="0"/>
                  </a:moveTo>
                  <a:cubicBezTo>
                    <a:pt x="120825" y="0"/>
                    <a:pt x="0" y="120825"/>
                    <a:pt x="0" y="270000"/>
                  </a:cubicBezTo>
                  <a:cubicBezTo>
                    <a:pt x="0" y="340425"/>
                    <a:pt x="27225" y="404550"/>
                    <a:pt x="71550" y="452475"/>
                  </a:cubicBezTo>
                  <a:lnTo>
                    <a:pt x="71100" y="452925"/>
                  </a:lnTo>
                  <a:lnTo>
                    <a:pt x="87075" y="468900"/>
                  </a:lnTo>
                  <a:lnTo>
                    <a:pt x="87525" y="468450"/>
                  </a:lnTo>
                  <a:cubicBezTo>
                    <a:pt x="135675" y="512775"/>
                    <a:pt x="199575" y="540000"/>
                    <a:pt x="270000" y="540000"/>
                  </a:cubicBezTo>
                  <a:cubicBezTo>
                    <a:pt x="419175" y="540000"/>
                    <a:pt x="540000" y="419175"/>
                    <a:pt x="540000" y="270000"/>
                  </a:cubicBezTo>
                  <a:cubicBezTo>
                    <a:pt x="540000" y="120825"/>
                    <a:pt x="419175" y="0"/>
                    <a:pt x="270000" y="0"/>
                  </a:cubicBezTo>
                  <a:close/>
                  <a:moveTo>
                    <a:pt x="270000" y="517500"/>
                  </a:moveTo>
                  <a:cubicBezTo>
                    <a:pt x="205875" y="517500"/>
                    <a:pt x="147375" y="492750"/>
                    <a:pt x="103500" y="452475"/>
                  </a:cubicBezTo>
                  <a:lnTo>
                    <a:pt x="421200" y="134775"/>
                  </a:lnTo>
                  <a:lnTo>
                    <a:pt x="405225" y="118800"/>
                  </a:lnTo>
                  <a:lnTo>
                    <a:pt x="87525" y="436500"/>
                  </a:lnTo>
                  <a:cubicBezTo>
                    <a:pt x="47250" y="392400"/>
                    <a:pt x="22500" y="334125"/>
                    <a:pt x="22500" y="270000"/>
                  </a:cubicBezTo>
                  <a:cubicBezTo>
                    <a:pt x="22500" y="133425"/>
                    <a:pt x="133425" y="22500"/>
                    <a:pt x="270000" y="22500"/>
                  </a:cubicBezTo>
                  <a:cubicBezTo>
                    <a:pt x="406575" y="22500"/>
                    <a:pt x="517500" y="133425"/>
                    <a:pt x="517500" y="270000"/>
                  </a:cubicBezTo>
                  <a:cubicBezTo>
                    <a:pt x="517500" y="406575"/>
                    <a:pt x="406575" y="517500"/>
                    <a:pt x="270000" y="517500"/>
                  </a:cubicBezTo>
                  <a:close/>
                </a:path>
              </a:pathLst>
            </a:custGeom>
            <a:grpFill/>
            <a:ln w="224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" name="Freihandform 8">
              <a:extLst>
                <a:ext uri="{FF2B5EF4-FFF2-40B4-BE49-F238E27FC236}">
                  <a16:creationId xmlns:a16="http://schemas.microsoft.com/office/drawing/2014/main" id="{AA19CE2A-CC39-7891-40C0-748C08B34127}"/>
                </a:ext>
              </a:extLst>
            </p:cNvPr>
            <p:cNvSpPr/>
            <p:nvPr/>
          </p:nvSpPr>
          <p:spPr>
            <a:xfrm>
              <a:off x="2645533" y="1684532"/>
              <a:ext cx="380251" cy="380470"/>
            </a:xfrm>
            <a:custGeom>
              <a:avLst/>
              <a:gdLst>
                <a:gd name="connsiteX0" fmla="*/ 390206 w 584887"/>
                <a:gd name="connsiteY0" fmla="*/ 406350 h 585224"/>
                <a:gd name="connsiteX1" fmla="*/ 406181 w 584887"/>
                <a:gd name="connsiteY1" fmla="*/ 390375 h 585224"/>
                <a:gd name="connsiteX2" fmla="*/ 406181 w 584887"/>
                <a:gd name="connsiteY2" fmla="*/ 390375 h 585224"/>
                <a:gd name="connsiteX3" fmla="*/ 541181 w 584887"/>
                <a:gd name="connsiteY3" fmla="*/ 255375 h 585224"/>
                <a:gd name="connsiteX4" fmla="*/ 541181 w 584887"/>
                <a:gd name="connsiteY4" fmla="*/ 43875 h 585224"/>
                <a:gd name="connsiteX5" fmla="*/ 435431 w 584887"/>
                <a:gd name="connsiteY5" fmla="*/ 0 h 585224"/>
                <a:gd name="connsiteX6" fmla="*/ 329681 w 584887"/>
                <a:gd name="connsiteY6" fmla="*/ 43875 h 585224"/>
                <a:gd name="connsiteX7" fmla="*/ 194681 w 584887"/>
                <a:gd name="connsiteY7" fmla="*/ 178875 h 585224"/>
                <a:gd name="connsiteX8" fmla="*/ 194681 w 584887"/>
                <a:gd name="connsiteY8" fmla="*/ 178875 h 585224"/>
                <a:gd name="connsiteX9" fmla="*/ 178706 w 584887"/>
                <a:gd name="connsiteY9" fmla="*/ 194850 h 585224"/>
                <a:gd name="connsiteX10" fmla="*/ 178706 w 584887"/>
                <a:gd name="connsiteY10" fmla="*/ 194850 h 585224"/>
                <a:gd name="connsiteX11" fmla="*/ 43706 w 584887"/>
                <a:gd name="connsiteY11" fmla="*/ 329850 h 585224"/>
                <a:gd name="connsiteX12" fmla="*/ 43706 w 584887"/>
                <a:gd name="connsiteY12" fmla="*/ 541350 h 585224"/>
                <a:gd name="connsiteX13" fmla="*/ 149456 w 584887"/>
                <a:gd name="connsiteY13" fmla="*/ 585225 h 585224"/>
                <a:gd name="connsiteX14" fmla="*/ 255206 w 584887"/>
                <a:gd name="connsiteY14" fmla="*/ 541350 h 585224"/>
                <a:gd name="connsiteX15" fmla="*/ 390206 w 584887"/>
                <a:gd name="connsiteY15" fmla="*/ 406350 h 585224"/>
                <a:gd name="connsiteX16" fmla="*/ 390206 w 584887"/>
                <a:gd name="connsiteY16" fmla="*/ 406350 h 585224"/>
                <a:gd name="connsiteX17" fmla="*/ 345656 w 584887"/>
                <a:gd name="connsiteY17" fmla="*/ 59850 h 585224"/>
                <a:gd name="connsiteX18" fmla="*/ 435431 w 584887"/>
                <a:gd name="connsiteY18" fmla="*/ 22725 h 585224"/>
                <a:gd name="connsiteX19" fmla="*/ 525206 w 584887"/>
                <a:gd name="connsiteY19" fmla="*/ 59850 h 585224"/>
                <a:gd name="connsiteX20" fmla="*/ 525206 w 584887"/>
                <a:gd name="connsiteY20" fmla="*/ 239400 h 585224"/>
                <a:gd name="connsiteX21" fmla="*/ 390206 w 584887"/>
                <a:gd name="connsiteY21" fmla="*/ 374400 h 585224"/>
                <a:gd name="connsiteX22" fmla="*/ 210656 w 584887"/>
                <a:gd name="connsiteY22" fmla="*/ 194850 h 585224"/>
                <a:gd name="connsiteX23" fmla="*/ 345656 w 584887"/>
                <a:gd name="connsiteY23" fmla="*/ 59850 h 585224"/>
                <a:gd name="connsiteX24" fmla="*/ 239231 w 584887"/>
                <a:gd name="connsiteY24" fmla="*/ 525375 h 585224"/>
                <a:gd name="connsiteX25" fmla="*/ 149456 w 584887"/>
                <a:gd name="connsiteY25" fmla="*/ 562500 h 585224"/>
                <a:gd name="connsiteX26" fmla="*/ 59681 w 584887"/>
                <a:gd name="connsiteY26" fmla="*/ 525375 h 585224"/>
                <a:gd name="connsiteX27" fmla="*/ 59681 w 584887"/>
                <a:gd name="connsiteY27" fmla="*/ 345825 h 585224"/>
                <a:gd name="connsiteX28" fmla="*/ 194681 w 584887"/>
                <a:gd name="connsiteY28" fmla="*/ 210825 h 585224"/>
                <a:gd name="connsiteX29" fmla="*/ 374231 w 584887"/>
                <a:gd name="connsiteY29" fmla="*/ 390375 h 585224"/>
                <a:gd name="connsiteX30" fmla="*/ 239231 w 584887"/>
                <a:gd name="connsiteY30" fmla="*/ 525375 h 585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584887" h="585224">
                  <a:moveTo>
                    <a:pt x="390206" y="406350"/>
                  </a:moveTo>
                  <a:lnTo>
                    <a:pt x="406181" y="390375"/>
                  </a:lnTo>
                  <a:lnTo>
                    <a:pt x="406181" y="390375"/>
                  </a:lnTo>
                  <a:cubicBezTo>
                    <a:pt x="474581" y="321750"/>
                    <a:pt x="540731" y="255825"/>
                    <a:pt x="541181" y="255375"/>
                  </a:cubicBezTo>
                  <a:cubicBezTo>
                    <a:pt x="599456" y="197100"/>
                    <a:pt x="599456" y="102375"/>
                    <a:pt x="541181" y="43875"/>
                  </a:cubicBezTo>
                  <a:cubicBezTo>
                    <a:pt x="511931" y="14625"/>
                    <a:pt x="473681" y="0"/>
                    <a:pt x="435431" y="0"/>
                  </a:cubicBezTo>
                  <a:cubicBezTo>
                    <a:pt x="397181" y="0"/>
                    <a:pt x="358931" y="14625"/>
                    <a:pt x="329681" y="43875"/>
                  </a:cubicBezTo>
                  <a:lnTo>
                    <a:pt x="194681" y="178875"/>
                  </a:lnTo>
                  <a:lnTo>
                    <a:pt x="194681" y="178875"/>
                  </a:lnTo>
                  <a:cubicBezTo>
                    <a:pt x="194681" y="178875"/>
                    <a:pt x="178706" y="194850"/>
                    <a:pt x="178706" y="194850"/>
                  </a:cubicBezTo>
                  <a:lnTo>
                    <a:pt x="178706" y="194850"/>
                  </a:lnTo>
                  <a:cubicBezTo>
                    <a:pt x="110081" y="263475"/>
                    <a:pt x="43931" y="329625"/>
                    <a:pt x="43706" y="329850"/>
                  </a:cubicBezTo>
                  <a:cubicBezTo>
                    <a:pt x="-14569" y="388125"/>
                    <a:pt x="-14569" y="482850"/>
                    <a:pt x="43706" y="541350"/>
                  </a:cubicBezTo>
                  <a:cubicBezTo>
                    <a:pt x="72956" y="570600"/>
                    <a:pt x="111206" y="585225"/>
                    <a:pt x="149456" y="585225"/>
                  </a:cubicBezTo>
                  <a:cubicBezTo>
                    <a:pt x="187706" y="585225"/>
                    <a:pt x="225956" y="570600"/>
                    <a:pt x="255206" y="541350"/>
                  </a:cubicBezTo>
                  <a:lnTo>
                    <a:pt x="390206" y="406350"/>
                  </a:lnTo>
                  <a:lnTo>
                    <a:pt x="390206" y="406350"/>
                  </a:lnTo>
                  <a:close/>
                  <a:moveTo>
                    <a:pt x="345656" y="59850"/>
                  </a:moveTo>
                  <a:cubicBezTo>
                    <a:pt x="369731" y="35775"/>
                    <a:pt x="401456" y="22725"/>
                    <a:pt x="435431" y="22725"/>
                  </a:cubicBezTo>
                  <a:cubicBezTo>
                    <a:pt x="469406" y="22725"/>
                    <a:pt x="501131" y="36000"/>
                    <a:pt x="525206" y="59850"/>
                  </a:cubicBezTo>
                  <a:cubicBezTo>
                    <a:pt x="574706" y="109350"/>
                    <a:pt x="574706" y="189900"/>
                    <a:pt x="525206" y="239400"/>
                  </a:cubicBezTo>
                  <a:lnTo>
                    <a:pt x="390206" y="374400"/>
                  </a:lnTo>
                  <a:lnTo>
                    <a:pt x="210656" y="194850"/>
                  </a:lnTo>
                  <a:lnTo>
                    <a:pt x="345656" y="59850"/>
                  </a:lnTo>
                  <a:close/>
                  <a:moveTo>
                    <a:pt x="239231" y="525375"/>
                  </a:moveTo>
                  <a:cubicBezTo>
                    <a:pt x="215156" y="549450"/>
                    <a:pt x="183431" y="562500"/>
                    <a:pt x="149456" y="562500"/>
                  </a:cubicBezTo>
                  <a:cubicBezTo>
                    <a:pt x="115481" y="562500"/>
                    <a:pt x="83756" y="549225"/>
                    <a:pt x="59681" y="525375"/>
                  </a:cubicBezTo>
                  <a:cubicBezTo>
                    <a:pt x="10181" y="475875"/>
                    <a:pt x="10181" y="395325"/>
                    <a:pt x="59681" y="345825"/>
                  </a:cubicBezTo>
                  <a:lnTo>
                    <a:pt x="194681" y="210825"/>
                  </a:lnTo>
                  <a:lnTo>
                    <a:pt x="374231" y="390375"/>
                  </a:lnTo>
                  <a:lnTo>
                    <a:pt x="239231" y="525375"/>
                  </a:lnTo>
                  <a:close/>
                </a:path>
              </a:pathLst>
            </a:custGeom>
            <a:grpFill/>
            <a:ln w="224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grpSp>
        <p:nvGrpSpPr>
          <p:cNvPr id="105" name="Gruppieren 104">
            <a:extLst>
              <a:ext uri="{FF2B5EF4-FFF2-40B4-BE49-F238E27FC236}">
                <a16:creationId xmlns:a16="http://schemas.microsoft.com/office/drawing/2014/main" id="{A0355DA2-C58F-7F98-9203-E6799E06840E}"/>
              </a:ext>
            </a:extLst>
          </p:cNvPr>
          <p:cNvGrpSpPr/>
          <p:nvPr/>
        </p:nvGrpSpPr>
        <p:grpSpPr>
          <a:xfrm>
            <a:off x="2713048" y="4038813"/>
            <a:ext cx="497374" cy="590674"/>
            <a:chOff x="3067658" y="4311526"/>
            <a:chExt cx="765042" cy="908551"/>
          </a:xfrm>
          <a:solidFill>
            <a:srgbClr val="5E676C"/>
          </a:solidFill>
        </p:grpSpPr>
        <p:sp>
          <p:nvSpPr>
            <p:cNvPr id="102" name="Freihandform 101">
              <a:extLst>
                <a:ext uri="{FF2B5EF4-FFF2-40B4-BE49-F238E27FC236}">
                  <a16:creationId xmlns:a16="http://schemas.microsoft.com/office/drawing/2014/main" id="{2041B4AA-B3AC-633E-344F-D24F77598438}"/>
                </a:ext>
              </a:extLst>
            </p:cNvPr>
            <p:cNvSpPr/>
            <p:nvPr/>
          </p:nvSpPr>
          <p:spPr>
            <a:xfrm>
              <a:off x="3562700" y="4320077"/>
              <a:ext cx="270000" cy="900000"/>
            </a:xfrm>
            <a:custGeom>
              <a:avLst/>
              <a:gdLst>
                <a:gd name="connsiteX0" fmla="*/ 0 w 270000"/>
                <a:gd name="connsiteY0" fmla="*/ 0 h 900000"/>
                <a:gd name="connsiteX1" fmla="*/ 0 w 270000"/>
                <a:gd name="connsiteY1" fmla="*/ 90000 h 900000"/>
                <a:gd name="connsiteX2" fmla="*/ 22500 w 270000"/>
                <a:gd name="connsiteY2" fmla="*/ 90000 h 900000"/>
                <a:gd name="connsiteX3" fmla="*/ 22500 w 270000"/>
                <a:gd name="connsiteY3" fmla="*/ 787050 h 900000"/>
                <a:gd name="connsiteX4" fmla="*/ 135000 w 270000"/>
                <a:gd name="connsiteY4" fmla="*/ 900000 h 900000"/>
                <a:gd name="connsiteX5" fmla="*/ 247500 w 270000"/>
                <a:gd name="connsiteY5" fmla="*/ 787050 h 900000"/>
                <a:gd name="connsiteX6" fmla="*/ 247500 w 270000"/>
                <a:gd name="connsiteY6" fmla="*/ 90000 h 900000"/>
                <a:gd name="connsiteX7" fmla="*/ 270000 w 270000"/>
                <a:gd name="connsiteY7" fmla="*/ 90000 h 900000"/>
                <a:gd name="connsiteX8" fmla="*/ 270000 w 270000"/>
                <a:gd name="connsiteY8" fmla="*/ 0 h 900000"/>
                <a:gd name="connsiteX9" fmla="*/ 0 w 270000"/>
                <a:gd name="connsiteY9" fmla="*/ 0 h 900000"/>
                <a:gd name="connsiteX10" fmla="*/ 225000 w 270000"/>
                <a:gd name="connsiteY10" fmla="*/ 787050 h 900000"/>
                <a:gd name="connsiteX11" fmla="*/ 135000 w 270000"/>
                <a:gd name="connsiteY11" fmla="*/ 877500 h 900000"/>
                <a:gd name="connsiteX12" fmla="*/ 45000 w 270000"/>
                <a:gd name="connsiteY12" fmla="*/ 787050 h 900000"/>
                <a:gd name="connsiteX13" fmla="*/ 45000 w 270000"/>
                <a:gd name="connsiteY13" fmla="*/ 427500 h 900000"/>
                <a:gd name="connsiteX14" fmla="*/ 180000 w 270000"/>
                <a:gd name="connsiteY14" fmla="*/ 427500 h 900000"/>
                <a:gd name="connsiteX15" fmla="*/ 180000 w 270000"/>
                <a:gd name="connsiteY15" fmla="*/ 405000 h 900000"/>
                <a:gd name="connsiteX16" fmla="*/ 45000 w 270000"/>
                <a:gd name="connsiteY16" fmla="*/ 405000 h 900000"/>
                <a:gd name="connsiteX17" fmla="*/ 45000 w 270000"/>
                <a:gd name="connsiteY17" fmla="*/ 90000 h 900000"/>
                <a:gd name="connsiteX18" fmla="*/ 225000 w 270000"/>
                <a:gd name="connsiteY18" fmla="*/ 90000 h 900000"/>
                <a:gd name="connsiteX19" fmla="*/ 225000 w 270000"/>
                <a:gd name="connsiteY19" fmla="*/ 787050 h 900000"/>
                <a:gd name="connsiteX20" fmla="*/ 247500 w 270000"/>
                <a:gd name="connsiteY20" fmla="*/ 67500 h 900000"/>
                <a:gd name="connsiteX21" fmla="*/ 22500 w 270000"/>
                <a:gd name="connsiteY21" fmla="*/ 67500 h 900000"/>
                <a:gd name="connsiteX22" fmla="*/ 22500 w 270000"/>
                <a:gd name="connsiteY22" fmla="*/ 22500 h 900000"/>
                <a:gd name="connsiteX23" fmla="*/ 247500 w 270000"/>
                <a:gd name="connsiteY23" fmla="*/ 22500 h 900000"/>
                <a:gd name="connsiteX24" fmla="*/ 247500 w 270000"/>
                <a:gd name="connsiteY24" fmla="*/ 67500 h 90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70000" h="900000">
                  <a:moveTo>
                    <a:pt x="0" y="0"/>
                  </a:moveTo>
                  <a:lnTo>
                    <a:pt x="0" y="90000"/>
                  </a:lnTo>
                  <a:lnTo>
                    <a:pt x="22500" y="90000"/>
                  </a:lnTo>
                  <a:lnTo>
                    <a:pt x="22500" y="787050"/>
                  </a:lnTo>
                  <a:cubicBezTo>
                    <a:pt x="22500" y="856350"/>
                    <a:pt x="72900" y="900000"/>
                    <a:pt x="135000" y="900000"/>
                  </a:cubicBezTo>
                  <a:cubicBezTo>
                    <a:pt x="197100" y="900000"/>
                    <a:pt x="247500" y="856350"/>
                    <a:pt x="247500" y="787050"/>
                  </a:cubicBezTo>
                  <a:lnTo>
                    <a:pt x="247500" y="90000"/>
                  </a:lnTo>
                  <a:lnTo>
                    <a:pt x="270000" y="90000"/>
                  </a:lnTo>
                  <a:lnTo>
                    <a:pt x="270000" y="0"/>
                  </a:lnTo>
                  <a:lnTo>
                    <a:pt x="0" y="0"/>
                  </a:lnTo>
                  <a:close/>
                  <a:moveTo>
                    <a:pt x="225000" y="787050"/>
                  </a:moveTo>
                  <a:cubicBezTo>
                    <a:pt x="225000" y="840375"/>
                    <a:pt x="188100" y="877500"/>
                    <a:pt x="135000" y="877500"/>
                  </a:cubicBezTo>
                  <a:cubicBezTo>
                    <a:pt x="81900" y="877500"/>
                    <a:pt x="45000" y="840375"/>
                    <a:pt x="45000" y="787050"/>
                  </a:cubicBezTo>
                  <a:lnTo>
                    <a:pt x="45000" y="427500"/>
                  </a:lnTo>
                  <a:lnTo>
                    <a:pt x="180000" y="427500"/>
                  </a:lnTo>
                  <a:lnTo>
                    <a:pt x="180000" y="405000"/>
                  </a:lnTo>
                  <a:lnTo>
                    <a:pt x="45000" y="405000"/>
                  </a:lnTo>
                  <a:lnTo>
                    <a:pt x="45000" y="90000"/>
                  </a:lnTo>
                  <a:lnTo>
                    <a:pt x="225000" y="90000"/>
                  </a:lnTo>
                  <a:lnTo>
                    <a:pt x="225000" y="787050"/>
                  </a:lnTo>
                  <a:close/>
                  <a:moveTo>
                    <a:pt x="247500" y="67500"/>
                  </a:moveTo>
                  <a:lnTo>
                    <a:pt x="22500" y="67500"/>
                  </a:lnTo>
                  <a:lnTo>
                    <a:pt x="22500" y="22500"/>
                  </a:lnTo>
                  <a:lnTo>
                    <a:pt x="247500" y="22500"/>
                  </a:lnTo>
                  <a:lnTo>
                    <a:pt x="247500" y="67500"/>
                  </a:lnTo>
                  <a:close/>
                </a:path>
              </a:pathLst>
            </a:custGeom>
            <a:grpFill/>
            <a:ln w="224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3" name="Freihandform 102">
              <a:extLst>
                <a:ext uri="{FF2B5EF4-FFF2-40B4-BE49-F238E27FC236}">
                  <a16:creationId xmlns:a16="http://schemas.microsoft.com/office/drawing/2014/main" id="{19A660F5-8BBA-7C85-2276-774B9A7C1126}"/>
                </a:ext>
              </a:extLst>
            </p:cNvPr>
            <p:cNvSpPr/>
            <p:nvPr/>
          </p:nvSpPr>
          <p:spPr>
            <a:xfrm>
              <a:off x="3067658" y="4311526"/>
              <a:ext cx="447566" cy="908550"/>
            </a:xfrm>
            <a:custGeom>
              <a:avLst/>
              <a:gdLst>
                <a:gd name="connsiteX0" fmla="*/ 163167 w 447566"/>
                <a:gd name="connsiteY0" fmla="*/ 86850 h 908550"/>
                <a:gd name="connsiteX1" fmla="*/ 184992 w 447566"/>
                <a:gd name="connsiteY1" fmla="*/ 92700 h 908550"/>
                <a:gd name="connsiteX2" fmla="*/ 4542 w 447566"/>
                <a:gd name="connsiteY2" fmla="*/ 765900 h 908550"/>
                <a:gd name="connsiteX3" fmla="*/ 83967 w 447566"/>
                <a:gd name="connsiteY3" fmla="*/ 904275 h 908550"/>
                <a:gd name="connsiteX4" fmla="*/ 116142 w 447566"/>
                <a:gd name="connsiteY4" fmla="*/ 908550 h 908550"/>
                <a:gd name="connsiteX5" fmla="*/ 221892 w 447566"/>
                <a:gd name="connsiteY5" fmla="*/ 824175 h 908550"/>
                <a:gd name="connsiteX6" fmla="*/ 402342 w 447566"/>
                <a:gd name="connsiteY6" fmla="*/ 150975 h 908550"/>
                <a:gd name="connsiteX7" fmla="*/ 424167 w 447566"/>
                <a:gd name="connsiteY7" fmla="*/ 156825 h 908550"/>
                <a:gd name="connsiteX8" fmla="*/ 447567 w 447566"/>
                <a:gd name="connsiteY8" fmla="*/ 69975 h 908550"/>
                <a:gd name="connsiteX9" fmla="*/ 186792 w 447566"/>
                <a:gd name="connsiteY9" fmla="*/ 0 h 908550"/>
                <a:gd name="connsiteX10" fmla="*/ 163392 w 447566"/>
                <a:gd name="connsiteY10" fmla="*/ 86850 h 908550"/>
                <a:gd name="connsiteX11" fmla="*/ 200067 w 447566"/>
                <a:gd name="connsiteY11" fmla="*/ 818325 h 908550"/>
                <a:gd name="connsiteX12" fmla="*/ 116142 w 447566"/>
                <a:gd name="connsiteY12" fmla="*/ 886050 h 908550"/>
                <a:gd name="connsiteX13" fmla="*/ 89817 w 447566"/>
                <a:gd name="connsiteY13" fmla="*/ 882450 h 908550"/>
                <a:gd name="connsiteX14" fmla="*/ 26367 w 447566"/>
                <a:gd name="connsiteY14" fmla="*/ 771750 h 908550"/>
                <a:gd name="connsiteX15" fmla="*/ 116367 w 447566"/>
                <a:gd name="connsiteY15" fmla="*/ 436050 h 908550"/>
                <a:gd name="connsiteX16" fmla="*/ 302667 w 447566"/>
                <a:gd name="connsiteY16" fmla="*/ 436050 h 908550"/>
                <a:gd name="connsiteX17" fmla="*/ 200292 w 447566"/>
                <a:gd name="connsiteY17" fmla="*/ 818325 h 908550"/>
                <a:gd name="connsiteX18" fmla="*/ 308517 w 447566"/>
                <a:gd name="connsiteY18" fmla="*/ 413550 h 908550"/>
                <a:gd name="connsiteX19" fmla="*/ 122217 w 447566"/>
                <a:gd name="connsiteY19" fmla="*/ 413550 h 908550"/>
                <a:gd name="connsiteX20" fmla="*/ 206592 w 447566"/>
                <a:gd name="connsiteY20" fmla="*/ 98550 h 908550"/>
                <a:gd name="connsiteX21" fmla="*/ 293442 w 447566"/>
                <a:gd name="connsiteY21" fmla="*/ 121950 h 908550"/>
                <a:gd name="connsiteX22" fmla="*/ 380292 w 447566"/>
                <a:gd name="connsiteY22" fmla="*/ 145350 h 908550"/>
                <a:gd name="connsiteX23" fmla="*/ 308292 w 447566"/>
                <a:gd name="connsiteY23" fmla="*/ 413775 h 908550"/>
                <a:gd name="connsiteX24" fmla="*/ 202317 w 447566"/>
                <a:gd name="connsiteY24" fmla="*/ 27450 h 908550"/>
                <a:gd name="connsiteX25" fmla="*/ 419667 w 447566"/>
                <a:gd name="connsiteY25" fmla="*/ 85725 h 908550"/>
                <a:gd name="connsiteX26" fmla="*/ 407967 w 447566"/>
                <a:gd name="connsiteY26" fmla="*/ 129150 h 908550"/>
                <a:gd name="connsiteX27" fmla="*/ 299292 w 447566"/>
                <a:gd name="connsiteY27" fmla="*/ 100125 h 908550"/>
                <a:gd name="connsiteX28" fmla="*/ 190617 w 447566"/>
                <a:gd name="connsiteY28" fmla="*/ 71100 h 908550"/>
                <a:gd name="connsiteX29" fmla="*/ 202317 w 447566"/>
                <a:gd name="connsiteY29" fmla="*/ 27675 h 908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47566" h="908550">
                  <a:moveTo>
                    <a:pt x="163167" y="86850"/>
                  </a:moveTo>
                  <a:lnTo>
                    <a:pt x="184992" y="92700"/>
                  </a:lnTo>
                  <a:lnTo>
                    <a:pt x="4542" y="765900"/>
                  </a:lnTo>
                  <a:cubicBezTo>
                    <a:pt x="-13458" y="832950"/>
                    <a:pt x="23892" y="888075"/>
                    <a:pt x="83967" y="904275"/>
                  </a:cubicBezTo>
                  <a:cubicBezTo>
                    <a:pt x="94767" y="907200"/>
                    <a:pt x="105567" y="908550"/>
                    <a:pt x="116142" y="908550"/>
                  </a:cubicBezTo>
                  <a:cubicBezTo>
                    <a:pt x="164292" y="908550"/>
                    <a:pt x="207042" y="879075"/>
                    <a:pt x="221892" y="824175"/>
                  </a:cubicBezTo>
                  <a:lnTo>
                    <a:pt x="402342" y="150975"/>
                  </a:lnTo>
                  <a:lnTo>
                    <a:pt x="424167" y="156825"/>
                  </a:lnTo>
                  <a:lnTo>
                    <a:pt x="447567" y="69975"/>
                  </a:lnTo>
                  <a:lnTo>
                    <a:pt x="186792" y="0"/>
                  </a:lnTo>
                  <a:lnTo>
                    <a:pt x="163392" y="86850"/>
                  </a:lnTo>
                  <a:close/>
                  <a:moveTo>
                    <a:pt x="200067" y="818325"/>
                  </a:moveTo>
                  <a:cubicBezTo>
                    <a:pt x="188817" y="860175"/>
                    <a:pt x="156642" y="886050"/>
                    <a:pt x="116142" y="886050"/>
                  </a:cubicBezTo>
                  <a:cubicBezTo>
                    <a:pt x="107367" y="886050"/>
                    <a:pt x="98592" y="884925"/>
                    <a:pt x="89817" y="882450"/>
                  </a:cubicBezTo>
                  <a:cubicBezTo>
                    <a:pt x="38742" y="868725"/>
                    <a:pt x="12417" y="823275"/>
                    <a:pt x="26367" y="771750"/>
                  </a:cubicBezTo>
                  <a:lnTo>
                    <a:pt x="116367" y="436050"/>
                  </a:lnTo>
                  <a:lnTo>
                    <a:pt x="302667" y="436050"/>
                  </a:lnTo>
                  <a:lnTo>
                    <a:pt x="200292" y="818325"/>
                  </a:lnTo>
                  <a:close/>
                  <a:moveTo>
                    <a:pt x="308517" y="413550"/>
                  </a:moveTo>
                  <a:lnTo>
                    <a:pt x="122217" y="413550"/>
                  </a:lnTo>
                  <a:lnTo>
                    <a:pt x="206592" y="98550"/>
                  </a:lnTo>
                  <a:lnTo>
                    <a:pt x="293442" y="121950"/>
                  </a:lnTo>
                  <a:lnTo>
                    <a:pt x="380292" y="145350"/>
                  </a:lnTo>
                  <a:lnTo>
                    <a:pt x="308292" y="413775"/>
                  </a:lnTo>
                  <a:close/>
                  <a:moveTo>
                    <a:pt x="202317" y="27450"/>
                  </a:moveTo>
                  <a:lnTo>
                    <a:pt x="419667" y="85725"/>
                  </a:lnTo>
                  <a:lnTo>
                    <a:pt x="407967" y="129150"/>
                  </a:lnTo>
                  <a:lnTo>
                    <a:pt x="299292" y="100125"/>
                  </a:lnTo>
                  <a:lnTo>
                    <a:pt x="190617" y="71100"/>
                  </a:lnTo>
                  <a:lnTo>
                    <a:pt x="202317" y="27675"/>
                  </a:lnTo>
                  <a:close/>
                </a:path>
              </a:pathLst>
            </a:custGeom>
            <a:grpFill/>
            <a:ln w="224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grpSp>
        <p:nvGrpSpPr>
          <p:cNvPr id="65" name="Gruppieren 64">
            <a:extLst>
              <a:ext uri="{FF2B5EF4-FFF2-40B4-BE49-F238E27FC236}">
                <a16:creationId xmlns:a16="http://schemas.microsoft.com/office/drawing/2014/main" id="{E84BDEF7-D79C-524F-ECB3-C3CA2461E198}"/>
              </a:ext>
            </a:extLst>
          </p:cNvPr>
          <p:cNvGrpSpPr/>
          <p:nvPr/>
        </p:nvGrpSpPr>
        <p:grpSpPr>
          <a:xfrm>
            <a:off x="2690757" y="2933574"/>
            <a:ext cx="526383" cy="526383"/>
            <a:chOff x="3045368" y="3077952"/>
            <a:chExt cx="809662" cy="809662"/>
          </a:xfrm>
          <a:solidFill>
            <a:srgbClr val="002552"/>
          </a:solidFill>
        </p:grpSpPr>
        <p:sp>
          <p:nvSpPr>
            <p:cNvPr id="51" name="Freihandform 50">
              <a:extLst>
                <a:ext uri="{FF2B5EF4-FFF2-40B4-BE49-F238E27FC236}">
                  <a16:creationId xmlns:a16="http://schemas.microsoft.com/office/drawing/2014/main" id="{8B860CCE-3060-7D17-AE79-7F1637CE740C}"/>
                </a:ext>
              </a:extLst>
            </p:cNvPr>
            <p:cNvSpPr/>
            <p:nvPr/>
          </p:nvSpPr>
          <p:spPr>
            <a:xfrm>
              <a:off x="3361324" y="3395034"/>
              <a:ext cx="37125" cy="37124"/>
            </a:xfrm>
            <a:custGeom>
              <a:avLst/>
              <a:gdLst>
                <a:gd name="connsiteX0" fmla="*/ 31725 w 37125"/>
                <a:gd name="connsiteY0" fmla="*/ 5400 h 37124"/>
                <a:gd name="connsiteX1" fmla="*/ 5400 w 37125"/>
                <a:gd name="connsiteY1" fmla="*/ 5400 h 37124"/>
                <a:gd name="connsiteX2" fmla="*/ 5400 w 37125"/>
                <a:gd name="connsiteY2" fmla="*/ 31725 h 37124"/>
                <a:gd name="connsiteX3" fmla="*/ 31725 w 37125"/>
                <a:gd name="connsiteY3" fmla="*/ 31725 h 37124"/>
                <a:gd name="connsiteX4" fmla="*/ 31725 w 37125"/>
                <a:gd name="connsiteY4" fmla="*/ 5400 h 37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25" h="37124">
                  <a:moveTo>
                    <a:pt x="31725" y="5400"/>
                  </a:moveTo>
                  <a:cubicBezTo>
                    <a:pt x="24525" y="-1800"/>
                    <a:pt x="12600" y="-1800"/>
                    <a:pt x="5400" y="5400"/>
                  </a:cubicBezTo>
                  <a:cubicBezTo>
                    <a:pt x="-1800" y="12600"/>
                    <a:pt x="-1800" y="24525"/>
                    <a:pt x="5400" y="31725"/>
                  </a:cubicBezTo>
                  <a:cubicBezTo>
                    <a:pt x="12600" y="38925"/>
                    <a:pt x="24525" y="38925"/>
                    <a:pt x="31725" y="31725"/>
                  </a:cubicBezTo>
                  <a:cubicBezTo>
                    <a:pt x="38925" y="24525"/>
                    <a:pt x="38925" y="12600"/>
                    <a:pt x="31725" y="5400"/>
                  </a:cubicBezTo>
                  <a:close/>
                </a:path>
              </a:pathLst>
            </a:custGeom>
            <a:grpFill/>
            <a:ln w="224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52" name="Freihandform 51">
              <a:extLst>
                <a:ext uri="{FF2B5EF4-FFF2-40B4-BE49-F238E27FC236}">
                  <a16:creationId xmlns:a16="http://schemas.microsoft.com/office/drawing/2014/main" id="{3DB537D9-6924-6127-AE27-6E4271894D27}"/>
                </a:ext>
              </a:extLst>
            </p:cNvPr>
            <p:cNvSpPr/>
            <p:nvPr/>
          </p:nvSpPr>
          <p:spPr>
            <a:xfrm>
              <a:off x="3336116" y="3489975"/>
              <a:ext cx="37142" cy="37212"/>
            </a:xfrm>
            <a:custGeom>
              <a:avLst/>
              <a:gdLst>
                <a:gd name="connsiteX0" fmla="*/ 36684 w 37142"/>
                <a:gd name="connsiteY0" fmla="*/ 13734 h 37212"/>
                <a:gd name="connsiteX1" fmla="*/ 27909 w 37142"/>
                <a:gd name="connsiteY1" fmla="*/ 2484 h 37212"/>
                <a:gd name="connsiteX2" fmla="*/ 13734 w 37142"/>
                <a:gd name="connsiteY2" fmla="*/ 684 h 37212"/>
                <a:gd name="connsiteX3" fmla="*/ 2484 w 37142"/>
                <a:gd name="connsiteY3" fmla="*/ 9234 h 37212"/>
                <a:gd name="connsiteX4" fmla="*/ 684 w 37142"/>
                <a:gd name="connsiteY4" fmla="*/ 23409 h 37212"/>
                <a:gd name="connsiteX5" fmla="*/ 5409 w 37142"/>
                <a:gd name="connsiteY5" fmla="*/ 31734 h 37212"/>
                <a:gd name="connsiteX6" fmla="*/ 23409 w 37142"/>
                <a:gd name="connsiteY6" fmla="*/ 36684 h 37212"/>
                <a:gd name="connsiteX7" fmla="*/ 34659 w 37142"/>
                <a:gd name="connsiteY7" fmla="*/ 27909 h 37212"/>
                <a:gd name="connsiteX8" fmla="*/ 36459 w 37142"/>
                <a:gd name="connsiteY8" fmla="*/ 13734 h 37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142" h="37212">
                  <a:moveTo>
                    <a:pt x="36684" y="13734"/>
                  </a:moveTo>
                  <a:cubicBezTo>
                    <a:pt x="35334" y="9009"/>
                    <a:pt x="32409" y="4734"/>
                    <a:pt x="27909" y="2484"/>
                  </a:cubicBezTo>
                  <a:cubicBezTo>
                    <a:pt x="23634" y="9"/>
                    <a:pt x="18684" y="-666"/>
                    <a:pt x="13734" y="684"/>
                  </a:cubicBezTo>
                  <a:cubicBezTo>
                    <a:pt x="9009" y="2034"/>
                    <a:pt x="4959" y="4959"/>
                    <a:pt x="2484" y="9234"/>
                  </a:cubicBezTo>
                  <a:cubicBezTo>
                    <a:pt x="9" y="13509"/>
                    <a:pt x="-666" y="18684"/>
                    <a:pt x="684" y="23409"/>
                  </a:cubicBezTo>
                  <a:cubicBezTo>
                    <a:pt x="1584" y="26559"/>
                    <a:pt x="3159" y="29484"/>
                    <a:pt x="5409" y="31734"/>
                  </a:cubicBezTo>
                  <a:cubicBezTo>
                    <a:pt x="9909" y="36234"/>
                    <a:pt x="16659" y="38259"/>
                    <a:pt x="23409" y="36684"/>
                  </a:cubicBezTo>
                  <a:cubicBezTo>
                    <a:pt x="28134" y="35334"/>
                    <a:pt x="32184" y="32409"/>
                    <a:pt x="34659" y="27909"/>
                  </a:cubicBezTo>
                  <a:cubicBezTo>
                    <a:pt x="37134" y="23634"/>
                    <a:pt x="37809" y="18684"/>
                    <a:pt x="36459" y="13734"/>
                  </a:cubicBezTo>
                  <a:close/>
                </a:path>
              </a:pathLst>
            </a:custGeom>
            <a:grpFill/>
            <a:ln w="224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53" name="Freihandform 52">
              <a:extLst>
                <a:ext uri="{FF2B5EF4-FFF2-40B4-BE49-F238E27FC236}">
                  <a16:creationId xmlns:a16="http://schemas.microsoft.com/office/drawing/2014/main" id="{E2D6C6C4-265A-5EE7-7EFA-1A6D1B2F05F9}"/>
                </a:ext>
              </a:extLst>
            </p:cNvPr>
            <p:cNvSpPr/>
            <p:nvPr/>
          </p:nvSpPr>
          <p:spPr>
            <a:xfrm>
              <a:off x="3406124" y="3559765"/>
              <a:ext cx="37334" cy="37101"/>
            </a:xfrm>
            <a:custGeom>
              <a:avLst/>
              <a:gdLst>
                <a:gd name="connsiteX0" fmla="*/ 34626 w 37334"/>
                <a:gd name="connsiteY0" fmla="*/ 9418 h 37101"/>
                <a:gd name="connsiteX1" fmla="*/ 23376 w 37334"/>
                <a:gd name="connsiteY1" fmla="*/ 643 h 37101"/>
                <a:gd name="connsiteX2" fmla="*/ 651 w 37334"/>
                <a:gd name="connsiteY2" fmla="*/ 13693 h 37101"/>
                <a:gd name="connsiteX3" fmla="*/ 651 w 37334"/>
                <a:gd name="connsiteY3" fmla="*/ 13693 h 37101"/>
                <a:gd name="connsiteX4" fmla="*/ 5601 w 37334"/>
                <a:gd name="connsiteY4" fmla="*/ 31693 h 37101"/>
                <a:gd name="connsiteX5" fmla="*/ 13926 w 37334"/>
                <a:gd name="connsiteY5" fmla="*/ 36418 h 37101"/>
                <a:gd name="connsiteX6" fmla="*/ 28101 w 37334"/>
                <a:gd name="connsiteY6" fmla="*/ 34618 h 37101"/>
                <a:gd name="connsiteX7" fmla="*/ 36651 w 37334"/>
                <a:gd name="connsiteY7" fmla="*/ 23368 h 37101"/>
                <a:gd name="connsiteX8" fmla="*/ 34851 w 37334"/>
                <a:gd name="connsiteY8" fmla="*/ 9193 h 37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334" h="37101">
                  <a:moveTo>
                    <a:pt x="34626" y="9418"/>
                  </a:moveTo>
                  <a:cubicBezTo>
                    <a:pt x="32151" y="5143"/>
                    <a:pt x="28101" y="1993"/>
                    <a:pt x="23376" y="643"/>
                  </a:cubicBezTo>
                  <a:cubicBezTo>
                    <a:pt x="13476" y="-2057"/>
                    <a:pt x="3351" y="4018"/>
                    <a:pt x="651" y="13693"/>
                  </a:cubicBezTo>
                  <a:lnTo>
                    <a:pt x="651" y="13693"/>
                  </a:lnTo>
                  <a:cubicBezTo>
                    <a:pt x="-1149" y="20443"/>
                    <a:pt x="876" y="27193"/>
                    <a:pt x="5601" y="31693"/>
                  </a:cubicBezTo>
                  <a:cubicBezTo>
                    <a:pt x="7851" y="33943"/>
                    <a:pt x="10551" y="35518"/>
                    <a:pt x="13926" y="36418"/>
                  </a:cubicBezTo>
                  <a:cubicBezTo>
                    <a:pt x="18651" y="37768"/>
                    <a:pt x="23826" y="37093"/>
                    <a:pt x="28101" y="34618"/>
                  </a:cubicBezTo>
                  <a:cubicBezTo>
                    <a:pt x="32376" y="32143"/>
                    <a:pt x="35526" y="28093"/>
                    <a:pt x="36651" y="23368"/>
                  </a:cubicBezTo>
                  <a:cubicBezTo>
                    <a:pt x="38001" y="18643"/>
                    <a:pt x="37326" y="13468"/>
                    <a:pt x="34851" y="9193"/>
                  </a:cubicBezTo>
                  <a:close/>
                </a:path>
              </a:pathLst>
            </a:custGeom>
            <a:grpFill/>
            <a:ln w="224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55" name="Freihandform 54">
              <a:extLst>
                <a:ext uri="{FF2B5EF4-FFF2-40B4-BE49-F238E27FC236}">
                  <a16:creationId xmlns:a16="http://schemas.microsoft.com/office/drawing/2014/main" id="{81644DA3-9A24-0D0C-A6EC-739DC3C0BC74}"/>
                </a:ext>
              </a:extLst>
            </p:cNvPr>
            <p:cNvSpPr/>
            <p:nvPr/>
          </p:nvSpPr>
          <p:spPr>
            <a:xfrm>
              <a:off x="3501050" y="3534758"/>
              <a:ext cx="37124" cy="37125"/>
            </a:xfrm>
            <a:custGeom>
              <a:avLst/>
              <a:gdLst>
                <a:gd name="connsiteX0" fmla="*/ 31725 w 37124"/>
                <a:gd name="connsiteY0" fmla="*/ 5400 h 37125"/>
                <a:gd name="connsiteX1" fmla="*/ 5400 w 37124"/>
                <a:gd name="connsiteY1" fmla="*/ 5400 h 37125"/>
                <a:gd name="connsiteX2" fmla="*/ 5400 w 37124"/>
                <a:gd name="connsiteY2" fmla="*/ 31725 h 37125"/>
                <a:gd name="connsiteX3" fmla="*/ 31725 w 37124"/>
                <a:gd name="connsiteY3" fmla="*/ 31725 h 37125"/>
                <a:gd name="connsiteX4" fmla="*/ 31725 w 37124"/>
                <a:gd name="connsiteY4" fmla="*/ 5400 h 37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24" h="37125">
                  <a:moveTo>
                    <a:pt x="31725" y="5400"/>
                  </a:moveTo>
                  <a:cubicBezTo>
                    <a:pt x="24525" y="-1800"/>
                    <a:pt x="12600" y="-1800"/>
                    <a:pt x="5400" y="5400"/>
                  </a:cubicBezTo>
                  <a:cubicBezTo>
                    <a:pt x="-1800" y="12600"/>
                    <a:pt x="-1800" y="24525"/>
                    <a:pt x="5400" y="31725"/>
                  </a:cubicBezTo>
                  <a:cubicBezTo>
                    <a:pt x="12600" y="38925"/>
                    <a:pt x="24525" y="38925"/>
                    <a:pt x="31725" y="31725"/>
                  </a:cubicBezTo>
                  <a:cubicBezTo>
                    <a:pt x="38925" y="24525"/>
                    <a:pt x="38925" y="12600"/>
                    <a:pt x="31725" y="5400"/>
                  </a:cubicBezTo>
                  <a:close/>
                </a:path>
              </a:pathLst>
            </a:custGeom>
            <a:grpFill/>
            <a:ln w="224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57" name="Freihandform 56">
              <a:extLst>
                <a:ext uri="{FF2B5EF4-FFF2-40B4-BE49-F238E27FC236}">
                  <a16:creationId xmlns:a16="http://schemas.microsoft.com/office/drawing/2014/main" id="{E419BB4E-D059-1A9F-BB76-56515D3ED066}"/>
                </a:ext>
              </a:extLst>
            </p:cNvPr>
            <p:cNvSpPr/>
            <p:nvPr/>
          </p:nvSpPr>
          <p:spPr>
            <a:xfrm>
              <a:off x="3526941" y="3438792"/>
              <a:ext cx="37225" cy="37321"/>
            </a:xfrm>
            <a:custGeom>
              <a:avLst/>
              <a:gdLst>
                <a:gd name="connsiteX0" fmla="*/ 36658 w 37225"/>
                <a:gd name="connsiteY0" fmla="*/ 13842 h 37321"/>
                <a:gd name="connsiteX1" fmla="*/ 13708 w 37225"/>
                <a:gd name="connsiteY1" fmla="*/ 567 h 37321"/>
                <a:gd name="connsiteX2" fmla="*/ 658 w 37225"/>
                <a:gd name="connsiteY2" fmla="*/ 23517 h 37321"/>
                <a:gd name="connsiteX3" fmla="*/ 5383 w 37225"/>
                <a:gd name="connsiteY3" fmla="*/ 31842 h 37321"/>
                <a:gd name="connsiteX4" fmla="*/ 23383 w 37225"/>
                <a:gd name="connsiteY4" fmla="*/ 36792 h 37321"/>
                <a:gd name="connsiteX5" fmla="*/ 36658 w 37225"/>
                <a:gd name="connsiteY5" fmla="*/ 14067 h 373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225" h="37321">
                  <a:moveTo>
                    <a:pt x="36658" y="13842"/>
                  </a:moveTo>
                  <a:cubicBezTo>
                    <a:pt x="33958" y="3942"/>
                    <a:pt x="23833" y="-1908"/>
                    <a:pt x="13708" y="567"/>
                  </a:cubicBezTo>
                  <a:cubicBezTo>
                    <a:pt x="3808" y="3267"/>
                    <a:pt x="-2042" y="13392"/>
                    <a:pt x="658" y="23517"/>
                  </a:cubicBezTo>
                  <a:cubicBezTo>
                    <a:pt x="1558" y="26667"/>
                    <a:pt x="3133" y="29592"/>
                    <a:pt x="5383" y="31842"/>
                  </a:cubicBezTo>
                  <a:cubicBezTo>
                    <a:pt x="9883" y="36342"/>
                    <a:pt x="16633" y="38367"/>
                    <a:pt x="23383" y="36792"/>
                  </a:cubicBezTo>
                  <a:cubicBezTo>
                    <a:pt x="33283" y="34092"/>
                    <a:pt x="39133" y="23967"/>
                    <a:pt x="36658" y="14067"/>
                  </a:cubicBezTo>
                  <a:close/>
                </a:path>
              </a:pathLst>
            </a:custGeom>
            <a:grpFill/>
            <a:ln w="224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59" name="Freihandform 58">
              <a:extLst>
                <a:ext uri="{FF2B5EF4-FFF2-40B4-BE49-F238E27FC236}">
                  <a16:creationId xmlns:a16="http://schemas.microsoft.com/office/drawing/2014/main" id="{AB5F2916-2EF1-A9A8-03B2-6B603DED0CB6}"/>
                </a:ext>
              </a:extLst>
            </p:cNvPr>
            <p:cNvSpPr/>
            <p:nvPr/>
          </p:nvSpPr>
          <p:spPr>
            <a:xfrm>
              <a:off x="3457199" y="3368516"/>
              <a:ext cx="37109" cy="37524"/>
            </a:xfrm>
            <a:custGeom>
              <a:avLst/>
              <a:gdLst>
                <a:gd name="connsiteX0" fmla="*/ 5376 w 37109"/>
                <a:gd name="connsiteY0" fmla="*/ 32142 h 37524"/>
                <a:gd name="connsiteX1" fmla="*/ 13701 w 37109"/>
                <a:gd name="connsiteY1" fmla="*/ 36867 h 37524"/>
                <a:gd name="connsiteX2" fmla="*/ 36426 w 37109"/>
                <a:gd name="connsiteY2" fmla="*/ 23592 h 37524"/>
                <a:gd name="connsiteX3" fmla="*/ 34626 w 37109"/>
                <a:gd name="connsiteY3" fmla="*/ 9417 h 37524"/>
                <a:gd name="connsiteX4" fmla="*/ 23376 w 37109"/>
                <a:gd name="connsiteY4" fmla="*/ 642 h 37524"/>
                <a:gd name="connsiteX5" fmla="*/ 651 w 37109"/>
                <a:gd name="connsiteY5" fmla="*/ 13917 h 37524"/>
                <a:gd name="connsiteX6" fmla="*/ 5601 w 37109"/>
                <a:gd name="connsiteY6" fmla="*/ 31917 h 37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109" h="37524">
                  <a:moveTo>
                    <a:pt x="5376" y="32142"/>
                  </a:moveTo>
                  <a:cubicBezTo>
                    <a:pt x="7626" y="34392"/>
                    <a:pt x="10326" y="35967"/>
                    <a:pt x="13701" y="36867"/>
                  </a:cubicBezTo>
                  <a:cubicBezTo>
                    <a:pt x="23601" y="39567"/>
                    <a:pt x="33951" y="33717"/>
                    <a:pt x="36426" y="23592"/>
                  </a:cubicBezTo>
                  <a:cubicBezTo>
                    <a:pt x="37776" y="18867"/>
                    <a:pt x="37101" y="13692"/>
                    <a:pt x="34626" y="9417"/>
                  </a:cubicBezTo>
                  <a:cubicBezTo>
                    <a:pt x="32151" y="5142"/>
                    <a:pt x="28101" y="1992"/>
                    <a:pt x="23376" y="642"/>
                  </a:cubicBezTo>
                  <a:cubicBezTo>
                    <a:pt x="13476" y="-2058"/>
                    <a:pt x="3126" y="4017"/>
                    <a:pt x="651" y="13917"/>
                  </a:cubicBezTo>
                  <a:cubicBezTo>
                    <a:pt x="-1149" y="20667"/>
                    <a:pt x="876" y="27417"/>
                    <a:pt x="5601" y="31917"/>
                  </a:cubicBezTo>
                  <a:close/>
                </a:path>
              </a:pathLst>
            </a:custGeom>
            <a:grpFill/>
            <a:ln w="224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1" name="Freihandform 60">
              <a:extLst>
                <a:ext uri="{FF2B5EF4-FFF2-40B4-BE49-F238E27FC236}">
                  <a16:creationId xmlns:a16="http://schemas.microsoft.com/office/drawing/2014/main" id="{D49E4685-AF1D-703B-C1DB-1F4BBB4053EE}"/>
                </a:ext>
              </a:extLst>
            </p:cNvPr>
            <p:cNvSpPr/>
            <p:nvPr/>
          </p:nvSpPr>
          <p:spPr>
            <a:xfrm>
              <a:off x="3431750" y="3464334"/>
              <a:ext cx="37124" cy="37124"/>
            </a:xfrm>
            <a:custGeom>
              <a:avLst/>
              <a:gdLst>
                <a:gd name="connsiteX0" fmla="*/ 31725 w 37124"/>
                <a:gd name="connsiteY0" fmla="*/ 5400 h 37124"/>
                <a:gd name="connsiteX1" fmla="*/ 5400 w 37124"/>
                <a:gd name="connsiteY1" fmla="*/ 5400 h 37124"/>
                <a:gd name="connsiteX2" fmla="*/ 5400 w 37124"/>
                <a:gd name="connsiteY2" fmla="*/ 31725 h 37124"/>
                <a:gd name="connsiteX3" fmla="*/ 31725 w 37124"/>
                <a:gd name="connsiteY3" fmla="*/ 31725 h 37124"/>
                <a:gd name="connsiteX4" fmla="*/ 31725 w 37124"/>
                <a:gd name="connsiteY4" fmla="*/ 5400 h 37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24" h="37124">
                  <a:moveTo>
                    <a:pt x="31725" y="5400"/>
                  </a:moveTo>
                  <a:cubicBezTo>
                    <a:pt x="24525" y="-1800"/>
                    <a:pt x="12600" y="-1800"/>
                    <a:pt x="5400" y="5400"/>
                  </a:cubicBezTo>
                  <a:cubicBezTo>
                    <a:pt x="-1800" y="12600"/>
                    <a:pt x="-1800" y="24525"/>
                    <a:pt x="5400" y="31725"/>
                  </a:cubicBezTo>
                  <a:cubicBezTo>
                    <a:pt x="12600" y="38925"/>
                    <a:pt x="24525" y="38925"/>
                    <a:pt x="31725" y="31725"/>
                  </a:cubicBezTo>
                  <a:cubicBezTo>
                    <a:pt x="38925" y="24525"/>
                    <a:pt x="38925" y="12600"/>
                    <a:pt x="31725" y="5400"/>
                  </a:cubicBezTo>
                  <a:close/>
                </a:path>
              </a:pathLst>
            </a:custGeom>
            <a:grpFill/>
            <a:ln w="224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3" name="Freihandform 62">
              <a:extLst>
                <a:ext uri="{FF2B5EF4-FFF2-40B4-BE49-F238E27FC236}">
                  <a16:creationId xmlns:a16="http://schemas.microsoft.com/office/drawing/2014/main" id="{B9C94233-8D38-029B-8599-6EB8FB057C1E}"/>
                </a:ext>
              </a:extLst>
            </p:cNvPr>
            <p:cNvSpPr/>
            <p:nvPr/>
          </p:nvSpPr>
          <p:spPr>
            <a:xfrm>
              <a:off x="3045368" y="3077952"/>
              <a:ext cx="809662" cy="809662"/>
            </a:xfrm>
            <a:custGeom>
              <a:avLst/>
              <a:gdLst>
                <a:gd name="connsiteX0" fmla="*/ 641981 w 809662"/>
                <a:gd name="connsiteY0" fmla="*/ 404831 h 809662"/>
                <a:gd name="connsiteX1" fmla="*/ 760556 w 809662"/>
                <a:gd name="connsiteY1" fmla="*/ 286256 h 809662"/>
                <a:gd name="connsiteX2" fmla="*/ 760556 w 809662"/>
                <a:gd name="connsiteY2" fmla="*/ 49106 h 809662"/>
                <a:gd name="connsiteX3" fmla="*/ 760556 w 809662"/>
                <a:gd name="connsiteY3" fmla="*/ 49106 h 809662"/>
                <a:gd name="connsiteX4" fmla="*/ 523406 w 809662"/>
                <a:gd name="connsiteY4" fmla="*/ 49106 h 809662"/>
                <a:gd name="connsiteX5" fmla="*/ 404831 w 809662"/>
                <a:gd name="connsiteY5" fmla="*/ 167681 h 809662"/>
                <a:gd name="connsiteX6" fmla="*/ 286256 w 809662"/>
                <a:gd name="connsiteY6" fmla="*/ 49106 h 809662"/>
                <a:gd name="connsiteX7" fmla="*/ 49106 w 809662"/>
                <a:gd name="connsiteY7" fmla="*/ 49106 h 809662"/>
                <a:gd name="connsiteX8" fmla="*/ 49106 w 809662"/>
                <a:gd name="connsiteY8" fmla="*/ 286256 h 809662"/>
                <a:gd name="connsiteX9" fmla="*/ 167681 w 809662"/>
                <a:gd name="connsiteY9" fmla="*/ 404831 h 809662"/>
                <a:gd name="connsiteX10" fmla="*/ 49106 w 809662"/>
                <a:gd name="connsiteY10" fmla="*/ 523406 h 809662"/>
                <a:gd name="connsiteX11" fmla="*/ 49106 w 809662"/>
                <a:gd name="connsiteY11" fmla="*/ 760556 h 809662"/>
                <a:gd name="connsiteX12" fmla="*/ 49106 w 809662"/>
                <a:gd name="connsiteY12" fmla="*/ 760556 h 809662"/>
                <a:gd name="connsiteX13" fmla="*/ 286256 w 809662"/>
                <a:gd name="connsiteY13" fmla="*/ 760556 h 809662"/>
                <a:gd name="connsiteX14" fmla="*/ 404831 w 809662"/>
                <a:gd name="connsiteY14" fmla="*/ 641981 h 809662"/>
                <a:gd name="connsiteX15" fmla="*/ 523406 w 809662"/>
                <a:gd name="connsiteY15" fmla="*/ 760556 h 809662"/>
                <a:gd name="connsiteX16" fmla="*/ 760556 w 809662"/>
                <a:gd name="connsiteY16" fmla="*/ 760556 h 809662"/>
                <a:gd name="connsiteX17" fmla="*/ 760556 w 809662"/>
                <a:gd name="connsiteY17" fmla="*/ 523406 h 809662"/>
                <a:gd name="connsiteX18" fmla="*/ 641981 w 809662"/>
                <a:gd name="connsiteY18" fmla="*/ 404831 h 809662"/>
                <a:gd name="connsiteX19" fmla="*/ 270281 w 809662"/>
                <a:gd name="connsiteY19" fmla="*/ 744806 h 809662"/>
                <a:gd name="connsiteX20" fmla="*/ 167681 w 809662"/>
                <a:gd name="connsiteY20" fmla="*/ 787331 h 809662"/>
                <a:gd name="connsiteX21" fmla="*/ 64856 w 809662"/>
                <a:gd name="connsiteY21" fmla="*/ 744806 h 809662"/>
                <a:gd name="connsiteX22" fmla="*/ 64856 w 809662"/>
                <a:gd name="connsiteY22" fmla="*/ 539381 h 809662"/>
                <a:gd name="connsiteX23" fmla="*/ 183431 w 809662"/>
                <a:gd name="connsiteY23" fmla="*/ 420806 h 809662"/>
                <a:gd name="connsiteX24" fmla="*/ 388856 w 809662"/>
                <a:gd name="connsiteY24" fmla="*/ 626231 h 809662"/>
                <a:gd name="connsiteX25" fmla="*/ 270281 w 809662"/>
                <a:gd name="connsiteY25" fmla="*/ 744806 h 809662"/>
                <a:gd name="connsiteX26" fmla="*/ 744806 w 809662"/>
                <a:gd name="connsiteY26" fmla="*/ 744806 h 809662"/>
                <a:gd name="connsiteX27" fmla="*/ 539381 w 809662"/>
                <a:gd name="connsiteY27" fmla="*/ 744806 h 809662"/>
                <a:gd name="connsiteX28" fmla="*/ 64856 w 809662"/>
                <a:gd name="connsiteY28" fmla="*/ 270281 h 809662"/>
                <a:gd name="connsiteX29" fmla="*/ 64856 w 809662"/>
                <a:gd name="connsiteY29" fmla="*/ 64856 h 809662"/>
                <a:gd name="connsiteX30" fmla="*/ 270281 w 809662"/>
                <a:gd name="connsiteY30" fmla="*/ 64856 h 809662"/>
                <a:gd name="connsiteX31" fmla="*/ 404831 w 809662"/>
                <a:gd name="connsiteY31" fmla="*/ 199406 h 809662"/>
                <a:gd name="connsiteX32" fmla="*/ 539381 w 809662"/>
                <a:gd name="connsiteY32" fmla="*/ 64856 h 809662"/>
                <a:gd name="connsiteX33" fmla="*/ 641981 w 809662"/>
                <a:gd name="connsiteY33" fmla="*/ 22331 h 809662"/>
                <a:gd name="connsiteX34" fmla="*/ 744806 w 809662"/>
                <a:gd name="connsiteY34" fmla="*/ 64856 h 809662"/>
                <a:gd name="connsiteX35" fmla="*/ 744806 w 809662"/>
                <a:gd name="connsiteY35" fmla="*/ 270281 h 809662"/>
                <a:gd name="connsiteX36" fmla="*/ 626231 w 809662"/>
                <a:gd name="connsiteY36" fmla="*/ 388856 h 809662"/>
                <a:gd name="connsiteX37" fmla="*/ 452756 w 809662"/>
                <a:gd name="connsiteY37" fmla="*/ 215381 h 809662"/>
                <a:gd name="connsiteX38" fmla="*/ 436781 w 809662"/>
                <a:gd name="connsiteY38" fmla="*/ 231356 h 809662"/>
                <a:gd name="connsiteX39" fmla="*/ 744806 w 809662"/>
                <a:gd name="connsiteY39" fmla="*/ 539381 h 809662"/>
                <a:gd name="connsiteX40" fmla="*/ 744806 w 809662"/>
                <a:gd name="connsiteY40" fmla="*/ 744806 h 809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809662" h="809662">
                  <a:moveTo>
                    <a:pt x="641981" y="404831"/>
                  </a:moveTo>
                  <a:lnTo>
                    <a:pt x="760556" y="286256"/>
                  </a:lnTo>
                  <a:cubicBezTo>
                    <a:pt x="826031" y="220781"/>
                    <a:pt x="826031" y="114581"/>
                    <a:pt x="760556" y="49106"/>
                  </a:cubicBezTo>
                  <a:lnTo>
                    <a:pt x="760556" y="49106"/>
                  </a:lnTo>
                  <a:cubicBezTo>
                    <a:pt x="695081" y="-16369"/>
                    <a:pt x="588881" y="-16369"/>
                    <a:pt x="523406" y="49106"/>
                  </a:cubicBezTo>
                  <a:lnTo>
                    <a:pt x="404831" y="167681"/>
                  </a:lnTo>
                  <a:lnTo>
                    <a:pt x="286256" y="49106"/>
                  </a:lnTo>
                  <a:cubicBezTo>
                    <a:pt x="220781" y="-16369"/>
                    <a:pt x="114581" y="-16369"/>
                    <a:pt x="49106" y="49106"/>
                  </a:cubicBezTo>
                  <a:cubicBezTo>
                    <a:pt x="-16369" y="114581"/>
                    <a:pt x="-16369" y="220781"/>
                    <a:pt x="49106" y="286256"/>
                  </a:cubicBezTo>
                  <a:lnTo>
                    <a:pt x="167681" y="404831"/>
                  </a:lnTo>
                  <a:lnTo>
                    <a:pt x="49106" y="523406"/>
                  </a:lnTo>
                  <a:cubicBezTo>
                    <a:pt x="-16369" y="588881"/>
                    <a:pt x="-16369" y="695081"/>
                    <a:pt x="49106" y="760556"/>
                  </a:cubicBezTo>
                  <a:lnTo>
                    <a:pt x="49106" y="760556"/>
                  </a:lnTo>
                  <a:cubicBezTo>
                    <a:pt x="114581" y="826031"/>
                    <a:pt x="220781" y="826031"/>
                    <a:pt x="286256" y="760556"/>
                  </a:cubicBezTo>
                  <a:lnTo>
                    <a:pt x="404831" y="641981"/>
                  </a:lnTo>
                  <a:lnTo>
                    <a:pt x="523406" y="760556"/>
                  </a:lnTo>
                  <a:cubicBezTo>
                    <a:pt x="588881" y="826031"/>
                    <a:pt x="695081" y="826031"/>
                    <a:pt x="760556" y="760556"/>
                  </a:cubicBezTo>
                  <a:cubicBezTo>
                    <a:pt x="826031" y="695081"/>
                    <a:pt x="826031" y="588881"/>
                    <a:pt x="760556" y="523406"/>
                  </a:cubicBezTo>
                  <a:lnTo>
                    <a:pt x="641981" y="404831"/>
                  </a:lnTo>
                  <a:close/>
                  <a:moveTo>
                    <a:pt x="270281" y="744806"/>
                  </a:moveTo>
                  <a:cubicBezTo>
                    <a:pt x="242831" y="772256"/>
                    <a:pt x="206381" y="787331"/>
                    <a:pt x="167681" y="787331"/>
                  </a:cubicBezTo>
                  <a:cubicBezTo>
                    <a:pt x="128981" y="787331"/>
                    <a:pt x="92306" y="772256"/>
                    <a:pt x="64856" y="744806"/>
                  </a:cubicBezTo>
                  <a:cubicBezTo>
                    <a:pt x="8156" y="688106"/>
                    <a:pt x="8156" y="596081"/>
                    <a:pt x="64856" y="539381"/>
                  </a:cubicBezTo>
                  <a:lnTo>
                    <a:pt x="183431" y="420806"/>
                  </a:lnTo>
                  <a:lnTo>
                    <a:pt x="388856" y="626231"/>
                  </a:lnTo>
                  <a:lnTo>
                    <a:pt x="270281" y="744806"/>
                  </a:lnTo>
                  <a:close/>
                  <a:moveTo>
                    <a:pt x="744806" y="744806"/>
                  </a:moveTo>
                  <a:cubicBezTo>
                    <a:pt x="688106" y="801506"/>
                    <a:pt x="596081" y="801506"/>
                    <a:pt x="539381" y="744806"/>
                  </a:cubicBezTo>
                  <a:lnTo>
                    <a:pt x="64856" y="270281"/>
                  </a:lnTo>
                  <a:cubicBezTo>
                    <a:pt x="8156" y="213581"/>
                    <a:pt x="8156" y="121556"/>
                    <a:pt x="64856" y="64856"/>
                  </a:cubicBezTo>
                  <a:cubicBezTo>
                    <a:pt x="121556" y="8156"/>
                    <a:pt x="213581" y="8156"/>
                    <a:pt x="270281" y="64856"/>
                  </a:cubicBezTo>
                  <a:lnTo>
                    <a:pt x="404831" y="199406"/>
                  </a:lnTo>
                  <a:lnTo>
                    <a:pt x="539381" y="64856"/>
                  </a:lnTo>
                  <a:cubicBezTo>
                    <a:pt x="566831" y="37406"/>
                    <a:pt x="603281" y="22331"/>
                    <a:pt x="641981" y="22331"/>
                  </a:cubicBezTo>
                  <a:cubicBezTo>
                    <a:pt x="680681" y="22331"/>
                    <a:pt x="717356" y="37406"/>
                    <a:pt x="744806" y="64856"/>
                  </a:cubicBezTo>
                  <a:cubicBezTo>
                    <a:pt x="801506" y="121556"/>
                    <a:pt x="801506" y="213581"/>
                    <a:pt x="744806" y="270281"/>
                  </a:cubicBezTo>
                  <a:lnTo>
                    <a:pt x="626231" y="388856"/>
                  </a:lnTo>
                  <a:lnTo>
                    <a:pt x="452756" y="215381"/>
                  </a:lnTo>
                  <a:lnTo>
                    <a:pt x="436781" y="231356"/>
                  </a:lnTo>
                  <a:lnTo>
                    <a:pt x="744806" y="539381"/>
                  </a:lnTo>
                  <a:cubicBezTo>
                    <a:pt x="801506" y="596081"/>
                    <a:pt x="801506" y="688106"/>
                    <a:pt x="744806" y="744806"/>
                  </a:cubicBezTo>
                  <a:close/>
                </a:path>
              </a:pathLst>
            </a:custGeom>
            <a:grpFill/>
            <a:ln w="224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47" name="Freihandform 46">
            <a:extLst>
              <a:ext uri="{FF2B5EF4-FFF2-40B4-BE49-F238E27FC236}">
                <a16:creationId xmlns:a16="http://schemas.microsoft.com/office/drawing/2014/main" id="{B3CB06AF-99E3-EE01-CE16-2AFE54169FFF}"/>
              </a:ext>
            </a:extLst>
          </p:cNvPr>
          <p:cNvSpPr/>
          <p:nvPr/>
        </p:nvSpPr>
        <p:spPr>
          <a:xfrm>
            <a:off x="3767218" y="2932957"/>
            <a:ext cx="619196" cy="556882"/>
          </a:xfrm>
          <a:custGeom>
            <a:avLst/>
            <a:gdLst>
              <a:gd name="connsiteX0" fmla="*/ 771750 w 952424"/>
              <a:gd name="connsiteY0" fmla="*/ 652500 h 856574"/>
              <a:gd name="connsiteX1" fmla="*/ 771750 w 952424"/>
              <a:gd name="connsiteY1" fmla="*/ 360000 h 856574"/>
              <a:gd name="connsiteX2" fmla="*/ 749250 w 952424"/>
              <a:gd name="connsiteY2" fmla="*/ 360000 h 856574"/>
              <a:gd name="connsiteX3" fmla="*/ 749250 w 952424"/>
              <a:gd name="connsiteY3" fmla="*/ 441000 h 856574"/>
              <a:gd name="connsiteX4" fmla="*/ 434250 w 952424"/>
              <a:gd name="connsiteY4" fmla="*/ 756900 h 856574"/>
              <a:gd name="connsiteX5" fmla="*/ 119250 w 952424"/>
              <a:gd name="connsiteY5" fmla="*/ 441000 h 856574"/>
              <a:gd name="connsiteX6" fmla="*/ 119250 w 952424"/>
              <a:gd name="connsiteY6" fmla="*/ 315900 h 856574"/>
              <a:gd name="connsiteX7" fmla="*/ 434250 w 952424"/>
              <a:gd name="connsiteY7" fmla="*/ 495225 h 856574"/>
              <a:gd name="connsiteX8" fmla="*/ 868500 w 952424"/>
              <a:gd name="connsiteY8" fmla="*/ 247950 h 856574"/>
              <a:gd name="connsiteX9" fmla="*/ 434475 w 952424"/>
              <a:gd name="connsiteY9" fmla="*/ 0 h 856574"/>
              <a:gd name="connsiteX10" fmla="*/ 0 w 952424"/>
              <a:gd name="connsiteY10" fmla="*/ 248400 h 856574"/>
              <a:gd name="connsiteX11" fmla="*/ 96525 w 952424"/>
              <a:gd name="connsiteY11" fmla="*/ 303525 h 856574"/>
              <a:gd name="connsiteX12" fmla="*/ 96525 w 952424"/>
              <a:gd name="connsiteY12" fmla="*/ 441450 h 856574"/>
              <a:gd name="connsiteX13" fmla="*/ 434025 w 952424"/>
              <a:gd name="connsiteY13" fmla="*/ 779850 h 856574"/>
              <a:gd name="connsiteX14" fmla="*/ 749025 w 952424"/>
              <a:gd name="connsiteY14" fmla="*/ 562950 h 856574"/>
              <a:gd name="connsiteX15" fmla="*/ 749025 w 952424"/>
              <a:gd name="connsiteY15" fmla="*/ 652725 h 856574"/>
              <a:gd name="connsiteX16" fmla="*/ 952425 w 952424"/>
              <a:gd name="connsiteY16" fmla="*/ 856575 h 856574"/>
              <a:gd name="connsiteX17" fmla="*/ 952425 w 952424"/>
              <a:gd name="connsiteY17" fmla="*/ 834075 h 856574"/>
              <a:gd name="connsiteX18" fmla="*/ 771525 w 952424"/>
              <a:gd name="connsiteY18" fmla="*/ 652725 h 856574"/>
              <a:gd name="connsiteX19" fmla="*/ 45450 w 952424"/>
              <a:gd name="connsiteY19" fmla="*/ 248400 h 856574"/>
              <a:gd name="connsiteX20" fmla="*/ 434475 w 952424"/>
              <a:gd name="connsiteY20" fmla="*/ 25875 h 856574"/>
              <a:gd name="connsiteX21" fmla="*/ 823050 w 952424"/>
              <a:gd name="connsiteY21" fmla="*/ 248175 h 856574"/>
              <a:gd name="connsiteX22" fmla="*/ 434250 w 952424"/>
              <a:gd name="connsiteY22" fmla="*/ 469575 h 856574"/>
              <a:gd name="connsiteX23" fmla="*/ 45450 w 952424"/>
              <a:gd name="connsiteY23" fmla="*/ 248400 h 856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952424" h="856574">
                <a:moveTo>
                  <a:pt x="771750" y="652500"/>
                </a:moveTo>
                <a:lnTo>
                  <a:pt x="771750" y="360000"/>
                </a:lnTo>
                <a:lnTo>
                  <a:pt x="749250" y="360000"/>
                </a:lnTo>
                <a:lnTo>
                  <a:pt x="749250" y="441000"/>
                </a:lnTo>
                <a:cubicBezTo>
                  <a:pt x="749250" y="615150"/>
                  <a:pt x="607950" y="756900"/>
                  <a:pt x="434250" y="756900"/>
                </a:cubicBezTo>
                <a:cubicBezTo>
                  <a:pt x="260550" y="756900"/>
                  <a:pt x="119250" y="615150"/>
                  <a:pt x="119250" y="441000"/>
                </a:cubicBezTo>
                <a:lnTo>
                  <a:pt x="119250" y="315900"/>
                </a:lnTo>
                <a:lnTo>
                  <a:pt x="434250" y="495225"/>
                </a:lnTo>
                <a:lnTo>
                  <a:pt x="868500" y="247950"/>
                </a:lnTo>
                <a:lnTo>
                  <a:pt x="434475" y="0"/>
                </a:lnTo>
                <a:lnTo>
                  <a:pt x="0" y="248400"/>
                </a:lnTo>
                <a:lnTo>
                  <a:pt x="96525" y="303525"/>
                </a:lnTo>
                <a:lnTo>
                  <a:pt x="96525" y="441450"/>
                </a:lnTo>
                <a:cubicBezTo>
                  <a:pt x="96525" y="627975"/>
                  <a:pt x="247950" y="779850"/>
                  <a:pt x="434025" y="779850"/>
                </a:cubicBezTo>
                <a:cubicBezTo>
                  <a:pt x="577575" y="779850"/>
                  <a:pt x="700200" y="689625"/>
                  <a:pt x="749025" y="562950"/>
                </a:cubicBezTo>
                <a:lnTo>
                  <a:pt x="749025" y="652725"/>
                </a:lnTo>
                <a:cubicBezTo>
                  <a:pt x="749025" y="765225"/>
                  <a:pt x="840375" y="856575"/>
                  <a:pt x="952425" y="856575"/>
                </a:cubicBezTo>
                <a:lnTo>
                  <a:pt x="952425" y="834075"/>
                </a:lnTo>
                <a:cubicBezTo>
                  <a:pt x="852750" y="834075"/>
                  <a:pt x="771525" y="752625"/>
                  <a:pt x="771525" y="652725"/>
                </a:cubicBezTo>
                <a:close/>
                <a:moveTo>
                  <a:pt x="45450" y="248400"/>
                </a:moveTo>
                <a:lnTo>
                  <a:pt x="434475" y="25875"/>
                </a:lnTo>
                <a:lnTo>
                  <a:pt x="823050" y="248175"/>
                </a:lnTo>
                <a:lnTo>
                  <a:pt x="434250" y="469575"/>
                </a:lnTo>
                <a:lnTo>
                  <a:pt x="45450" y="248400"/>
                </a:lnTo>
                <a:close/>
              </a:path>
            </a:pathLst>
          </a:custGeom>
          <a:solidFill>
            <a:srgbClr val="5E676C"/>
          </a:solidFill>
          <a:ln w="22423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13" name="Freihandform 12">
            <a:extLst>
              <a:ext uri="{FF2B5EF4-FFF2-40B4-BE49-F238E27FC236}">
                <a16:creationId xmlns:a16="http://schemas.microsoft.com/office/drawing/2014/main" id="{6FB69F7F-5415-6E2C-5FC3-2C8CC5360224}"/>
              </a:ext>
            </a:extLst>
          </p:cNvPr>
          <p:cNvSpPr/>
          <p:nvPr/>
        </p:nvSpPr>
        <p:spPr>
          <a:xfrm>
            <a:off x="3915013" y="1684756"/>
            <a:ext cx="370962" cy="585115"/>
          </a:xfrm>
          <a:custGeom>
            <a:avLst/>
            <a:gdLst>
              <a:gd name="connsiteX0" fmla="*/ 524700 w 570599"/>
              <a:gd name="connsiteY0" fmla="*/ 157500 h 900000"/>
              <a:gd name="connsiteX1" fmla="*/ 481050 w 570599"/>
              <a:gd name="connsiteY1" fmla="*/ 123300 h 900000"/>
              <a:gd name="connsiteX2" fmla="*/ 437400 w 570599"/>
              <a:gd name="connsiteY2" fmla="*/ 157500 h 900000"/>
              <a:gd name="connsiteX3" fmla="*/ 233325 w 570599"/>
              <a:gd name="connsiteY3" fmla="*/ 157500 h 900000"/>
              <a:gd name="connsiteX4" fmla="*/ 233325 w 570599"/>
              <a:gd name="connsiteY4" fmla="*/ 88425 h 900000"/>
              <a:gd name="connsiteX5" fmla="*/ 267075 w 570599"/>
              <a:gd name="connsiteY5" fmla="*/ 45000 h 900000"/>
              <a:gd name="connsiteX6" fmla="*/ 222075 w 570599"/>
              <a:gd name="connsiteY6" fmla="*/ 0 h 900000"/>
              <a:gd name="connsiteX7" fmla="*/ 177075 w 570599"/>
              <a:gd name="connsiteY7" fmla="*/ 45000 h 900000"/>
              <a:gd name="connsiteX8" fmla="*/ 210825 w 570599"/>
              <a:gd name="connsiteY8" fmla="*/ 88425 h 900000"/>
              <a:gd name="connsiteX9" fmla="*/ 210825 w 570599"/>
              <a:gd name="connsiteY9" fmla="*/ 157500 h 900000"/>
              <a:gd name="connsiteX10" fmla="*/ 121275 w 570599"/>
              <a:gd name="connsiteY10" fmla="*/ 157500 h 900000"/>
              <a:gd name="connsiteX11" fmla="*/ 0 w 570599"/>
              <a:gd name="connsiteY11" fmla="*/ 281250 h 900000"/>
              <a:gd name="connsiteX12" fmla="*/ 121275 w 570599"/>
              <a:gd name="connsiteY12" fmla="*/ 405000 h 900000"/>
              <a:gd name="connsiteX13" fmla="*/ 165825 w 570599"/>
              <a:gd name="connsiteY13" fmla="*/ 405000 h 900000"/>
              <a:gd name="connsiteX14" fmla="*/ 165825 w 570599"/>
              <a:gd name="connsiteY14" fmla="*/ 382500 h 900000"/>
              <a:gd name="connsiteX15" fmla="*/ 121275 w 570599"/>
              <a:gd name="connsiteY15" fmla="*/ 382500 h 900000"/>
              <a:gd name="connsiteX16" fmla="*/ 22500 w 570599"/>
              <a:gd name="connsiteY16" fmla="*/ 281250 h 900000"/>
              <a:gd name="connsiteX17" fmla="*/ 121275 w 570599"/>
              <a:gd name="connsiteY17" fmla="*/ 180000 h 900000"/>
              <a:gd name="connsiteX18" fmla="*/ 210825 w 570599"/>
              <a:gd name="connsiteY18" fmla="*/ 180000 h 900000"/>
              <a:gd name="connsiteX19" fmla="*/ 210825 w 570599"/>
              <a:gd name="connsiteY19" fmla="*/ 562500 h 900000"/>
              <a:gd name="connsiteX20" fmla="*/ 161775 w 570599"/>
              <a:gd name="connsiteY20" fmla="*/ 562500 h 900000"/>
              <a:gd name="connsiteX21" fmla="*/ 80100 w 570599"/>
              <a:gd name="connsiteY21" fmla="*/ 641925 h 900000"/>
              <a:gd name="connsiteX22" fmla="*/ 161775 w 570599"/>
              <a:gd name="connsiteY22" fmla="*/ 720000 h 900000"/>
              <a:gd name="connsiteX23" fmla="*/ 210825 w 570599"/>
              <a:gd name="connsiteY23" fmla="*/ 720000 h 900000"/>
              <a:gd name="connsiteX24" fmla="*/ 210825 w 570599"/>
              <a:gd name="connsiteY24" fmla="*/ 900000 h 900000"/>
              <a:gd name="connsiteX25" fmla="*/ 233325 w 570599"/>
              <a:gd name="connsiteY25" fmla="*/ 900000 h 900000"/>
              <a:gd name="connsiteX26" fmla="*/ 233325 w 570599"/>
              <a:gd name="connsiteY26" fmla="*/ 720225 h 900000"/>
              <a:gd name="connsiteX27" fmla="*/ 323325 w 570599"/>
              <a:gd name="connsiteY27" fmla="*/ 832500 h 900000"/>
              <a:gd name="connsiteX28" fmla="*/ 345825 w 570599"/>
              <a:gd name="connsiteY28" fmla="*/ 832500 h 900000"/>
              <a:gd name="connsiteX29" fmla="*/ 233325 w 570599"/>
              <a:gd name="connsiteY29" fmla="*/ 697725 h 900000"/>
              <a:gd name="connsiteX30" fmla="*/ 233325 w 570599"/>
              <a:gd name="connsiteY30" fmla="*/ 585000 h 900000"/>
              <a:gd name="connsiteX31" fmla="*/ 319500 w 570599"/>
              <a:gd name="connsiteY31" fmla="*/ 585000 h 900000"/>
              <a:gd name="connsiteX32" fmla="*/ 418725 w 570599"/>
              <a:gd name="connsiteY32" fmla="*/ 483975 h 900000"/>
              <a:gd name="connsiteX33" fmla="*/ 319500 w 570599"/>
              <a:gd name="connsiteY33" fmla="*/ 382725 h 900000"/>
              <a:gd name="connsiteX34" fmla="*/ 233325 w 570599"/>
              <a:gd name="connsiteY34" fmla="*/ 382725 h 900000"/>
              <a:gd name="connsiteX35" fmla="*/ 233325 w 570599"/>
              <a:gd name="connsiteY35" fmla="*/ 180000 h 900000"/>
              <a:gd name="connsiteX36" fmla="*/ 437625 w 570599"/>
              <a:gd name="connsiteY36" fmla="*/ 180000 h 900000"/>
              <a:gd name="connsiteX37" fmla="*/ 480825 w 570599"/>
              <a:gd name="connsiteY37" fmla="*/ 213300 h 900000"/>
              <a:gd name="connsiteX38" fmla="*/ 524025 w 570599"/>
              <a:gd name="connsiteY38" fmla="*/ 180000 h 900000"/>
              <a:gd name="connsiteX39" fmla="*/ 570600 w 570599"/>
              <a:gd name="connsiteY39" fmla="*/ 180000 h 900000"/>
              <a:gd name="connsiteX40" fmla="*/ 570600 w 570599"/>
              <a:gd name="connsiteY40" fmla="*/ 157500 h 900000"/>
              <a:gd name="connsiteX41" fmla="*/ 524250 w 570599"/>
              <a:gd name="connsiteY41" fmla="*/ 157500 h 900000"/>
              <a:gd name="connsiteX42" fmla="*/ 211050 w 570599"/>
              <a:gd name="connsiteY42" fmla="*/ 697500 h 900000"/>
              <a:gd name="connsiteX43" fmla="*/ 162000 w 570599"/>
              <a:gd name="connsiteY43" fmla="*/ 697500 h 900000"/>
              <a:gd name="connsiteX44" fmla="*/ 102825 w 570599"/>
              <a:gd name="connsiteY44" fmla="*/ 641925 h 900000"/>
              <a:gd name="connsiteX45" fmla="*/ 162000 w 570599"/>
              <a:gd name="connsiteY45" fmla="*/ 585000 h 900000"/>
              <a:gd name="connsiteX46" fmla="*/ 211050 w 570599"/>
              <a:gd name="connsiteY46" fmla="*/ 585000 h 900000"/>
              <a:gd name="connsiteX47" fmla="*/ 211050 w 570599"/>
              <a:gd name="connsiteY47" fmla="*/ 697500 h 900000"/>
              <a:gd name="connsiteX48" fmla="*/ 319725 w 570599"/>
              <a:gd name="connsiteY48" fmla="*/ 405225 h 900000"/>
              <a:gd name="connsiteX49" fmla="*/ 396450 w 570599"/>
              <a:gd name="connsiteY49" fmla="*/ 483975 h 900000"/>
              <a:gd name="connsiteX50" fmla="*/ 319725 w 570599"/>
              <a:gd name="connsiteY50" fmla="*/ 562500 h 900000"/>
              <a:gd name="connsiteX51" fmla="*/ 233550 w 570599"/>
              <a:gd name="connsiteY51" fmla="*/ 562500 h 900000"/>
              <a:gd name="connsiteX52" fmla="*/ 233550 w 570599"/>
              <a:gd name="connsiteY52" fmla="*/ 405225 h 900000"/>
              <a:gd name="connsiteX53" fmla="*/ 319725 w 570599"/>
              <a:gd name="connsiteY53" fmla="*/ 405225 h 900000"/>
              <a:gd name="connsiteX54" fmla="*/ 222300 w 570599"/>
              <a:gd name="connsiteY54" fmla="*/ 67500 h 900000"/>
              <a:gd name="connsiteX55" fmla="*/ 199800 w 570599"/>
              <a:gd name="connsiteY55" fmla="*/ 45000 h 900000"/>
              <a:gd name="connsiteX56" fmla="*/ 222300 w 570599"/>
              <a:gd name="connsiteY56" fmla="*/ 22500 h 900000"/>
              <a:gd name="connsiteX57" fmla="*/ 244800 w 570599"/>
              <a:gd name="connsiteY57" fmla="*/ 45000 h 900000"/>
              <a:gd name="connsiteX58" fmla="*/ 222300 w 570599"/>
              <a:gd name="connsiteY58" fmla="*/ 67500 h 900000"/>
              <a:gd name="connsiteX59" fmla="*/ 481050 w 570599"/>
              <a:gd name="connsiteY59" fmla="*/ 190800 h 900000"/>
              <a:gd name="connsiteX60" fmla="*/ 458550 w 570599"/>
              <a:gd name="connsiteY60" fmla="*/ 168300 h 900000"/>
              <a:gd name="connsiteX61" fmla="*/ 481050 w 570599"/>
              <a:gd name="connsiteY61" fmla="*/ 145800 h 900000"/>
              <a:gd name="connsiteX62" fmla="*/ 503550 w 570599"/>
              <a:gd name="connsiteY62" fmla="*/ 168300 h 900000"/>
              <a:gd name="connsiteX63" fmla="*/ 481050 w 570599"/>
              <a:gd name="connsiteY63" fmla="*/ 190800 h 9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570599" h="900000">
                <a:moveTo>
                  <a:pt x="524700" y="157500"/>
                </a:moveTo>
                <a:cubicBezTo>
                  <a:pt x="519750" y="137925"/>
                  <a:pt x="502200" y="123300"/>
                  <a:pt x="481050" y="123300"/>
                </a:cubicBezTo>
                <a:cubicBezTo>
                  <a:pt x="459900" y="123300"/>
                  <a:pt x="442350" y="137925"/>
                  <a:pt x="437400" y="157500"/>
                </a:cubicBezTo>
                <a:lnTo>
                  <a:pt x="233325" y="157500"/>
                </a:lnTo>
                <a:lnTo>
                  <a:pt x="233325" y="88425"/>
                </a:lnTo>
                <a:cubicBezTo>
                  <a:pt x="252675" y="83475"/>
                  <a:pt x="267075" y="65925"/>
                  <a:pt x="267075" y="45000"/>
                </a:cubicBezTo>
                <a:cubicBezTo>
                  <a:pt x="267075" y="20250"/>
                  <a:pt x="246825" y="0"/>
                  <a:pt x="222075" y="0"/>
                </a:cubicBezTo>
                <a:cubicBezTo>
                  <a:pt x="197325" y="0"/>
                  <a:pt x="177075" y="20250"/>
                  <a:pt x="177075" y="45000"/>
                </a:cubicBezTo>
                <a:cubicBezTo>
                  <a:pt x="177075" y="65925"/>
                  <a:pt x="191475" y="83475"/>
                  <a:pt x="210825" y="88425"/>
                </a:cubicBezTo>
                <a:lnTo>
                  <a:pt x="210825" y="157500"/>
                </a:lnTo>
                <a:lnTo>
                  <a:pt x="121275" y="157500"/>
                </a:lnTo>
                <a:cubicBezTo>
                  <a:pt x="54450" y="157500"/>
                  <a:pt x="0" y="213075"/>
                  <a:pt x="0" y="281250"/>
                </a:cubicBezTo>
                <a:cubicBezTo>
                  <a:pt x="0" y="349425"/>
                  <a:pt x="54450" y="405000"/>
                  <a:pt x="121275" y="405000"/>
                </a:cubicBezTo>
                <a:lnTo>
                  <a:pt x="165825" y="405000"/>
                </a:lnTo>
                <a:lnTo>
                  <a:pt x="165825" y="382500"/>
                </a:lnTo>
                <a:lnTo>
                  <a:pt x="121275" y="382500"/>
                </a:lnTo>
                <a:cubicBezTo>
                  <a:pt x="66825" y="382500"/>
                  <a:pt x="22500" y="337050"/>
                  <a:pt x="22500" y="281250"/>
                </a:cubicBezTo>
                <a:cubicBezTo>
                  <a:pt x="22500" y="225450"/>
                  <a:pt x="66825" y="180000"/>
                  <a:pt x="121275" y="180000"/>
                </a:cubicBezTo>
                <a:lnTo>
                  <a:pt x="210825" y="180000"/>
                </a:lnTo>
                <a:lnTo>
                  <a:pt x="210825" y="562500"/>
                </a:lnTo>
                <a:lnTo>
                  <a:pt x="161775" y="562500"/>
                </a:lnTo>
                <a:cubicBezTo>
                  <a:pt x="115200" y="562500"/>
                  <a:pt x="80100" y="596925"/>
                  <a:pt x="80100" y="641925"/>
                </a:cubicBezTo>
                <a:cubicBezTo>
                  <a:pt x="80100" y="686925"/>
                  <a:pt x="115200" y="720000"/>
                  <a:pt x="161775" y="720000"/>
                </a:cubicBezTo>
                <a:lnTo>
                  <a:pt x="210825" y="720000"/>
                </a:lnTo>
                <a:cubicBezTo>
                  <a:pt x="210825" y="720000"/>
                  <a:pt x="210825" y="900000"/>
                  <a:pt x="210825" y="900000"/>
                </a:cubicBezTo>
                <a:lnTo>
                  <a:pt x="233325" y="900000"/>
                </a:lnTo>
                <a:lnTo>
                  <a:pt x="233325" y="720225"/>
                </a:lnTo>
                <a:cubicBezTo>
                  <a:pt x="289125" y="723375"/>
                  <a:pt x="323325" y="779850"/>
                  <a:pt x="323325" y="832500"/>
                </a:cubicBezTo>
                <a:lnTo>
                  <a:pt x="345825" y="832500"/>
                </a:lnTo>
                <a:cubicBezTo>
                  <a:pt x="345825" y="759825"/>
                  <a:pt x="295875" y="700650"/>
                  <a:pt x="233325" y="697725"/>
                </a:cubicBezTo>
                <a:lnTo>
                  <a:pt x="233325" y="585000"/>
                </a:lnTo>
                <a:lnTo>
                  <a:pt x="319500" y="585000"/>
                </a:lnTo>
                <a:cubicBezTo>
                  <a:pt x="374175" y="585000"/>
                  <a:pt x="418725" y="539775"/>
                  <a:pt x="418725" y="483975"/>
                </a:cubicBezTo>
                <a:cubicBezTo>
                  <a:pt x="418725" y="428175"/>
                  <a:pt x="374175" y="382725"/>
                  <a:pt x="319500" y="382725"/>
                </a:cubicBezTo>
                <a:lnTo>
                  <a:pt x="233325" y="382725"/>
                </a:lnTo>
                <a:lnTo>
                  <a:pt x="233325" y="180000"/>
                </a:lnTo>
                <a:lnTo>
                  <a:pt x="437625" y="180000"/>
                </a:lnTo>
                <a:cubicBezTo>
                  <a:pt x="442800" y="199125"/>
                  <a:pt x="460125" y="213300"/>
                  <a:pt x="480825" y="213300"/>
                </a:cubicBezTo>
                <a:cubicBezTo>
                  <a:pt x="501525" y="213300"/>
                  <a:pt x="518850" y="199125"/>
                  <a:pt x="524025" y="180000"/>
                </a:cubicBezTo>
                <a:lnTo>
                  <a:pt x="570600" y="180000"/>
                </a:lnTo>
                <a:lnTo>
                  <a:pt x="570600" y="157500"/>
                </a:lnTo>
                <a:lnTo>
                  <a:pt x="524250" y="157500"/>
                </a:lnTo>
                <a:close/>
                <a:moveTo>
                  <a:pt x="211050" y="697500"/>
                </a:moveTo>
                <a:lnTo>
                  <a:pt x="162000" y="697500"/>
                </a:lnTo>
                <a:cubicBezTo>
                  <a:pt x="127800" y="697500"/>
                  <a:pt x="102825" y="674100"/>
                  <a:pt x="102825" y="641925"/>
                </a:cubicBezTo>
                <a:cubicBezTo>
                  <a:pt x="102825" y="609750"/>
                  <a:pt x="128250" y="585000"/>
                  <a:pt x="162000" y="585000"/>
                </a:cubicBezTo>
                <a:lnTo>
                  <a:pt x="211050" y="585000"/>
                </a:lnTo>
                <a:lnTo>
                  <a:pt x="211050" y="697500"/>
                </a:lnTo>
                <a:close/>
                <a:moveTo>
                  <a:pt x="319725" y="405225"/>
                </a:moveTo>
                <a:cubicBezTo>
                  <a:pt x="362025" y="405225"/>
                  <a:pt x="396450" y="440550"/>
                  <a:pt x="396450" y="483975"/>
                </a:cubicBezTo>
                <a:cubicBezTo>
                  <a:pt x="396450" y="527400"/>
                  <a:pt x="362025" y="562500"/>
                  <a:pt x="319725" y="562500"/>
                </a:cubicBezTo>
                <a:lnTo>
                  <a:pt x="233550" y="562500"/>
                </a:lnTo>
                <a:lnTo>
                  <a:pt x="233550" y="405225"/>
                </a:lnTo>
                <a:lnTo>
                  <a:pt x="319725" y="405225"/>
                </a:lnTo>
                <a:close/>
                <a:moveTo>
                  <a:pt x="222300" y="67500"/>
                </a:moveTo>
                <a:cubicBezTo>
                  <a:pt x="209925" y="67500"/>
                  <a:pt x="199800" y="57375"/>
                  <a:pt x="199800" y="45000"/>
                </a:cubicBezTo>
                <a:cubicBezTo>
                  <a:pt x="199800" y="32625"/>
                  <a:pt x="209925" y="22500"/>
                  <a:pt x="222300" y="22500"/>
                </a:cubicBezTo>
                <a:cubicBezTo>
                  <a:pt x="234675" y="22500"/>
                  <a:pt x="244800" y="32625"/>
                  <a:pt x="244800" y="45000"/>
                </a:cubicBezTo>
                <a:cubicBezTo>
                  <a:pt x="244800" y="57375"/>
                  <a:pt x="234675" y="67500"/>
                  <a:pt x="222300" y="67500"/>
                </a:cubicBezTo>
                <a:close/>
                <a:moveTo>
                  <a:pt x="481050" y="190800"/>
                </a:moveTo>
                <a:cubicBezTo>
                  <a:pt x="468675" y="190800"/>
                  <a:pt x="458550" y="180675"/>
                  <a:pt x="458550" y="168300"/>
                </a:cubicBezTo>
                <a:cubicBezTo>
                  <a:pt x="458550" y="155925"/>
                  <a:pt x="468675" y="145800"/>
                  <a:pt x="481050" y="145800"/>
                </a:cubicBezTo>
                <a:cubicBezTo>
                  <a:pt x="493425" y="145800"/>
                  <a:pt x="503550" y="155925"/>
                  <a:pt x="503550" y="168300"/>
                </a:cubicBezTo>
                <a:cubicBezTo>
                  <a:pt x="503550" y="180675"/>
                  <a:pt x="493425" y="190800"/>
                  <a:pt x="481050" y="190800"/>
                </a:cubicBezTo>
                <a:close/>
              </a:path>
            </a:pathLst>
          </a:custGeom>
          <a:solidFill>
            <a:srgbClr val="002552"/>
          </a:solidFill>
          <a:ln w="22423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73" name="Gruppieren 72">
            <a:extLst>
              <a:ext uri="{FF2B5EF4-FFF2-40B4-BE49-F238E27FC236}">
                <a16:creationId xmlns:a16="http://schemas.microsoft.com/office/drawing/2014/main" id="{342EE8C5-1EC1-8D5E-A666-DF70F3001CE1}"/>
              </a:ext>
            </a:extLst>
          </p:cNvPr>
          <p:cNvGrpSpPr/>
          <p:nvPr/>
        </p:nvGrpSpPr>
        <p:grpSpPr>
          <a:xfrm>
            <a:off x="4929342" y="1684756"/>
            <a:ext cx="460778" cy="585553"/>
            <a:chOff x="5938270" y="1684756"/>
            <a:chExt cx="708750" cy="900674"/>
          </a:xfrm>
          <a:solidFill>
            <a:srgbClr val="0D9AA9"/>
          </a:solidFill>
        </p:grpSpPr>
        <p:sp>
          <p:nvSpPr>
            <p:cNvPr id="16" name="Freihandform 15">
              <a:extLst>
                <a:ext uri="{FF2B5EF4-FFF2-40B4-BE49-F238E27FC236}">
                  <a16:creationId xmlns:a16="http://schemas.microsoft.com/office/drawing/2014/main" id="{25C33D71-21E5-4412-110C-D3F44AE56F8C}"/>
                </a:ext>
              </a:extLst>
            </p:cNvPr>
            <p:cNvSpPr/>
            <p:nvPr/>
          </p:nvSpPr>
          <p:spPr>
            <a:xfrm>
              <a:off x="5938270" y="1684756"/>
              <a:ext cx="472500" cy="405000"/>
            </a:xfrm>
            <a:custGeom>
              <a:avLst/>
              <a:gdLst>
                <a:gd name="connsiteX0" fmla="*/ 472500 w 472500"/>
                <a:gd name="connsiteY0" fmla="*/ 169200 h 405000"/>
                <a:gd name="connsiteX1" fmla="*/ 472500 w 472500"/>
                <a:gd name="connsiteY1" fmla="*/ 0 h 405000"/>
                <a:gd name="connsiteX2" fmla="*/ 382725 w 472500"/>
                <a:gd name="connsiteY2" fmla="*/ 0 h 405000"/>
                <a:gd name="connsiteX3" fmla="*/ 382725 w 472500"/>
                <a:gd name="connsiteY3" fmla="*/ 22500 h 405000"/>
                <a:gd name="connsiteX4" fmla="*/ 450000 w 472500"/>
                <a:gd name="connsiteY4" fmla="*/ 22500 h 405000"/>
                <a:gd name="connsiteX5" fmla="*/ 450000 w 472500"/>
                <a:gd name="connsiteY5" fmla="*/ 169200 h 405000"/>
                <a:gd name="connsiteX6" fmla="*/ 236250 w 472500"/>
                <a:gd name="connsiteY6" fmla="*/ 382500 h 405000"/>
                <a:gd name="connsiteX7" fmla="*/ 22500 w 472500"/>
                <a:gd name="connsiteY7" fmla="*/ 169200 h 405000"/>
                <a:gd name="connsiteX8" fmla="*/ 22500 w 472500"/>
                <a:gd name="connsiteY8" fmla="*/ 22500 h 405000"/>
                <a:gd name="connsiteX9" fmla="*/ 90000 w 472500"/>
                <a:gd name="connsiteY9" fmla="*/ 22500 h 405000"/>
                <a:gd name="connsiteX10" fmla="*/ 90000 w 472500"/>
                <a:gd name="connsiteY10" fmla="*/ 0 h 405000"/>
                <a:gd name="connsiteX11" fmla="*/ 0 w 472500"/>
                <a:gd name="connsiteY11" fmla="*/ 0 h 405000"/>
                <a:gd name="connsiteX12" fmla="*/ 0 w 472500"/>
                <a:gd name="connsiteY12" fmla="*/ 169200 h 405000"/>
                <a:gd name="connsiteX13" fmla="*/ 236250 w 472500"/>
                <a:gd name="connsiteY13" fmla="*/ 405000 h 405000"/>
                <a:gd name="connsiteX14" fmla="*/ 472500 w 472500"/>
                <a:gd name="connsiteY14" fmla="*/ 169200 h 4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72500" h="405000">
                  <a:moveTo>
                    <a:pt x="472500" y="169200"/>
                  </a:moveTo>
                  <a:lnTo>
                    <a:pt x="472500" y="0"/>
                  </a:lnTo>
                  <a:lnTo>
                    <a:pt x="382725" y="0"/>
                  </a:lnTo>
                  <a:lnTo>
                    <a:pt x="382725" y="22500"/>
                  </a:lnTo>
                  <a:lnTo>
                    <a:pt x="450000" y="22500"/>
                  </a:lnTo>
                  <a:lnTo>
                    <a:pt x="450000" y="169200"/>
                  </a:lnTo>
                  <a:cubicBezTo>
                    <a:pt x="450000" y="286875"/>
                    <a:pt x="354150" y="382500"/>
                    <a:pt x="236250" y="382500"/>
                  </a:cubicBezTo>
                  <a:cubicBezTo>
                    <a:pt x="118350" y="382500"/>
                    <a:pt x="22500" y="286875"/>
                    <a:pt x="22500" y="169200"/>
                  </a:cubicBezTo>
                  <a:lnTo>
                    <a:pt x="22500" y="22500"/>
                  </a:lnTo>
                  <a:lnTo>
                    <a:pt x="90000" y="22500"/>
                  </a:lnTo>
                  <a:lnTo>
                    <a:pt x="90000" y="0"/>
                  </a:lnTo>
                  <a:lnTo>
                    <a:pt x="0" y="0"/>
                  </a:lnTo>
                  <a:lnTo>
                    <a:pt x="0" y="169200"/>
                  </a:lnTo>
                  <a:cubicBezTo>
                    <a:pt x="0" y="299250"/>
                    <a:pt x="105975" y="405000"/>
                    <a:pt x="236250" y="405000"/>
                  </a:cubicBezTo>
                  <a:cubicBezTo>
                    <a:pt x="366525" y="405000"/>
                    <a:pt x="472500" y="299250"/>
                    <a:pt x="472500" y="169200"/>
                  </a:cubicBezTo>
                  <a:close/>
                </a:path>
              </a:pathLst>
            </a:custGeom>
            <a:grpFill/>
            <a:ln w="224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" name="Freihandform 16">
              <a:extLst>
                <a:ext uri="{FF2B5EF4-FFF2-40B4-BE49-F238E27FC236}">
                  <a16:creationId xmlns:a16="http://schemas.microsoft.com/office/drawing/2014/main" id="{3DD5F4AB-C021-2A6F-9CD4-9F428FE71AD4}"/>
                </a:ext>
              </a:extLst>
            </p:cNvPr>
            <p:cNvSpPr/>
            <p:nvPr/>
          </p:nvSpPr>
          <p:spPr>
            <a:xfrm>
              <a:off x="6163270" y="2045431"/>
              <a:ext cx="483750" cy="539999"/>
            </a:xfrm>
            <a:custGeom>
              <a:avLst/>
              <a:gdLst>
                <a:gd name="connsiteX0" fmla="*/ 371250 w 483750"/>
                <a:gd name="connsiteY0" fmla="*/ 0 h 539999"/>
                <a:gd name="connsiteX1" fmla="*/ 258750 w 483750"/>
                <a:gd name="connsiteY1" fmla="*/ 112500 h 539999"/>
                <a:gd name="connsiteX2" fmla="*/ 360000 w 483750"/>
                <a:gd name="connsiteY2" fmla="*/ 223875 h 539999"/>
                <a:gd name="connsiteX3" fmla="*/ 360000 w 483750"/>
                <a:gd name="connsiteY3" fmla="*/ 345150 h 539999"/>
                <a:gd name="connsiteX4" fmla="*/ 191250 w 483750"/>
                <a:gd name="connsiteY4" fmla="*/ 517500 h 539999"/>
                <a:gd name="connsiteX5" fmla="*/ 22500 w 483750"/>
                <a:gd name="connsiteY5" fmla="*/ 345150 h 539999"/>
                <a:gd name="connsiteX6" fmla="*/ 22500 w 483750"/>
                <a:gd name="connsiteY6" fmla="*/ 90000 h 539999"/>
                <a:gd name="connsiteX7" fmla="*/ 0 w 483750"/>
                <a:gd name="connsiteY7" fmla="*/ 90000 h 539999"/>
                <a:gd name="connsiteX8" fmla="*/ 0 w 483750"/>
                <a:gd name="connsiteY8" fmla="*/ 345150 h 539999"/>
                <a:gd name="connsiteX9" fmla="*/ 191250 w 483750"/>
                <a:gd name="connsiteY9" fmla="*/ 540000 h 539999"/>
                <a:gd name="connsiteX10" fmla="*/ 382500 w 483750"/>
                <a:gd name="connsiteY10" fmla="*/ 345150 h 539999"/>
                <a:gd name="connsiteX11" fmla="*/ 382500 w 483750"/>
                <a:gd name="connsiteY11" fmla="*/ 223875 h 539999"/>
                <a:gd name="connsiteX12" fmla="*/ 483750 w 483750"/>
                <a:gd name="connsiteY12" fmla="*/ 112500 h 539999"/>
                <a:gd name="connsiteX13" fmla="*/ 371250 w 483750"/>
                <a:gd name="connsiteY13" fmla="*/ 0 h 539999"/>
                <a:gd name="connsiteX14" fmla="*/ 371250 w 483750"/>
                <a:gd name="connsiteY14" fmla="*/ 202500 h 539999"/>
                <a:gd name="connsiteX15" fmla="*/ 281250 w 483750"/>
                <a:gd name="connsiteY15" fmla="*/ 112500 h 539999"/>
                <a:gd name="connsiteX16" fmla="*/ 371250 w 483750"/>
                <a:gd name="connsiteY16" fmla="*/ 22500 h 539999"/>
                <a:gd name="connsiteX17" fmla="*/ 461250 w 483750"/>
                <a:gd name="connsiteY17" fmla="*/ 112500 h 539999"/>
                <a:gd name="connsiteX18" fmla="*/ 371250 w 483750"/>
                <a:gd name="connsiteY18" fmla="*/ 202500 h 53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83750" h="539999">
                  <a:moveTo>
                    <a:pt x="371250" y="0"/>
                  </a:moveTo>
                  <a:cubicBezTo>
                    <a:pt x="309150" y="0"/>
                    <a:pt x="258750" y="50400"/>
                    <a:pt x="258750" y="112500"/>
                  </a:cubicBezTo>
                  <a:cubicBezTo>
                    <a:pt x="258750" y="170775"/>
                    <a:pt x="303300" y="218250"/>
                    <a:pt x="360000" y="223875"/>
                  </a:cubicBezTo>
                  <a:lnTo>
                    <a:pt x="360000" y="345150"/>
                  </a:lnTo>
                  <a:cubicBezTo>
                    <a:pt x="360000" y="440100"/>
                    <a:pt x="284400" y="517500"/>
                    <a:pt x="191250" y="517500"/>
                  </a:cubicBezTo>
                  <a:cubicBezTo>
                    <a:pt x="98100" y="517500"/>
                    <a:pt x="22500" y="440100"/>
                    <a:pt x="22500" y="345150"/>
                  </a:cubicBezTo>
                  <a:lnTo>
                    <a:pt x="22500" y="90000"/>
                  </a:lnTo>
                  <a:lnTo>
                    <a:pt x="0" y="90000"/>
                  </a:lnTo>
                  <a:lnTo>
                    <a:pt x="0" y="345150"/>
                  </a:lnTo>
                  <a:cubicBezTo>
                    <a:pt x="0" y="452475"/>
                    <a:pt x="85725" y="540000"/>
                    <a:pt x="191250" y="540000"/>
                  </a:cubicBezTo>
                  <a:cubicBezTo>
                    <a:pt x="296775" y="540000"/>
                    <a:pt x="382500" y="452700"/>
                    <a:pt x="382500" y="345150"/>
                  </a:cubicBezTo>
                  <a:lnTo>
                    <a:pt x="382500" y="223875"/>
                  </a:lnTo>
                  <a:cubicBezTo>
                    <a:pt x="439200" y="218250"/>
                    <a:pt x="483750" y="170775"/>
                    <a:pt x="483750" y="112500"/>
                  </a:cubicBezTo>
                  <a:cubicBezTo>
                    <a:pt x="483750" y="50400"/>
                    <a:pt x="433350" y="0"/>
                    <a:pt x="371250" y="0"/>
                  </a:cubicBezTo>
                  <a:close/>
                  <a:moveTo>
                    <a:pt x="371250" y="202500"/>
                  </a:moveTo>
                  <a:cubicBezTo>
                    <a:pt x="321525" y="202500"/>
                    <a:pt x="281250" y="162225"/>
                    <a:pt x="281250" y="112500"/>
                  </a:cubicBezTo>
                  <a:cubicBezTo>
                    <a:pt x="281250" y="62775"/>
                    <a:pt x="321525" y="22500"/>
                    <a:pt x="371250" y="22500"/>
                  </a:cubicBezTo>
                  <a:cubicBezTo>
                    <a:pt x="420975" y="22500"/>
                    <a:pt x="461250" y="62775"/>
                    <a:pt x="461250" y="112500"/>
                  </a:cubicBezTo>
                  <a:cubicBezTo>
                    <a:pt x="461250" y="162225"/>
                    <a:pt x="420975" y="202500"/>
                    <a:pt x="371250" y="202500"/>
                  </a:cubicBezTo>
                  <a:close/>
                </a:path>
              </a:pathLst>
            </a:custGeom>
            <a:grpFill/>
            <a:ln w="224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" name="Freihandform 17">
              <a:extLst>
                <a:ext uri="{FF2B5EF4-FFF2-40B4-BE49-F238E27FC236}">
                  <a16:creationId xmlns:a16="http://schemas.microsoft.com/office/drawing/2014/main" id="{2AB1A2C9-7F5B-DC08-ED60-470A0D2D45EE}"/>
                </a:ext>
              </a:extLst>
            </p:cNvPr>
            <p:cNvSpPr/>
            <p:nvPr/>
          </p:nvSpPr>
          <p:spPr>
            <a:xfrm>
              <a:off x="6489520" y="2112931"/>
              <a:ext cx="90000" cy="90000"/>
            </a:xfrm>
            <a:custGeom>
              <a:avLst/>
              <a:gdLst>
                <a:gd name="connsiteX0" fmla="*/ 45000 w 90000"/>
                <a:gd name="connsiteY0" fmla="*/ 0 h 90000"/>
                <a:gd name="connsiteX1" fmla="*/ 0 w 90000"/>
                <a:gd name="connsiteY1" fmla="*/ 45000 h 90000"/>
                <a:gd name="connsiteX2" fmla="*/ 45000 w 90000"/>
                <a:gd name="connsiteY2" fmla="*/ 90000 h 90000"/>
                <a:gd name="connsiteX3" fmla="*/ 90000 w 90000"/>
                <a:gd name="connsiteY3" fmla="*/ 45000 h 90000"/>
                <a:gd name="connsiteX4" fmla="*/ 45000 w 90000"/>
                <a:gd name="connsiteY4" fmla="*/ 0 h 90000"/>
                <a:gd name="connsiteX5" fmla="*/ 45000 w 90000"/>
                <a:gd name="connsiteY5" fmla="*/ 67500 h 90000"/>
                <a:gd name="connsiteX6" fmla="*/ 22500 w 90000"/>
                <a:gd name="connsiteY6" fmla="*/ 45000 h 90000"/>
                <a:gd name="connsiteX7" fmla="*/ 45000 w 90000"/>
                <a:gd name="connsiteY7" fmla="*/ 22500 h 90000"/>
                <a:gd name="connsiteX8" fmla="*/ 67500 w 90000"/>
                <a:gd name="connsiteY8" fmla="*/ 45000 h 90000"/>
                <a:gd name="connsiteX9" fmla="*/ 45000 w 90000"/>
                <a:gd name="connsiteY9" fmla="*/ 67500 h 9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000" h="90000">
                  <a:moveTo>
                    <a:pt x="45000" y="0"/>
                  </a:moveTo>
                  <a:cubicBezTo>
                    <a:pt x="20250" y="0"/>
                    <a:pt x="0" y="20250"/>
                    <a:pt x="0" y="45000"/>
                  </a:cubicBezTo>
                  <a:cubicBezTo>
                    <a:pt x="0" y="69750"/>
                    <a:pt x="20250" y="90000"/>
                    <a:pt x="45000" y="90000"/>
                  </a:cubicBezTo>
                  <a:cubicBezTo>
                    <a:pt x="69750" y="90000"/>
                    <a:pt x="90000" y="69750"/>
                    <a:pt x="90000" y="45000"/>
                  </a:cubicBezTo>
                  <a:cubicBezTo>
                    <a:pt x="90000" y="20250"/>
                    <a:pt x="69750" y="0"/>
                    <a:pt x="45000" y="0"/>
                  </a:cubicBezTo>
                  <a:close/>
                  <a:moveTo>
                    <a:pt x="45000" y="67500"/>
                  </a:moveTo>
                  <a:cubicBezTo>
                    <a:pt x="32625" y="67500"/>
                    <a:pt x="22500" y="57375"/>
                    <a:pt x="22500" y="45000"/>
                  </a:cubicBezTo>
                  <a:cubicBezTo>
                    <a:pt x="22500" y="32625"/>
                    <a:pt x="32625" y="22500"/>
                    <a:pt x="45000" y="22500"/>
                  </a:cubicBezTo>
                  <a:cubicBezTo>
                    <a:pt x="57375" y="22500"/>
                    <a:pt x="67500" y="32625"/>
                    <a:pt x="67500" y="45000"/>
                  </a:cubicBezTo>
                  <a:cubicBezTo>
                    <a:pt x="67500" y="57375"/>
                    <a:pt x="57375" y="67500"/>
                    <a:pt x="45000" y="67500"/>
                  </a:cubicBezTo>
                  <a:close/>
                </a:path>
              </a:pathLst>
            </a:custGeom>
            <a:grpFill/>
            <a:ln w="224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41DC6300-35B4-9CB3-377F-7D77F23A9C5C}"/>
              </a:ext>
            </a:extLst>
          </p:cNvPr>
          <p:cNvGrpSpPr/>
          <p:nvPr/>
        </p:nvGrpSpPr>
        <p:grpSpPr>
          <a:xfrm>
            <a:off x="4909898" y="4044226"/>
            <a:ext cx="556443" cy="585260"/>
            <a:chOff x="8678150" y="1684756"/>
            <a:chExt cx="855899" cy="900224"/>
          </a:xfrm>
          <a:solidFill>
            <a:srgbClr val="5E676C"/>
          </a:solidFill>
        </p:grpSpPr>
        <p:sp>
          <p:nvSpPr>
            <p:cNvPr id="26" name="Freihandform 25">
              <a:extLst>
                <a:ext uri="{FF2B5EF4-FFF2-40B4-BE49-F238E27FC236}">
                  <a16:creationId xmlns:a16="http://schemas.microsoft.com/office/drawing/2014/main" id="{87930245-6456-87EC-CD51-07E04593ABDE}"/>
                </a:ext>
              </a:extLst>
            </p:cNvPr>
            <p:cNvSpPr/>
            <p:nvPr/>
          </p:nvSpPr>
          <p:spPr>
            <a:xfrm>
              <a:off x="9285650" y="1684756"/>
              <a:ext cx="180000" cy="180000"/>
            </a:xfrm>
            <a:custGeom>
              <a:avLst/>
              <a:gdLst>
                <a:gd name="connsiteX0" fmla="*/ 90000 w 180000"/>
                <a:gd name="connsiteY0" fmla="*/ 180000 h 180000"/>
                <a:gd name="connsiteX1" fmla="*/ 180000 w 180000"/>
                <a:gd name="connsiteY1" fmla="*/ 90000 h 180000"/>
                <a:gd name="connsiteX2" fmla="*/ 90000 w 180000"/>
                <a:gd name="connsiteY2" fmla="*/ 0 h 180000"/>
                <a:gd name="connsiteX3" fmla="*/ 0 w 180000"/>
                <a:gd name="connsiteY3" fmla="*/ 90000 h 180000"/>
                <a:gd name="connsiteX4" fmla="*/ 90000 w 180000"/>
                <a:gd name="connsiteY4" fmla="*/ 180000 h 180000"/>
                <a:gd name="connsiteX5" fmla="*/ 90000 w 180000"/>
                <a:gd name="connsiteY5" fmla="*/ 22500 h 180000"/>
                <a:gd name="connsiteX6" fmla="*/ 157500 w 180000"/>
                <a:gd name="connsiteY6" fmla="*/ 90000 h 180000"/>
                <a:gd name="connsiteX7" fmla="*/ 90000 w 180000"/>
                <a:gd name="connsiteY7" fmla="*/ 157500 h 180000"/>
                <a:gd name="connsiteX8" fmla="*/ 22500 w 180000"/>
                <a:gd name="connsiteY8" fmla="*/ 90000 h 180000"/>
                <a:gd name="connsiteX9" fmla="*/ 90000 w 180000"/>
                <a:gd name="connsiteY9" fmla="*/ 22500 h 18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0000" h="180000">
                  <a:moveTo>
                    <a:pt x="90000" y="180000"/>
                  </a:moveTo>
                  <a:cubicBezTo>
                    <a:pt x="139725" y="180000"/>
                    <a:pt x="180000" y="139725"/>
                    <a:pt x="180000" y="90000"/>
                  </a:cubicBezTo>
                  <a:cubicBezTo>
                    <a:pt x="180000" y="40275"/>
                    <a:pt x="139725" y="0"/>
                    <a:pt x="90000" y="0"/>
                  </a:cubicBezTo>
                  <a:cubicBezTo>
                    <a:pt x="40275" y="0"/>
                    <a:pt x="0" y="40275"/>
                    <a:pt x="0" y="90000"/>
                  </a:cubicBezTo>
                  <a:cubicBezTo>
                    <a:pt x="0" y="139725"/>
                    <a:pt x="40275" y="180000"/>
                    <a:pt x="90000" y="180000"/>
                  </a:cubicBezTo>
                  <a:close/>
                  <a:moveTo>
                    <a:pt x="90000" y="22500"/>
                  </a:moveTo>
                  <a:cubicBezTo>
                    <a:pt x="127125" y="22500"/>
                    <a:pt x="157500" y="52875"/>
                    <a:pt x="157500" y="90000"/>
                  </a:cubicBezTo>
                  <a:cubicBezTo>
                    <a:pt x="157500" y="127125"/>
                    <a:pt x="127125" y="157500"/>
                    <a:pt x="90000" y="157500"/>
                  </a:cubicBezTo>
                  <a:cubicBezTo>
                    <a:pt x="52875" y="157500"/>
                    <a:pt x="22500" y="127125"/>
                    <a:pt x="22500" y="90000"/>
                  </a:cubicBezTo>
                  <a:cubicBezTo>
                    <a:pt x="22500" y="52875"/>
                    <a:pt x="52875" y="22500"/>
                    <a:pt x="90000" y="22500"/>
                  </a:cubicBezTo>
                  <a:close/>
                </a:path>
              </a:pathLst>
            </a:custGeom>
            <a:grpFill/>
            <a:ln w="224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" name="Freihandform 26">
              <a:extLst>
                <a:ext uri="{FF2B5EF4-FFF2-40B4-BE49-F238E27FC236}">
                  <a16:creationId xmlns:a16="http://schemas.microsoft.com/office/drawing/2014/main" id="{19CEDA5A-CFE3-772B-6F25-54B387E85965}"/>
                </a:ext>
              </a:extLst>
            </p:cNvPr>
            <p:cNvSpPr/>
            <p:nvPr/>
          </p:nvSpPr>
          <p:spPr>
            <a:xfrm>
              <a:off x="8768150" y="1684756"/>
              <a:ext cx="180000" cy="180000"/>
            </a:xfrm>
            <a:custGeom>
              <a:avLst/>
              <a:gdLst>
                <a:gd name="connsiteX0" fmla="*/ 90000 w 180000"/>
                <a:gd name="connsiteY0" fmla="*/ 180000 h 180000"/>
                <a:gd name="connsiteX1" fmla="*/ 180000 w 180000"/>
                <a:gd name="connsiteY1" fmla="*/ 90000 h 180000"/>
                <a:gd name="connsiteX2" fmla="*/ 90000 w 180000"/>
                <a:gd name="connsiteY2" fmla="*/ 0 h 180000"/>
                <a:gd name="connsiteX3" fmla="*/ 0 w 180000"/>
                <a:gd name="connsiteY3" fmla="*/ 90000 h 180000"/>
                <a:gd name="connsiteX4" fmla="*/ 90000 w 180000"/>
                <a:gd name="connsiteY4" fmla="*/ 180000 h 180000"/>
                <a:gd name="connsiteX5" fmla="*/ 90000 w 180000"/>
                <a:gd name="connsiteY5" fmla="*/ 22500 h 180000"/>
                <a:gd name="connsiteX6" fmla="*/ 157500 w 180000"/>
                <a:gd name="connsiteY6" fmla="*/ 90000 h 180000"/>
                <a:gd name="connsiteX7" fmla="*/ 90000 w 180000"/>
                <a:gd name="connsiteY7" fmla="*/ 157500 h 180000"/>
                <a:gd name="connsiteX8" fmla="*/ 22500 w 180000"/>
                <a:gd name="connsiteY8" fmla="*/ 90000 h 180000"/>
                <a:gd name="connsiteX9" fmla="*/ 90000 w 180000"/>
                <a:gd name="connsiteY9" fmla="*/ 22500 h 18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0000" h="180000">
                  <a:moveTo>
                    <a:pt x="90000" y="180000"/>
                  </a:moveTo>
                  <a:cubicBezTo>
                    <a:pt x="139725" y="180000"/>
                    <a:pt x="180000" y="139725"/>
                    <a:pt x="180000" y="90000"/>
                  </a:cubicBezTo>
                  <a:cubicBezTo>
                    <a:pt x="180000" y="40275"/>
                    <a:pt x="139725" y="0"/>
                    <a:pt x="90000" y="0"/>
                  </a:cubicBezTo>
                  <a:cubicBezTo>
                    <a:pt x="40275" y="0"/>
                    <a:pt x="0" y="40275"/>
                    <a:pt x="0" y="90000"/>
                  </a:cubicBezTo>
                  <a:cubicBezTo>
                    <a:pt x="0" y="139725"/>
                    <a:pt x="40275" y="180000"/>
                    <a:pt x="90000" y="180000"/>
                  </a:cubicBezTo>
                  <a:close/>
                  <a:moveTo>
                    <a:pt x="90000" y="22500"/>
                  </a:moveTo>
                  <a:cubicBezTo>
                    <a:pt x="127125" y="22500"/>
                    <a:pt x="157500" y="52875"/>
                    <a:pt x="157500" y="90000"/>
                  </a:cubicBezTo>
                  <a:cubicBezTo>
                    <a:pt x="157500" y="127125"/>
                    <a:pt x="127125" y="157500"/>
                    <a:pt x="90000" y="157500"/>
                  </a:cubicBezTo>
                  <a:cubicBezTo>
                    <a:pt x="52875" y="157500"/>
                    <a:pt x="22500" y="127125"/>
                    <a:pt x="22500" y="90000"/>
                  </a:cubicBezTo>
                  <a:cubicBezTo>
                    <a:pt x="22500" y="52875"/>
                    <a:pt x="52875" y="22500"/>
                    <a:pt x="90000" y="22500"/>
                  </a:cubicBezTo>
                  <a:close/>
                </a:path>
              </a:pathLst>
            </a:custGeom>
            <a:grpFill/>
            <a:ln w="224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" name="Freihandform 27">
              <a:extLst>
                <a:ext uri="{FF2B5EF4-FFF2-40B4-BE49-F238E27FC236}">
                  <a16:creationId xmlns:a16="http://schemas.microsoft.com/office/drawing/2014/main" id="{734D5EE0-41A2-C462-4549-D43DB4347328}"/>
                </a:ext>
              </a:extLst>
            </p:cNvPr>
            <p:cNvSpPr/>
            <p:nvPr/>
          </p:nvSpPr>
          <p:spPr>
            <a:xfrm>
              <a:off x="8678150" y="1932256"/>
              <a:ext cx="360000" cy="652500"/>
            </a:xfrm>
            <a:custGeom>
              <a:avLst/>
              <a:gdLst>
                <a:gd name="connsiteX0" fmla="*/ 179775 w 360000"/>
                <a:gd name="connsiteY0" fmla="*/ 0 h 652500"/>
                <a:gd name="connsiteX1" fmla="*/ 59850 w 360000"/>
                <a:gd name="connsiteY1" fmla="*/ 40275 h 652500"/>
                <a:gd name="connsiteX2" fmla="*/ 0 w 360000"/>
                <a:gd name="connsiteY2" fmla="*/ 382500 h 652500"/>
                <a:gd name="connsiteX3" fmla="*/ 67500 w 360000"/>
                <a:gd name="connsiteY3" fmla="*/ 427500 h 652500"/>
                <a:gd name="connsiteX4" fmla="*/ 112500 w 360000"/>
                <a:gd name="connsiteY4" fmla="*/ 652500 h 652500"/>
                <a:gd name="connsiteX5" fmla="*/ 184050 w 360000"/>
                <a:gd name="connsiteY5" fmla="*/ 652500 h 652500"/>
                <a:gd name="connsiteX6" fmla="*/ 184050 w 360000"/>
                <a:gd name="connsiteY6" fmla="*/ 630000 h 652500"/>
                <a:gd name="connsiteX7" fmla="*/ 130950 w 360000"/>
                <a:gd name="connsiteY7" fmla="*/ 630000 h 652500"/>
                <a:gd name="connsiteX8" fmla="*/ 89550 w 360000"/>
                <a:gd name="connsiteY8" fmla="*/ 423000 h 652500"/>
                <a:gd name="connsiteX9" fmla="*/ 87750 w 360000"/>
                <a:gd name="connsiteY9" fmla="*/ 413775 h 652500"/>
                <a:gd name="connsiteX10" fmla="*/ 80100 w 360000"/>
                <a:gd name="connsiteY10" fmla="*/ 408600 h 652500"/>
                <a:gd name="connsiteX11" fmla="*/ 24750 w 360000"/>
                <a:gd name="connsiteY11" fmla="*/ 371700 h 652500"/>
                <a:gd name="connsiteX12" fmla="*/ 80775 w 360000"/>
                <a:gd name="connsiteY12" fmla="*/ 51975 h 652500"/>
                <a:gd name="connsiteX13" fmla="*/ 179775 w 360000"/>
                <a:gd name="connsiteY13" fmla="*/ 22275 h 652500"/>
                <a:gd name="connsiteX14" fmla="*/ 278775 w 360000"/>
                <a:gd name="connsiteY14" fmla="*/ 51975 h 652500"/>
                <a:gd name="connsiteX15" fmla="*/ 335250 w 360000"/>
                <a:gd name="connsiteY15" fmla="*/ 371700 h 652500"/>
                <a:gd name="connsiteX16" fmla="*/ 279900 w 360000"/>
                <a:gd name="connsiteY16" fmla="*/ 408600 h 652500"/>
                <a:gd name="connsiteX17" fmla="*/ 272250 w 360000"/>
                <a:gd name="connsiteY17" fmla="*/ 413775 h 652500"/>
                <a:gd name="connsiteX18" fmla="*/ 270450 w 360000"/>
                <a:gd name="connsiteY18" fmla="*/ 423000 h 652500"/>
                <a:gd name="connsiteX19" fmla="*/ 229050 w 360000"/>
                <a:gd name="connsiteY19" fmla="*/ 630000 h 652500"/>
                <a:gd name="connsiteX20" fmla="*/ 229050 w 360000"/>
                <a:gd name="connsiteY20" fmla="*/ 652500 h 652500"/>
                <a:gd name="connsiteX21" fmla="*/ 247500 w 360000"/>
                <a:gd name="connsiteY21" fmla="*/ 652500 h 652500"/>
                <a:gd name="connsiteX22" fmla="*/ 292500 w 360000"/>
                <a:gd name="connsiteY22" fmla="*/ 427500 h 652500"/>
                <a:gd name="connsiteX23" fmla="*/ 360000 w 360000"/>
                <a:gd name="connsiteY23" fmla="*/ 382500 h 652500"/>
                <a:gd name="connsiteX24" fmla="*/ 299700 w 360000"/>
                <a:gd name="connsiteY24" fmla="*/ 40275 h 652500"/>
                <a:gd name="connsiteX25" fmla="*/ 179775 w 360000"/>
                <a:gd name="connsiteY25" fmla="*/ 0 h 65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60000" h="652500">
                  <a:moveTo>
                    <a:pt x="179775" y="0"/>
                  </a:moveTo>
                  <a:cubicBezTo>
                    <a:pt x="99900" y="0"/>
                    <a:pt x="59850" y="40275"/>
                    <a:pt x="59850" y="40275"/>
                  </a:cubicBezTo>
                  <a:lnTo>
                    <a:pt x="0" y="382500"/>
                  </a:lnTo>
                  <a:lnTo>
                    <a:pt x="67500" y="427500"/>
                  </a:lnTo>
                  <a:lnTo>
                    <a:pt x="112500" y="652500"/>
                  </a:lnTo>
                  <a:lnTo>
                    <a:pt x="184050" y="652500"/>
                  </a:lnTo>
                  <a:lnTo>
                    <a:pt x="184050" y="630000"/>
                  </a:lnTo>
                  <a:lnTo>
                    <a:pt x="130950" y="630000"/>
                  </a:lnTo>
                  <a:lnTo>
                    <a:pt x="89550" y="423000"/>
                  </a:lnTo>
                  <a:lnTo>
                    <a:pt x="87750" y="413775"/>
                  </a:lnTo>
                  <a:lnTo>
                    <a:pt x="80100" y="408600"/>
                  </a:lnTo>
                  <a:lnTo>
                    <a:pt x="24750" y="371700"/>
                  </a:lnTo>
                  <a:lnTo>
                    <a:pt x="80775" y="51975"/>
                  </a:lnTo>
                  <a:cubicBezTo>
                    <a:pt x="92475" y="42975"/>
                    <a:pt x="125325" y="22275"/>
                    <a:pt x="179775" y="22275"/>
                  </a:cubicBezTo>
                  <a:cubicBezTo>
                    <a:pt x="234225" y="22275"/>
                    <a:pt x="267300" y="42975"/>
                    <a:pt x="278775" y="51975"/>
                  </a:cubicBezTo>
                  <a:lnTo>
                    <a:pt x="335250" y="371700"/>
                  </a:lnTo>
                  <a:lnTo>
                    <a:pt x="279900" y="408600"/>
                  </a:lnTo>
                  <a:lnTo>
                    <a:pt x="272250" y="413775"/>
                  </a:lnTo>
                  <a:lnTo>
                    <a:pt x="270450" y="423000"/>
                  </a:lnTo>
                  <a:lnTo>
                    <a:pt x="229050" y="630000"/>
                  </a:lnTo>
                  <a:lnTo>
                    <a:pt x="229050" y="652500"/>
                  </a:lnTo>
                  <a:lnTo>
                    <a:pt x="247500" y="652500"/>
                  </a:lnTo>
                  <a:lnTo>
                    <a:pt x="292500" y="427500"/>
                  </a:lnTo>
                  <a:lnTo>
                    <a:pt x="360000" y="382500"/>
                  </a:lnTo>
                  <a:lnTo>
                    <a:pt x="299700" y="40275"/>
                  </a:lnTo>
                  <a:cubicBezTo>
                    <a:pt x="299700" y="40275"/>
                    <a:pt x="259650" y="0"/>
                    <a:pt x="179775" y="0"/>
                  </a:cubicBezTo>
                  <a:close/>
                </a:path>
              </a:pathLst>
            </a:custGeom>
            <a:grpFill/>
            <a:ln w="224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9" name="Freihandform 28">
              <a:extLst>
                <a:ext uri="{FF2B5EF4-FFF2-40B4-BE49-F238E27FC236}">
                  <a16:creationId xmlns:a16="http://schemas.microsoft.com/office/drawing/2014/main" id="{FD85EB47-7F1C-D09E-ADD7-F2F3F629968A}"/>
                </a:ext>
              </a:extLst>
            </p:cNvPr>
            <p:cNvSpPr/>
            <p:nvPr/>
          </p:nvSpPr>
          <p:spPr>
            <a:xfrm>
              <a:off x="9217474" y="1932256"/>
              <a:ext cx="316575" cy="652724"/>
            </a:xfrm>
            <a:custGeom>
              <a:avLst/>
              <a:gdLst>
                <a:gd name="connsiteX0" fmla="*/ 158175 w 316575"/>
                <a:gd name="connsiteY0" fmla="*/ 0 h 652724"/>
                <a:gd name="connsiteX1" fmla="*/ 0 w 316575"/>
                <a:gd name="connsiteY1" fmla="*/ 59400 h 652724"/>
                <a:gd name="connsiteX2" fmla="*/ 675 w 316575"/>
                <a:gd name="connsiteY2" fmla="*/ 292500 h 652724"/>
                <a:gd name="connsiteX3" fmla="*/ 45675 w 316575"/>
                <a:gd name="connsiteY3" fmla="*/ 315000 h 652724"/>
                <a:gd name="connsiteX4" fmla="*/ 90675 w 316575"/>
                <a:gd name="connsiteY4" fmla="*/ 652500 h 652724"/>
                <a:gd name="connsiteX5" fmla="*/ 160875 w 316575"/>
                <a:gd name="connsiteY5" fmla="*/ 652500 h 652724"/>
                <a:gd name="connsiteX6" fmla="*/ 160875 w 316575"/>
                <a:gd name="connsiteY6" fmla="*/ 630000 h 652724"/>
                <a:gd name="connsiteX7" fmla="*/ 110250 w 316575"/>
                <a:gd name="connsiteY7" fmla="*/ 630000 h 652724"/>
                <a:gd name="connsiteX8" fmla="*/ 67950 w 316575"/>
                <a:gd name="connsiteY8" fmla="*/ 312075 h 652724"/>
                <a:gd name="connsiteX9" fmla="*/ 66375 w 316575"/>
                <a:gd name="connsiteY9" fmla="*/ 300150 h 652724"/>
                <a:gd name="connsiteX10" fmla="*/ 55800 w 316575"/>
                <a:gd name="connsiteY10" fmla="*/ 294750 h 652724"/>
                <a:gd name="connsiteX11" fmla="*/ 23175 w 316575"/>
                <a:gd name="connsiteY11" fmla="*/ 278550 h 652724"/>
                <a:gd name="connsiteX12" fmla="*/ 22500 w 316575"/>
                <a:gd name="connsiteY12" fmla="*/ 69525 h 652724"/>
                <a:gd name="connsiteX13" fmla="*/ 158175 w 316575"/>
                <a:gd name="connsiteY13" fmla="*/ 22500 h 652724"/>
                <a:gd name="connsiteX14" fmla="*/ 293850 w 316575"/>
                <a:gd name="connsiteY14" fmla="*/ 69525 h 652724"/>
                <a:gd name="connsiteX15" fmla="*/ 293850 w 316575"/>
                <a:gd name="connsiteY15" fmla="*/ 278550 h 652724"/>
                <a:gd name="connsiteX16" fmla="*/ 260775 w 316575"/>
                <a:gd name="connsiteY16" fmla="*/ 294975 h 652724"/>
                <a:gd name="connsiteX17" fmla="*/ 249975 w 316575"/>
                <a:gd name="connsiteY17" fmla="*/ 300375 h 652724"/>
                <a:gd name="connsiteX18" fmla="*/ 248400 w 316575"/>
                <a:gd name="connsiteY18" fmla="*/ 312300 h 652724"/>
                <a:gd name="connsiteX19" fmla="*/ 206100 w 316575"/>
                <a:gd name="connsiteY19" fmla="*/ 630225 h 652724"/>
                <a:gd name="connsiteX20" fmla="*/ 206100 w 316575"/>
                <a:gd name="connsiteY20" fmla="*/ 652725 h 652724"/>
                <a:gd name="connsiteX21" fmla="*/ 225900 w 316575"/>
                <a:gd name="connsiteY21" fmla="*/ 652725 h 652724"/>
                <a:gd name="connsiteX22" fmla="*/ 270900 w 316575"/>
                <a:gd name="connsiteY22" fmla="*/ 315225 h 652724"/>
                <a:gd name="connsiteX23" fmla="*/ 316575 w 316575"/>
                <a:gd name="connsiteY23" fmla="*/ 292725 h 652724"/>
                <a:gd name="connsiteX24" fmla="*/ 316575 w 316575"/>
                <a:gd name="connsiteY24" fmla="*/ 59625 h 652724"/>
                <a:gd name="connsiteX25" fmla="*/ 158400 w 316575"/>
                <a:gd name="connsiteY25" fmla="*/ 225 h 65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16575" h="652724">
                  <a:moveTo>
                    <a:pt x="158175" y="0"/>
                  </a:moveTo>
                  <a:cubicBezTo>
                    <a:pt x="59400" y="0"/>
                    <a:pt x="0" y="59400"/>
                    <a:pt x="0" y="59400"/>
                  </a:cubicBezTo>
                  <a:lnTo>
                    <a:pt x="675" y="292500"/>
                  </a:lnTo>
                  <a:lnTo>
                    <a:pt x="45675" y="315000"/>
                  </a:lnTo>
                  <a:lnTo>
                    <a:pt x="90675" y="652500"/>
                  </a:lnTo>
                  <a:lnTo>
                    <a:pt x="160875" y="652500"/>
                  </a:lnTo>
                  <a:lnTo>
                    <a:pt x="160875" y="630000"/>
                  </a:lnTo>
                  <a:lnTo>
                    <a:pt x="110250" y="630000"/>
                  </a:lnTo>
                  <a:lnTo>
                    <a:pt x="67950" y="312075"/>
                  </a:lnTo>
                  <a:lnTo>
                    <a:pt x="66375" y="300150"/>
                  </a:lnTo>
                  <a:lnTo>
                    <a:pt x="55800" y="294750"/>
                  </a:lnTo>
                  <a:lnTo>
                    <a:pt x="23175" y="278550"/>
                  </a:lnTo>
                  <a:lnTo>
                    <a:pt x="22500" y="69525"/>
                  </a:lnTo>
                  <a:cubicBezTo>
                    <a:pt x="39600" y="55800"/>
                    <a:pt x="88200" y="22500"/>
                    <a:pt x="158175" y="22500"/>
                  </a:cubicBezTo>
                  <a:cubicBezTo>
                    <a:pt x="228150" y="22500"/>
                    <a:pt x="276975" y="55800"/>
                    <a:pt x="293850" y="69525"/>
                  </a:cubicBezTo>
                  <a:lnTo>
                    <a:pt x="293850" y="278550"/>
                  </a:lnTo>
                  <a:lnTo>
                    <a:pt x="260775" y="294975"/>
                  </a:lnTo>
                  <a:lnTo>
                    <a:pt x="249975" y="300375"/>
                  </a:lnTo>
                  <a:lnTo>
                    <a:pt x="248400" y="312300"/>
                  </a:lnTo>
                  <a:lnTo>
                    <a:pt x="206100" y="630225"/>
                  </a:lnTo>
                  <a:lnTo>
                    <a:pt x="206100" y="652725"/>
                  </a:lnTo>
                  <a:lnTo>
                    <a:pt x="225900" y="652725"/>
                  </a:lnTo>
                  <a:lnTo>
                    <a:pt x="270900" y="315225"/>
                  </a:lnTo>
                  <a:lnTo>
                    <a:pt x="316575" y="292725"/>
                  </a:lnTo>
                  <a:lnTo>
                    <a:pt x="316575" y="59625"/>
                  </a:lnTo>
                  <a:cubicBezTo>
                    <a:pt x="316575" y="59625"/>
                    <a:pt x="257175" y="225"/>
                    <a:pt x="158400" y="225"/>
                  </a:cubicBezTo>
                  <a:close/>
                </a:path>
              </a:pathLst>
            </a:custGeom>
            <a:grpFill/>
            <a:ln w="224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grpSp>
        <p:nvGrpSpPr>
          <p:cNvPr id="85" name="Gruppieren 84">
            <a:extLst>
              <a:ext uri="{FF2B5EF4-FFF2-40B4-BE49-F238E27FC236}">
                <a16:creationId xmlns:a16="http://schemas.microsoft.com/office/drawing/2014/main" id="{8AE5BE26-3C2C-B479-489C-2F821F0AB611}"/>
              </a:ext>
            </a:extLst>
          </p:cNvPr>
          <p:cNvGrpSpPr/>
          <p:nvPr/>
        </p:nvGrpSpPr>
        <p:grpSpPr>
          <a:xfrm>
            <a:off x="5041841" y="2888406"/>
            <a:ext cx="321813" cy="585115"/>
            <a:chOff x="6050770" y="3032784"/>
            <a:chExt cx="495000" cy="900000"/>
          </a:xfrm>
          <a:solidFill>
            <a:srgbClr val="5E676C"/>
          </a:solidFill>
        </p:grpSpPr>
        <p:sp>
          <p:nvSpPr>
            <p:cNvPr id="81" name="Freihandform 80">
              <a:extLst>
                <a:ext uri="{FF2B5EF4-FFF2-40B4-BE49-F238E27FC236}">
                  <a16:creationId xmlns:a16="http://schemas.microsoft.com/office/drawing/2014/main" id="{5563C549-9A00-B7D2-3DDD-46C76FC6046D}"/>
                </a:ext>
              </a:extLst>
            </p:cNvPr>
            <p:cNvSpPr/>
            <p:nvPr/>
          </p:nvSpPr>
          <p:spPr>
            <a:xfrm>
              <a:off x="6275770" y="3820284"/>
              <a:ext cx="45000" cy="45000"/>
            </a:xfrm>
            <a:custGeom>
              <a:avLst/>
              <a:gdLst>
                <a:gd name="connsiteX0" fmla="*/ 22500 w 45000"/>
                <a:gd name="connsiteY0" fmla="*/ 45000 h 45000"/>
                <a:gd name="connsiteX1" fmla="*/ 45000 w 45000"/>
                <a:gd name="connsiteY1" fmla="*/ 22500 h 45000"/>
                <a:gd name="connsiteX2" fmla="*/ 22500 w 45000"/>
                <a:gd name="connsiteY2" fmla="*/ 0 h 45000"/>
                <a:gd name="connsiteX3" fmla="*/ 0 w 45000"/>
                <a:gd name="connsiteY3" fmla="*/ 22500 h 45000"/>
                <a:gd name="connsiteX4" fmla="*/ 22500 w 45000"/>
                <a:gd name="connsiteY4" fmla="*/ 450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00" h="45000">
                  <a:moveTo>
                    <a:pt x="22500" y="45000"/>
                  </a:moveTo>
                  <a:cubicBezTo>
                    <a:pt x="34875" y="45000"/>
                    <a:pt x="45000" y="34875"/>
                    <a:pt x="45000" y="22500"/>
                  </a:cubicBezTo>
                  <a:cubicBezTo>
                    <a:pt x="45000" y="10125"/>
                    <a:pt x="34875" y="0"/>
                    <a:pt x="22500" y="0"/>
                  </a:cubicBezTo>
                  <a:cubicBezTo>
                    <a:pt x="10125" y="0"/>
                    <a:pt x="0" y="10125"/>
                    <a:pt x="0" y="22500"/>
                  </a:cubicBezTo>
                  <a:cubicBezTo>
                    <a:pt x="0" y="34875"/>
                    <a:pt x="10125" y="45000"/>
                    <a:pt x="22500" y="45000"/>
                  </a:cubicBezTo>
                  <a:close/>
                </a:path>
              </a:pathLst>
            </a:custGeom>
            <a:grpFill/>
            <a:ln w="224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82" name="Freihandform 81">
              <a:extLst>
                <a:ext uri="{FF2B5EF4-FFF2-40B4-BE49-F238E27FC236}">
                  <a16:creationId xmlns:a16="http://schemas.microsoft.com/office/drawing/2014/main" id="{4454AB32-5315-3831-0E65-0D5D04A5FFD3}"/>
                </a:ext>
              </a:extLst>
            </p:cNvPr>
            <p:cNvSpPr/>
            <p:nvPr/>
          </p:nvSpPr>
          <p:spPr>
            <a:xfrm>
              <a:off x="6163270" y="3325058"/>
              <a:ext cx="270000" cy="321300"/>
            </a:xfrm>
            <a:custGeom>
              <a:avLst/>
              <a:gdLst>
                <a:gd name="connsiteX0" fmla="*/ 270000 w 270000"/>
                <a:gd name="connsiteY0" fmla="*/ 240975 h 321300"/>
                <a:gd name="connsiteX1" fmla="*/ 270000 w 270000"/>
                <a:gd name="connsiteY1" fmla="*/ 80325 h 321300"/>
                <a:gd name="connsiteX2" fmla="*/ 135000 w 270000"/>
                <a:gd name="connsiteY2" fmla="*/ 0 h 321300"/>
                <a:gd name="connsiteX3" fmla="*/ 0 w 270000"/>
                <a:gd name="connsiteY3" fmla="*/ 80325 h 321300"/>
                <a:gd name="connsiteX4" fmla="*/ 0 w 270000"/>
                <a:gd name="connsiteY4" fmla="*/ 240975 h 321300"/>
                <a:gd name="connsiteX5" fmla="*/ 135000 w 270000"/>
                <a:gd name="connsiteY5" fmla="*/ 321300 h 321300"/>
                <a:gd name="connsiteX6" fmla="*/ 270000 w 270000"/>
                <a:gd name="connsiteY6" fmla="*/ 240975 h 321300"/>
                <a:gd name="connsiteX7" fmla="*/ 247500 w 270000"/>
                <a:gd name="connsiteY7" fmla="*/ 228150 h 321300"/>
                <a:gd name="connsiteX8" fmla="*/ 146250 w 270000"/>
                <a:gd name="connsiteY8" fmla="*/ 288450 h 321300"/>
                <a:gd name="connsiteX9" fmla="*/ 146250 w 270000"/>
                <a:gd name="connsiteY9" fmla="*/ 164025 h 321300"/>
                <a:gd name="connsiteX10" fmla="*/ 247500 w 270000"/>
                <a:gd name="connsiteY10" fmla="*/ 103275 h 321300"/>
                <a:gd name="connsiteX11" fmla="*/ 247500 w 270000"/>
                <a:gd name="connsiteY11" fmla="*/ 228150 h 321300"/>
                <a:gd name="connsiteX12" fmla="*/ 135000 w 270000"/>
                <a:gd name="connsiteY12" fmla="*/ 26325 h 321300"/>
                <a:gd name="connsiteX13" fmla="*/ 234000 w 270000"/>
                <a:gd name="connsiteY13" fmla="*/ 85050 h 321300"/>
                <a:gd name="connsiteX14" fmla="*/ 135000 w 270000"/>
                <a:gd name="connsiteY14" fmla="*/ 144450 h 321300"/>
                <a:gd name="connsiteX15" fmla="*/ 36000 w 270000"/>
                <a:gd name="connsiteY15" fmla="*/ 85050 h 321300"/>
                <a:gd name="connsiteX16" fmla="*/ 135000 w 270000"/>
                <a:gd name="connsiteY16" fmla="*/ 26325 h 321300"/>
                <a:gd name="connsiteX17" fmla="*/ 123750 w 270000"/>
                <a:gd name="connsiteY17" fmla="*/ 288225 h 321300"/>
                <a:gd name="connsiteX18" fmla="*/ 22500 w 270000"/>
                <a:gd name="connsiteY18" fmla="*/ 228150 h 321300"/>
                <a:gd name="connsiteX19" fmla="*/ 22500 w 270000"/>
                <a:gd name="connsiteY19" fmla="*/ 103275 h 321300"/>
                <a:gd name="connsiteX20" fmla="*/ 123750 w 270000"/>
                <a:gd name="connsiteY20" fmla="*/ 164025 h 321300"/>
                <a:gd name="connsiteX21" fmla="*/ 123750 w 270000"/>
                <a:gd name="connsiteY21" fmla="*/ 288225 h 321300"/>
                <a:gd name="connsiteX22" fmla="*/ 135000 w 270000"/>
                <a:gd name="connsiteY22" fmla="*/ 157275 h 321300"/>
                <a:gd name="connsiteX23" fmla="*/ 135450 w 270000"/>
                <a:gd name="connsiteY23" fmla="*/ 157950 h 321300"/>
                <a:gd name="connsiteX24" fmla="*/ 134775 w 270000"/>
                <a:gd name="connsiteY24" fmla="*/ 157950 h 321300"/>
                <a:gd name="connsiteX25" fmla="*/ 135225 w 270000"/>
                <a:gd name="connsiteY25" fmla="*/ 157275 h 32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70000" h="321300">
                  <a:moveTo>
                    <a:pt x="270000" y="240975"/>
                  </a:moveTo>
                  <a:lnTo>
                    <a:pt x="270000" y="80325"/>
                  </a:lnTo>
                  <a:lnTo>
                    <a:pt x="135000" y="0"/>
                  </a:lnTo>
                  <a:lnTo>
                    <a:pt x="0" y="80325"/>
                  </a:lnTo>
                  <a:lnTo>
                    <a:pt x="0" y="240975"/>
                  </a:lnTo>
                  <a:lnTo>
                    <a:pt x="135000" y="321300"/>
                  </a:lnTo>
                  <a:lnTo>
                    <a:pt x="270000" y="240975"/>
                  </a:lnTo>
                  <a:close/>
                  <a:moveTo>
                    <a:pt x="247500" y="228150"/>
                  </a:moveTo>
                  <a:lnTo>
                    <a:pt x="146250" y="288450"/>
                  </a:lnTo>
                  <a:lnTo>
                    <a:pt x="146250" y="164025"/>
                  </a:lnTo>
                  <a:cubicBezTo>
                    <a:pt x="146250" y="164025"/>
                    <a:pt x="247500" y="103275"/>
                    <a:pt x="247500" y="103275"/>
                  </a:cubicBezTo>
                  <a:lnTo>
                    <a:pt x="247500" y="228150"/>
                  </a:lnTo>
                  <a:close/>
                  <a:moveTo>
                    <a:pt x="135000" y="26325"/>
                  </a:moveTo>
                  <a:lnTo>
                    <a:pt x="234000" y="85050"/>
                  </a:lnTo>
                  <a:lnTo>
                    <a:pt x="135000" y="144450"/>
                  </a:lnTo>
                  <a:lnTo>
                    <a:pt x="36000" y="85050"/>
                  </a:lnTo>
                  <a:lnTo>
                    <a:pt x="135000" y="26325"/>
                  </a:lnTo>
                  <a:close/>
                  <a:moveTo>
                    <a:pt x="123750" y="288225"/>
                  </a:moveTo>
                  <a:lnTo>
                    <a:pt x="22500" y="228150"/>
                  </a:lnTo>
                  <a:lnTo>
                    <a:pt x="22500" y="103275"/>
                  </a:lnTo>
                  <a:lnTo>
                    <a:pt x="123750" y="164025"/>
                  </a:lnTo>
                  <a:lnTo>
                    <a:pt x="123750" y="288225"/>
                  </a:lnTo>
                  <a:close/>
                  <a:moveTo>
                    <a:pt x="135000" y="157275"/>
                  </a:moveTo>
                  <a:lnTo>
                    <a:pt x="135450" y="157950"/>
                  </a:lnTo>
                  <a:lnTo>
                    <a:pt x="134775" y="157950"/>
                  </a:lnTo>
                  <a:lnTo>
                    <a:pt x="135225" y="157275"/>
                  </a:lnTo>
                  <a:close/>
                </a:path>
              </a:pathLst>
            </a:custGeom>
            <a:grpFill/>
            <a:ln w="224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83" name="Freihandform 82">
              <a:extLst>
                <a:ext uri="{FF2B5EF4-FFF2-40B4-BE49-F238E27FC236}">
                  <a16:creationId xmlns:a16="http://schemas.microsoft.com/office/drawing/2014/main" id="{35C130BF-FE9B-D092-80CC-12FEC725A223}"/>
                </a:ext>
              </a:extLst>
            </p:cNvPr>
            <p:cNvSpPr/>
            <p:nvPr/>
          </p:nvSpPr>
          <p:spPr>
            <a:xfrm>
              <a:off x="6050770" y="3032784"/>
              <a:ext cx="495000" cy="900000"/>
            </a:xfrm>
            <a:custGeom>
              <a:avLst/>
              <a:gdLst>
                <a:gd name="connsiteX0" fmla="*/ 449775 w 495000"/>
                <a:gd name="connsiteY0" fmla="*/ 0 h 900000"/>
                <a:gd name="connsiteX1" fmla="*/ 45225 w 495000"/>
                <a:gd name="connsiteY1" fmla="*/ 0 h 900000"/>
                <a:gd name="connsiteX2" fmla="*/ 0 w 495000"/>
                <a:gd name="connsiteY2" fmla="*/ 45225 h 900000"/>
                <a:gd name="connsiteX3" fmla="*/ 0 w 495000"/>
                <a:gd name="connsiteY3" fmla="*/ 854775 h 900000"/>
                <a:gd name="connsiteX4" fmla="*/ 45225 w 495000"/>
                <a:gd name="connsiteY4" fmla="*/ 900000 h 900000"/>
                <a:gd name="connsiteX5" fmla="*/ 449775 w 495000"/>
                <a:gd name="connsiteY5" fmla="*/ 900000 h 900000"/>
                <a:gd name="connsiteX6" fmla="*/ 495000 w 495000"/>
                <a:gd name="connsiteY6" fmla="*/ 854775 h 900000"/>
                <a:gd name="connsiteX7" fmla="*/ 495000 w 495000"/>
                <a:gd name="connsiteY7" fmla="*/ 45225 h 900000"/>
                <a:gd name="connsiteX8" fmla="*/ 449775 w 495000"/>
                <a:gd name="connsiteY8" fmla="*/ 0 h 900000"/>
                <a:gd name="connsiteX9" fmla="*/ 472500 w 495000"/>
                <a:gd name="connsiteY9" fmla="*/ 854775 h 900000"/>
                <a:gd name="connsiteX10" fmla="*/ 449775 w 495000"/>
                <a:gd name="connsiteY10" fmla="*/ 877500 h 900000"/>
                <a:gd name="connsiteX11" fmla="*/ 45225 w 495000"/>
                <a:gd name="connsiteY11" fmla="*/ 877500 h 900000"/>
                <a:gd name="connsiteX12" fmla="*/ 22500 w 495000"/>
                <a:gd name="connsiteY12" fmla="*/ 854775 h 900000"/>
                <a:gd name="connsiteX13" fmla="*/ 22500 w 495000"/>
                <a:gd name="connsiteY13" fmla="*/ 765000 h 900000"/>
                <a:gd name="connsiteX14" fmla="*/ 427500 w 495000"/>
                <a:gd name="connsiteY14" fmla="*/ 765000 h 900000"/>
                <a:gd name="connsiteX15" fmla="*/ 427500 w 495000"/>
                <a:gd name="connsiteY15" fmla="*/ 742500 h 900000"/>
                <a:gd name="connsiteX16" fmla="*/ 22500 w 495000"/>
                <a:gd name="connsiteY16" fmla="*/ 742500 h 900000"/>
                <a:gd name="connsiteX17" fmla="*/ 22500 w 495000"/>
                <a:gd name="connsiteY17" fmla="*/ 112500 h 900000"/>
                <a:gd name="connsiteX18" fmla="*/ 472500 w 495000"/>
                <a:gd name="connsiteY18" fmla="*/ 112500 h 900000"/>
                <a:gd name="connsiteX19" fmla="*/ 472500 w 495000"/>
                <a:gd name="connsiteY19" fmla="*/ 854775 h 900000"/>
                <a:gd name="connsiteX20" fmla="*/ 472500 w 495000"/>
                <a:gd name="connsiteY20" fmla="*/ 90000 h 900000"/>
                <a:gd name="connsiteX21" fmla="*/ 22500 w 495000"/>
                <a:gd name="connsiteY21" fmla="*/ 90000 h 900000"/>
                <a:gd name="connsiteX22" fmla="*/ 22500 w 495000"/>
                <a:gd name="connsiteY22" fmla="*/ 45225 h 900000"/>
                <a:gd name="connsiteX23" fmla="*/ 45225 w 495000"/>
                <a:gd name="connsiteY23" fmla="*/ 22500 h 900000"/>
                <a:gd name="connsiteX24" fmla="*/ 449775 w 495000"/>
                <a:gd name="connsiteY24" fmla="*/ 22500 h 900000"/>
                <a:gd name="connsiteX25" fmla="*/ 472500 w 495000"/>
                <a:gd name="connsiteY25" fmla="*/ 45225 h 900000"/>
                <a:gd name="connsiteX26" fmla="*/ 472500 w 495000"/>
                <a:gd name="connsiteY26" fmla="*/ 90000 h 90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95000" h="900000">
                  <a:moveTo>
                    <a:pt x="449775" y="0"/>
                  </a:moveTo>
                  <a:lnTo>
                    <a:pt x="45225" y="0"/>
                  </a:lnTo>
                  <a:cubicBezTo>
                    <a:pt x="20250" y="0"/>
                    <a:pt x="0" y="20250"/>
                    <a:pt x="0" y="45225"/>
                  </a:cubicBezTo>
                  <a:lnTo>
                    <a:pt x="0" y="854775"/>
                  </a:lnTo>
                  <a:cubicBezTo>
                    <a:pt x="0" y="879750"/>
                    <a:pt x="20250" y="900000"/>
                    <a:pt x="45225" y="900000"/>
                  </a:cubicBezTo>
                  <a:lnTo>
                    <a:pt x="449775" y="900000"/>
                  </a:lnTo>
                  <a:cubicBezTo>
                    <a:pt x="474750" y="900000"/>
                    <a:pt x="495000" y="879750"/>
                    <a:pt x="495000" y="854775"/>
                  </a:cubicBezTo>
                  <a:lnTo>
                    <a:pt x="495000" y="45225"/>
                  </a:lnTo>
                  <a:cubicBezTo>
                    <a:pt x="495000" y="20250"/>
                    <a:pt x="474750" y="0"/>
                    <a:pt x="449775" y="0"/>
                  </a:cubicBezTo>
                  <a:close/>
                  <a:moveTo>
                    <a:pt x="472500" y="854775"/>
                  </a:moveTo>
                  <a:cubicBezTo>
                    <a:pt x="472500" y="867375"/>
                    <a:pt x="462375" y="877500"/>
                    <a:pt x="449775" y="877500"/>
                  </a:cubicBezTo>
                  <a:lnTo>
                    <a:pt x="45225" y="877500"/>
                  </a:lnTo>
                  <a:cubicBezTo>
                    <a:pt x="32625" y="877500"/>
                    <a:pt x="22500" y="867375"/>
                    <a:pt x="22500" y="854775"/>
                  </a:cubicBezTo>
                  <a:lnTo>
                    <a:pt x="22500" y="765000"/>
                  </a:lnTo>
                  <a:lnTo>
                    <a:pt x="427500" y="765000"/>
                  </a:lnTo>
                  <a:lnTo>
                    <a:pt x="427500" y="742500"/>
                  </a:lnTo>
                  <a:lnTo>
                    <a:pt x="22500" y="742500"/>
                  </a:lnTo>
                  <a:lnTo>
                    <a:pt x="22500" y="112500"/>
                  </a:lnTo>
                  <a:lnTo>
                    <a:pt x="472500" y="112500"/>
                  </a:lnTo>
                  <a:lnTo>
                    <a:pt x="472500" y="854775"/>
                  </a:lnTo>
                  <a:close/>
                  <a:moveTo>
                    <a:pt x="472500" y="90000"/>
                  </a:moveTo>
                  <a:lnTo>
                    <a:pt x="22500" y="90000"/>
                  </a:lnTo>
                  <a:lnTo>
                    <a:pt x="22500" y="45225"/>
                  </a:lnTo>
                  <a:cubicBezTo>
                    <a:pt x="22500" y="32625"/>
                    <a:pt x="32625" y="22500"/>
                    <a:pt x="45225" y="22500"/>
                  </a:cubicBezTo>
                  <a:lnTo>
                    <a:pt x="449775" y="22500"/>
                  </a:lnTo>
                  <a:cubicBezTo>
                    <a:pt x="462375" y="22500"/>
                    <a:pt x="472500" y="32625"/>
                    <a:pt x="472500" y="45225"/>
                  </a:cubicBezTo>
                  <a:lnTo>
                    <a:pt x="472500" y="90000"/>
                  </a:lnTo>
                  <a:close/>
                </a:path>
              </a:pathLst>
            </a:custGeom>
            <a:grpFill/>
            <a:ln w="224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grpSp>
        <p:nvGrpSpPr>
          <p:cNvPr id="95" name="Gruppieren 94">
            <a:extLst>
              <a:ext uri="{FF2B5EF4-FFF2-40B4-BE49-F238E27FC236}">
                <a16:creationId xmlns:a16="http://schemas.microsoft.com/office/drawing/2014/main" id="{D582D93A-2FEE-4660-14FF-71B88E270CBC}"/>
              </a:ext>
            </a:extLst>
          </p:cNvPr>
          <p:cNvGrpSpPr/>
          <p:nvPr/>
        </p:nvGrpSpPr>
        <p:grpSpPr>
          <a:xfrm>
            <a:off x="3779553" y="4065712"/>
            <a:ext cx="585115" cy="585115"/>
            <a:chOff x="8655650" y="3032784"/>
            <a:chExt cx="900000" cy="900000"/>
          </a:xfrm>
          <a:solidFill>
            <a:srgbClr val="5E676C"/>
          </a:solidFill>
        </p:grpSpPr>
        <p:sp>
          <p:nvSpPr>
            <p:cNvPr id="93" name="Freihandform 92">
              <a:extLst>
                <a:ext uri="{FF2B5EF4-FFF2-40B4-BE49-F238E27FC236}">
                  <a16:creationId xmlns:a16="http://schemas.microsoft.com/office/drawing/2014/main" id="{D001EB10-CD40-35AC-AB5B-2BD48705E2DD}"/>
                </a:ext>
              </a:extLst>
            </p:cNvPr>
            <p:cNvSpPr/>
            <p:nvPr/>
          </p:nvSpPr>
          <p:spPr>
            <a:xfrm>
              <a:off x="8925650" y="3325734"/>
              <a:ext cx="282150" cy="315000"/>
            </a:xfrm>
            <a:custGeom>
              <a:avLst/>
              <a:gdLst>
                <a:gd name="connsiteX0" fmla="*/ 188775 w 282150"/>
                <a:gd name="connsiteY0" fmla="*/ 314550 h 315000"/>
                <a:gd name="connsiteX1" fmla="*/ 282150 w 282150"/>
                <a:gd name="connsiteY1" fmla="*/ 283725 h 315000"/>
                <a:gd name="connsiteX2" fmla="*/ 282150 w 282150"/>
                <a:gd name="connsiteY2" fmla="*/ 254475 h 315000"/>
                <a:gd name="connsiteX3" fmla="*/ 188775 w 282150"/>
                <a:gd name="connsiteY3" fmla="*/ 292275 h 315000"/>
                <a:gd name="connsiteX4" fmla="*/ 61650 w 282150"/>
                <a:gd name="connsiteY4" fmla="*/ 202275 h 315000"/>
                <a:gd name="connsiteX5" fmla="*/ 180000 w 282150"/>
                <a:gd name="connsiteY5" fmla="*/ 202275 h 315000"/>
                <a:gd name="connsiteX6" fmla="*/ 180000 w 282150"/>
                <a:gd name="connsiteY6" fmla="*/ 179775 h 315000"/>
                <a:gd name="connsiteX7" fmla="*/ 55800 w 282150"/>
                <a:gd name="connsiteY7" fmla="*/ 179775 h 315000"/>
                <a:gd name="connsiteX8" fmla="*/ 53775 w 282150"/>
                <a:gd name="connsiteY8" fmla="*/ 157275 h 315000"/>
                <a:gd name="connsiteX9" fmla="*/ 180000 w 282150"/>
                <a:gd name="connsiteY9" fmla="*/ 157275 h 315000"/>
                <a:gd name="connsiteX10" fmla="*/ 180000 w 282150"/>
                <a:gd name="connsiteY10" fmla="*/ 134775 h 315000"/>
                <a:gd name="connsiteX11" fmla="*/ 55800 w 282150"/>
                <a:gd name="connsiteY11" fmla="*/ 134775 h 315000"/>
                <a:gd name="connsiteX12" fmla="*/ 188775 w 282150"/>
                <a:gd name="connsiteY12" fmla="*/ 22275 h 315000"/>
                <a:gd name="connsiteX13" fmla="*/ 282150 w 282150"/>
                <a:gd name="connsiteY13" fmla="*/ 60075 h 315000"/>
                <a:gd name="connsiteX14" fmla="*/ 282150 w 282150"/>
                <a:gd name="connsiteY14" fmla="*/ 30825 h 315000"/>
                <a:gd name="connsiteX15" fmla="*/ 188775 w 282150"/>
                <a:gd name="connsiteY15" fmla="*/ 0 h 315000"/>
                <a:gd name="connsiteX16" fmla="*/ 33075 w 282150"/>
                <a:gd name="connsiteY16" fmla="*/ 135000 h 315000"/>
                <a:gd name="connsiteX17" fmla="*/ 0 w 282150"/>
                <a:gd name="connsiteY17" fmla="*/ 135000 h 315000"/>
                <a:gd name="connsiteX18" fmla="*/ 0 w 282150"/>
                <a:gd name="connsiteY18" fmla="*/ 157500 h 315000"/>
                <a:gd name="connsiteX19" fmla="*/ 31275 w 282150"/>
                <a:gd name="connsiteY19" fmla="*/ 157500 h 315000"/>
                <a:gd name="connsiteX20" fmla="*/ 33075 w 282150"/>
                <a:gd name="connsiteY20" fmla="*/ 180000 h 315000"/>
                <a:gd name="connsiteX21" fmla="*/ 0 w 282150"/>
                <a:gd name="connsiteY21" fmla="*/ 180000 h 315000"/>
                <a:gd name="connsiteX22" fmla="*/ 0 w 282150"/>
                <a:gd name="connsiteY22" fmla="*/ 202500 h 315000"/>
                <a:gd name="connsiteX23" fmla="*/ 37800 w 282150"/>
                <a:gd name="connsiteY23" fmla="*/ 202500 h 315000"/>
                <a:gd name="connsiteX24" fmla="*/ 188775 w 282150"/>
                <a:gd name="connsiteY24" fmla="*/ 315000 h 31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82150" h="315000">
                  <a:moveTo>
                    <a:pt x="188775" y="314550"/>
                  </a:moveTo>
                  <a:cubicBezTo>
                    <a:pt x="223875" y="314550"/>
                    <a:pt x="256050" y="303075"/>
                    <a:pt x="282150" y="283725"/>
                  </a:cubicBezTo>
                  <a:lnTo>
                    <a:pt x="282150" y="254475"/>
                  </a:lnTo>
                  <a:cubicBezTo>
                    <a:pt x="257850" y="277875"/>
                    <a:pt x="225000" y="292275"/>
                    <a:pt x="188775" y="292275"/>
                  </a:cubicBezTo>
                  <a:cubicBezTo>
                    <a:pt x="130050" y="292275"/>
                    <a:pt x="80325" y="254700"/>
                    <a:pt x="61650" y="202275"/>
                  </a:cubicBezTo>
                  <a:lnTo>
                    <a:pt x="180000" y="202275"/>
                  </a:lnTo>
                  <a:lnTo>
                    <a:pt x="180000" y="179775"/>
                  </a:lnTo>
                  <a:lnTo>
                    <a:pt x="55800" y="179775"/>
                  </a:lnTo>
                  <a:cubicBezTo>
                    <a:pt x="54450" y="172350"/>
                    <a:pt x="53775" y="164925"/>
                    <a:pt x="53775" y="157275"/>
                  </a:cubicBezTo>
                  <a:lnTo>
                    <a:pt x="180000" y="157275"/>
                  </a:lnTo>
                  <a:lnTo>
                    <a:pt x="180000" y="134775"/>
                  </a:lnTo>
                  <a:lnTo>
                    <a:pt x="55800" y="134775"/>
                  </a:lnTo>
                  <a:cubicBezTo>
                    <a:pt x="66600" y="71100"/>
                    <a:pt x="121950" y="22275"/>
                    <a:pt x="188775" y="22275"/>
                  </a:cubicBezTo>
                  <a:cubicBezTo>
                    <a:pt x="225000" y="22275"/>
                    <a:pt x="257850" y="36675"/>
                    <a:pt x="282150" y="60075"/>
                  </a:cubicBezTo>
                  <a:lnTo>
                    <a:pt x="282150" y="30825"/>
                  </a:lnTo>
                  <a:cubicBezTo>
                    <a:pt x="256050" y="11475"/>
                    <a:pt x="223875" y="0"/>
                    <a:pt x="188775" y="0"/>
                  </a:cubicBezTo>
                  <a:cubicBezTo>
                    <a:pt x="109350" y="0"/>
                    <a:pt x="44100" y="58725"/>
                    <a:pt x="33075" y="135000"/>
                  </a:cubicBezTo>
                  <a:lnTo>
                    <a:pt x="0" y="135000"/>
                  </a:lnTo>
                  <a:lnTo>
                    <a:pt x="0" y="157500"/>
                  </a:lnTo>
                  <a:lnTo>
                    <a:pt x="31275" y="157500"/>
                  </a:lnTo>
                  <a:cubicBezTo>
                    <a:pt x="31275" y="165150"/>
                    <a:pt x="31950" y="172575"/>
                    <a:pt x="33075" y="180000"/>
                  </a:cubicBezTo>
                  <a:lnTo>
                    <a:pt x="0" y="180000"/>
                  </a:lnTo>
                  <a:lnTo>
                    <a:pt x="0" y="202500"/>
                  </a:lnTo>
                  <a:lnTo>
                    <a:pt x="37800" y="202500"/>
                  </a:lnTo>
                  <a:cubicBezTo>
                    <a:pt x="57150" y="267525"/>
                    <a:pt x="117450" y="315000"/>
                    <a:pt x="188775" y="315000"/>
                  </a:cubicBezTo>
                  <a:close/>
                </a:path>
              </a:pathLst>
            </a:custGeom>
            <a:grpFill/>
            <a:ln w="224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4" name="Freihandform 93">
              <a:extLst>
                <a:ext uri="{FF2B5EF4-FFF2-40B4-BE49-F238E27FC236}">
                  <a16:creationId xmlns:a16="http://schemas.microsoft.com/office/drawing/2014/main" id="{272A548F-6E69-71AE-A33D-4D52EFBA4B3A}"/>
                </a:ext>
              </a:extLst>
            </p:cNvPr>
            <p:cNvSpPr/>
            <p:nvPr/>
          </p:nvSpPr>
          <p:spPr>
            <a:xfrm>
              <a:off x="8655650" y="3032784"/>
              <a:ext cx="900000" cy="900000"/>
            </a:xfrm>
            <a:custGeom>
              <a:avLst/>
              <a:gdLst>
                <a:gd name="connsiteX0" fmla="*/ 450000 w 900000"/>
                <a:gd name="connsiteY0" fmla="*/ 0 h 900000"/>
                <a:gd name="connsiteX1" fmla="*/ 0 w 900000"/>
                <a:gd name="connsiteY1" fmla="*/ 450000 h 900000"/>
                <a:gd name="connsiteX2" fmla="*/ 450000 w 900000"/>
                <a:gd name="connsiteY2" fmla="*/ 900000 h 900000"/>
                <a:gd name="connsiteX3" fmla="*/ 900000 w 900000"/>
                <a:gd name="connsiteY3" fmla="*/ 450000 h 900000"/>
                <a:gd name="connsiteX4" fmla="*/ 450000 w 900000"/>
                <a:gd name="connsiteY4" fmla="*/ 0 h 900000"/>
                <a:gd name="connsiteX5" fmla="*/ 427500 w 900000"/>
                <a:gd name="connsiteY5" fmla="*/ 23625 h 900000"/>
                <a:gd name="connsiteX6" fmla="*/ 427500 w 900000"/>
                <a:gd name="connsiteY6" fmla="*/ 158625 h 900000"/>
                <a:gd name="connsiteX7" fmla="*/ 157500 w 900000"/>
                <a:gd name="connsiteY7" fmla="*/ 450000 h 900000"/>
                <a:gd name="connsiteX8" fmla="*/ 191250 w 900000"/>
                <a:gd name="connsiteY8" fmla="*/ 586125 h 900000"/>
                <a:gd name="connsiteX9" fmla="*/ 74250 w 900000"/>
                <a:gd name="connsiteY9" fmla="*/ 653625 h 900000"/>
                <a:gd name="connsiteX10" fmla="*/ 22500 w 900000"/>
                <a:gd name="connsiteY10" fmla="*/ 450000 h 900000"/>
                <a:gd name="connsiteX11" fmla="*/ 427500 w 900000"/>
                <a:gd name="connsiteY11" fmla="*/ 23625 h 900000"/>
                <a:gd name="connsiteX12" fmla="*/ 180000 w 900000"/>
                <a:gd name="connsiteY12" fmla="*/ 450000 h 900000"/>
                <a:gd name="connsiteX13" fmla="*/ 450000 w 900000"/>
                <a:gd name="connsiteY13" fmla="*/ 180000 h 900000"/>
                <a:gd name="connsiteX14" fmla="*/ 720000 w 900000"/>
                <a:gd name="connsiteY14" fmla="*/ 450000 h 900000"/>
                <a:gd name="connsiteX15" fmla="*/ 450000 w 900000"/>
                <a:gd name="connsiteY15" fmla="*/ 720000 h 900000"/>
                <a:gd name="connsiteX16" fmla="*/ 180000 w 900000"/>
                <a:gd name="connsiteY16" fmla="*/ 450000 h 900000"/>
                <a:gd name="connsiteX17" fmla="*/ 450000 w 900000"/>
                <a:gd name="connsiteY17" fmla="*/ 877500 h 900000"/>
                <a:gd name="connsiteX18" fmla="*/ 85950 w 900000"/>
                <a:gd name="connsiteY18" fmla="*/ 672975 h 900000"/>
                <a:gd name="connsiteX19" fmla="*/ 202725 w 900000"/>
                <a:gd name="connsiteY19" fmla="*/ 605700 h 900000"/>
                <a:gd name="connsiteX20" fmla="*/ 450000 w 900000"/>
                <a:gd name="connsiteY20" fmla="*/ 742725 h 900000"/>
                <a:gd name="connsiteX21" fmla="*/ 741375 w 900000"/>
                <a:gd name="connsiteY21" fmla="*/ 472725 h 900000"/>
                <a:gd name="connsiteX22" fmla="*/ 832275 w 900000"/>
                <a:gd name="connsiteY22" fmla="*/ 472725 h 900000"/>
                <a:gd name="connsiteX23" fmla="*/ 832275 w 900000"/>
                <a:gd name="connsiteY23" fmla="*/ 450225 h 900000"/>
                <a:gd name="connsiteX24" fmla="*/ 742500 w 900000"/>
                <a:gd name="connsiteY24" fmla="*/ 450225 h 900000"/>
                <a:gd name="connsiteX25" fmla="*/ 450000 w 900000"/>
                <a:gd name="connsiteY25" fmla="*/ 157725 h 900000"/>
                <a:gd name="connsiteX26" fmla="*/ 450000 w 900000"/>
                <a:gd name="connsiteY26" fmla="*/ 22725 h 900000"/>
                <a:gd name="connsiteX27" fmla="*/ 877500 w 900000"/>
                <a:gd name="connsiteY27" fmla="*/ 450225 h 900000"/>
                <a:gd name="connsiteX28" fmla="*/ 450000 w 900000"/>
                <a:gd name="connsiteY28" fmla="*/ 877725 h 90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900000" h="900000">
                  <a:moveTo>
                    <a:pt x="450000" y="0"/>
                  </a:moveTo>
                  <a:cubicBezTo>
                    <a:pt x="201375" y="0"/>
                    <a:pt x="0" y="201375"/>
                    <a:pt x="0" y="450000"/>
                  </a:cubicBezTo>
                  <a:cubicBezTo>
                    <a:pt x="0" y="698625"/>
                    <a:pt x="201375" y="900000"/>
                    <a:pt x="450000" y="900000"/>
                  </a:cubicBezTo>
                  <a:cubicBezTo>
                    <a:pt x="698625" y="900000"/>
                    <a:pt x="900000" y="698625"/>
                    <a:pt x="900000" y="450000"/>
                  </a:cubicBezTo>
                  <a:cubicBezTo>
                    <a:pt x="900000" y="201375"/>
                    <a:pt x="698625" y="0"/>
                    <a:pt x="450000" y="0"/>
                  </a:cubicBezTo>
                  <a:close/>
                  <a:moveTo>
                    <a:pt x="427500" y="23625"/>
                  </a:moveTo>
                  <a:lnTo>
                    <a:pt x="427500" y="158625"/>
                  </a:lnTo>
                  <a:cubicBezTo>
                    <a:pt x="276525" y="170100"/>
                    <a:pt x="157500" y="296100"/>
                    <a:pt x="157500" y="450000"/>
                  </a:cubicBezTo>
                  <a:cubicBezTo>
                    <a:pt x="157500" y="499275"/>
                    <a:pt x="169875" y="545400"/>
                    <a:pt x="191250" y="586125"/>
                  </a:cubicBezTo>
                  <a:lnTo>
                    <a:pt x="74250" y="653625"/>
                  </a:lnTo>
                  <a:cubicBezTo>
                    <a:pt x="41175" y="593100"/>
                    <a:pt x="22500" y="523575"/>
                    <a:pt x="22500" y="450000"/>
                  </a:cubicBezTo>
                  <a:cubicBezTo>
                    <a:pt x="22500" y="221850"/>
                    <a:pt x="202275" y="35550"/>
                    <a:pt x="427500" y="23625"/>
                  </a:cubicBezTo>
                  <a:close/>
                  <a:moveTo>
                    <a:pt x="180000" y="450000"/>
                  </a:moveTo>
                  <a:cubicBezTo>
                    <a:pt x="180000" y="301050"/>
                    <a:pt x="301050" y="180000"/>
                    <a:pt x="450000" y="180000"/>
                  </a:cubicBezTo>
                  <a:cubicBezTo>
                    <a:pt x="598950" y="180000"/>
                    <a:pt x="720000" y="301050"/>
                    <a:pt x="720000" y="450000"/>
                  </a:cubicBezTo>
                  <a:cubicBezTo>
                    <a:pt x="720000" y="598950"/>
                    <a:pt x="598950" y="720000"/>
                    <a:pt x="450000" y="720000"/>
                  </a:cubicBezTo>
                  <a:cubicBezTo>
                    <a:pt x="301050" y="720000"/>
                    <a:pt x="180000" y="598950"/>
                    <a:pt x="180000" y="450000"/>
                  </a:cubicBezTo>
                  <a:close/>
                  <a:moveTo>
                    <a:pt x="450000" y="877500"/>
                  </a:moveTo>
                  <a:cubicBezTo>
                    <a:pt x="296100" y="877500"/>
                    <a:pt x="161100" y="795375"/>
                    <a:pt x="85950" y="672975"/>
                  </a:cubicBezTo>
                  <a:lnTo>
                    <a:pt x="202725" y="605700"/>
                  </a:lnTo>
                  <a:cubicBezTo>
                    <a:pt x="254475" y="687825"/>
                    <a:pt x="345825" y="742725"/>
                    <a:pt x="450000" y="742725"/>
                  </a:cubicBezTo>
                  <a:cubicBezTo>
                    <a:pt x="603900" y="742725"/>
                    <a:pt x="729900" y="623700"/>
                    <a:pt x="741375" y="472725"/>
                  </a:cubicBezTo>
                  <a:lnTo>
                    <a:pt x="832275" y="472725"/>
                  </a:lnTo>
                  <a:lnTo>
                    <a:pt x="832275" y="450225"/>
                  </a:lnTo>
                  <a:lnTo>
                    <a:pt x="742500" y="450225"/>
                  </a:lnTo>
                  <a:cubicBezTo>
                    <a:pt x="742500" y="288675"/>
                    <a:pt x="611550" y="157725"/>
                    <a:pt x="450000" y="157725"/>
                  </a:cubicBezTo>
                  <a:lnTo>
                    <a:pt x="450000" y="22725"/>
                  </a:lnTo>
                  <a:cubicBezTo>
                    <a:pt x="685800" y="22725"/>
                    <a:pt x="877500" y="214425"/>
                    <a:pt x="877500" y="450225"/>
                  </a:cubicBezTo>
                  <a:cubicBezTo>
                    <a:pt x="877500" y="686025"/>
                    <a:pt x="685800" y="877725"/>
                    <a:pt x="450000" y="877725"/>
                  </a:cubicBezTo>
                  <a:close/>
                </a:path>
              </a:pathLst>
            </a:custGeom>
            <a:grpFill/>
            <a:ln w="224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grpSp>
        <p:nvGrpSpPr>
          <p:cNvPr id="90" name="Gruppieren 89">
            <a:extLst>
              <a:ext uri="{FF2B5EF4-FFF2-40B4-BE49-F238E27FC236}">
                <a16:creationId xmlns:a16="http://schemas.microsoft.com/office/drawing/2014/main" id="{EB17DB8E-8BFA-7676-0D29-C50B55164D1E}"/>
              </a:ext>
            </a:extLst>
          </p:cNvPr>
          <p:cNvGrpSpPr/>
          <p:nvPr/>
        </p:nvGrpSpPr>
        <p:grpSpPr>
          <a:xfrm>
            <a:off x="1549419" y="5143336"/>
            <a:ext cx="585115" cy="424793"/>
            <a:chOff x="7180715" y="3167784"/>
            <a:chExt cx="900000" cy="653400"/>
          </a:xfrm>
          <a:solidFill>
            <a:srgbClr val="5E676C"/>
          </a:solidFill>
        </p:grpSpPr>
        <p:sp>
          <p:nvSpPr>
            <p:cNvPr id="87" name="Freihandform 86">
              <a:extLst>
                <a:ext uri="{FF2B5EF4-FFF2-40B4-BE49-F238E27FC236}">
                  <a16:creationId xmlns:a16="http://schemas.microsoft.com/office/drawing/2014/main" id="{55F5D50A-8844-6AD7-0BC1-E5C494D93E70}"/>
                </a:ext>
              </a:extLst>
            </p:cNvPr>
            <p:cNvSpPr/>
            <p:nvPr/>
          </p:nvSpPr>
          <p:spPr>
            <a:xfrm>
              <a:off x="7293215" y="3302784"/>
              <a:ext cx="112500" cy="112500"/>
            </a:xfrm>
            <a:custGeom>
              <a:avLst/>
              <a:gdLst>
                <a:gd name="connsiteX0" fmla="*/ 45000 w 112500"/>
                <a:gd name="connsiteY0" fmla="*/ 0 h 112500"/>
                <a:gd name="connsiteX1" fmla="*/ 45000 w 112500"/>
                <a:gd name="connsiteY1" fmla="*/ 45000 h 112500"/>
                <a:gd name="connsiteX2" fmla="*/ 0 w 112500"/>
                <a:gd name="connsiteY2" fmla="*/ 45000 h 112500"/>
                <a:gd name="connsiteX3" fmla="*/ 0 w 112500"/>
                <a:gd name="connsiteY3" fmla="*/ 67500 h 112500"/>
                <a:gd name="connsiteX4" fmla="*/ 45000 w 112500"/>
                <a:gd name="connsiteY4" fmla="*/ 67500 h 112500"/>
                <a:gd name="connsiteX5" fmla="*/ 45000 w 112500"/>
                <a:gd name="connsiteY5" fmla="*/ 112500 h 112500"/>
                <a:gd name="connsiteX6" fmla="*/ 67500 w 112500"/>
                <a:gd name="connsiteY6" fmla="*/ 112500 h 112500"/>
                <a:gd name="connsiteX7" fmla="*/ 67500 w 112500"/>
                <a:gd name="connsiteY7" fmla="*/ 67500 h 112500"/>
                <a:gd name="connsiteX8" fmla="*/ 112500 w 112500"/>
                <a:gd name="connsiteY8" fmla="*/ 67500 h 112500"/>
                <a:gd name="connsiteX9" fmla="*/ 112500 w 112500"/>
                <a:gd name="connsiteY9" fmla="*/ 45000 h 112500"/>
                <a:gd name="connsiteX10" fmla="*/ 67500 w 112500"/>
                <a:gd name="connsiteY10" fmla="*/ 45000 h 112500"/>
                <a:gd name="connsiteX11" fmla="*/ 67500 w 112500"/>
                <a:gd name="connsiteY11" fmla="*/ 0 h 112500"/>
                <a:gd name="connsiteX12" fmla="*/ 45000 w 112500"/>
                <a:gd name="connsiteY12" fmla="*/ 0 h 11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2500" h="112500">
                  <a:moveTo>
                    <a:pt x="45000" y="0"/>
                  </a:moveTo>
                  <a:lnTo>
                    <a:pt x="45000" y="45000"/>
                  </a:lnTo>
                  <a:lnTo>
                    <a:pt x="0" y="45000"/>
                  </a:lnTo>
                  <a:lnTo>
                    <a:pt x="0" y="67500"/>
                  </a:lnTo>
                  <a:lnTo>
                    <a:pt x="45000" y="67500"/>
                  </a:lnTo>
                  <a:lnTo>
                    <a:pt x="45000" y="112500"/>
                  </a:lnTo>
                  <a:lnTo>
                    <a:pt x="67500" y="112500"/>
                  </a:lnTo>
                  <a:lnTo>
                    <a:pt x="67500" y="67500"/>
                  </a:lnTo>
                  <a:lnTo>
                    <a:pt x="112500" y="67500"/>
                  </a:lnTo>
                  <a:lnTo>
                    <a:pt x="112500" y="45000"/>
                  </a:lnTo>
                  <a:lnTo>
                    <a:pt x="67500" y="45000"/>
                  </a:lnTo>
                  <a:lnTo>
                    <a:pt x="67500" y="0"/>
                  </a:lnTo>
                  <a:lnTo>
                    <a:pt x="45000" y="0"/>
                  </a:lnTo>
                  <a:close/>
                </a:path>
              </a:pathLst>
            </a:custGeom>
            <a:grpFill/>
            <a:ln w="224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88" name="Freihandform 87">
              <a:extLst>
                <a:ext uri="{FF2B5EF4-FFF2-40B4-BE49-F238E27FC236}">
                  <a16:creationId xmlns:a16="http://schemas.microsoft.com/office/drawing/2014/main" id="{925F2E2F-9A05-9861-BCC7-654D531043AF}"/>
                </a:ext>
              </a:extLst>
            </p:cNvPr>
            <p:cNvSpPr/>
            <p:nvPr/>
          </p:nvSpPr>
          <p:spPr>
            <a:xfrm>
              <a:off x="7180715" y="3167784"/>
              <a:ext cx="900000" cy="653400"/>
            </a:xfrm>
            <a:custGeom>
              <a:avLst/>
              <a:gdLst>
                <a:gd name="connsiteX0" fmla="*/ 810000 w 900000"/>
                <a:gd name="connsiteY0" fmla="*/ 270000 h 653400"/>
                <a:gd name="connsiteX1" fmla="*/ 720000 w 900000"/>
                <a:gd name="connsiteY1" fmla="*/ 90000 h 653400"/>
                <a:gd name="connsiteX2" fmla="*/ 697500 w 900000"/>
                <a:gd name="connsiteY2" fmla="*/ 90000 h 653400"/>
                <a:gd name="connsiteX3" fmla="*/ 697500 w 900000"/>
                <a:gd name="connsiteY3" fmla="*/ 56250 h 653400"/>
                <a:gd name="connsiteX4" fmla="*/ 641250 w 900000"/>
                <a:gd name="connsiteY4" fmla="*/ 0 h 653400"/>
                <a:gd name="connsiteX5" fmla="*/ 585000 w 900000"/>
                <a:gd name="connsiteY5" fmla="*/ 56250 h 653400"/>
                <a:gd name="connsiteX6" fmla="*/ 585000 w 900000"/>
                <a:gd name="connsiteY6" fmla="*/ 90000 h 653400"/>
                <a:gd name="connsiteX7" fmla="*/ 517500 w 900000"/>
                <a:gd name="connsiteY7" fmla="*/ 90000 h 653400"/>
                <a:gd name="connsiteX8" fmla="*/ 517500 w 900000"/>
                <a:gd name="connsiteY8" fmla="*/ 22500 h 653400"/>
                <a:gd name="connsiteX9" fmla="*/ 67500 w 900000"/>
                <a:gd name="connsiteY9" fmla="*/ 22500 h 653400"/>
                <a:gd name="connsiteX10" fmla="*/ 67500 w 900000"/>
                <a:gd name="connsiteY10" fmla="*/ 45000 h 653400"/>
                <a:gd name="connsiteX11" fmla="*/ 495000 w 900000"/>
                <a:gd name="connsiteY11" fmla="*/ 45000 h 653400"/>
                <a:gd name="connsiteX12" fmla="*/ 495000 w 900000"/>
                <a:gd name="connsiteY12" fmla="*/ 112500 h 653400"/>
                <a:gd name="connsiteX13" fmla="*/ 704700 w 900000"/>
                <a:gd name="connsiteY13" fmla="*/ 112500 h 653400"/>
                <a:gd name="connsiteX14" fmla="*/ 789075 w 900000"/>
                <a:gd name="connsiteY14" fmla="*/ 278325 h 653400"/>
                <a:gd name="connsiteX15" fmla="*/ 791775 w 900000"/>
                <a:gd name="connsiteY15" fmla="*/ 285300 h 653400"/>
                <a:gd name="connsiteX16" fmla="*/ 798300 w 900000"/>
                <a:gd name="connsiteY16" fmla="*/ 289125 h 653400"/>
                <a:gd name="connsiteX17" fmla="*/ 877500 w 900000"/>
                <a:gd name="connsiteY17" fmla="*/ 327600 h 653400"/>
                <a:gd name="connsiteX18" fmla="*/ 877500 w 900000"/>
                <a:gd name="connsiteY18" fmla="*/ 540675 h 653400"/>
                <a:gd name="connsiteX19" fmla="*/ 806850 w 900000"/>
                <a:gd name="connsiteY19" fmla="*/ 540675 h 653400"/>
                <a:gd name="connsiteX20" fmla="*/ 720000 w 900000"/>
                <a:gd name="connsiteY20" fmla="*/ 473175 h 653400"/>
                <a:gd name="connsiteX21" fmla="*/ 633150 w 900000"/>
                <a:gd name="connsiteY21" fmla="*/ 540675 h 653400"/>
                <a:gd name="connsiteX22" fmla="*/ 266850 w 900000"/>
                <a:gd name="connsiteY22" fmla="*/ 540675 h 653400"/>
                <a:gd name="connsiteX23" fmla="*/ 180000 w 900000"/>
                <a:gd name="connsiteY23" fmla="*/ 473175 h 653400"/>
                <a:gd name="connsiteX24" fmla="*/ 93150 w 900000"/>
                <a:gd name="connsiteY24" fmla="*/ 540675 h 653400"/>
                <a:gd name="connsiteX25" fmla="*/ 22500 w 900000"/>
                <a:gd name="connsiteY25" fmla="*/ 540675 h 653400"/>
                <a:gd name="connsiteX26" fmla="*/ 22500 w 900000"/>
                <a:gd name="connsiteY26" fmla="*/ 22500 h 653400"/>
                <a:gd name="connsiteX27" fmla="*/ 0 w 900000"/>
                <a:gd name="connsiteY27" fmla="*/ 22500 h 653400"/>
                <a:gd name="connsiteX28" fmla="*/ 0 w 900000"/>
                <a:gd name="connsiteY28" fmla="*/ 563400 h 653400"/>
                <a:gd name="connsiteX29" fmla="*/ 90000 w 900000"/>
                <a:gd name="connsiteY29" fmla="*/ 563400 h 653400"/>
                <a:gd name="connsiteX30" fmla="*/ 180000 w 900000"/>
                <a:gd name="connsiteY30" fmla="*/ 653400 h 653400"/>
                <a:gd name="connsiteX31" fmla="*/ 270000 w 900000"/>
                <a:gd name="connsiteY31" fmla="*/ 563400 h 653400"/>
                <a:gd name="connsiteX32" fmla="*/ 630000 w 900000"/>
                <a:gd name="connsiteY32" fmla="*/ 563400 h 653400"/>
                <a:gd name="connsiteX33" fmla="*/ 720000 w 900000"/>
                <a:gd name="connsiteY33" fmla="*/ 653400 h 653400"/>
                <a:gd name="connsiteX34" fmla="*/ 810000 w 900000"/>
                <a:gd name="connsiteY34" fmla="*/ 563400 h 653400"/>
                <a:gd name="connsiteX35" fmla="*/ 900000 w 900000"/>
                <a:gd name="connsiteY35" fmla="*/ 563400 h 653400"/>
                <a:gd name="connsiteX36" fmla="*/ 900000 w 900000"/>
                <a:gd name="connsiteY36" fmla="*/ 315000 h 653400"/>
                <a:gd name="connsiteX37" fmla="*/ 810000 w 900000"/>
                <a:gd name="connsiteY37" fmla="*/ 270000 h 653400"/>
                <a:gd name="connsiteX38" fmla="*/ 675000 w 900000"/>
                <a:gd name="connsiteY38" fmla="*/ 90000 h 653400"/>
                <a:gd name="connsiteX39" fmla="*/ 607500 w 900000"/>
                <a:gd name="connsiteY39" fmla="*/ 90000 h 653400"/>
                <a:gd name="connsiteX40" fmla="*/ 607500 w 900000"/>
                <a:gd name="connsiteY40" fmla="*/ 56250 h 653400"/>
                <a:gd name="connsiteX41" fmla="*/ 641250 w 900000"/>
                <a:gd name="connsiteY41" fmla="*/ 22500 h 653400"/>
                <a:gd name="connsiteX42" fmla="*/ 675000 w 900000"/>
                <a:gd name="connsiteY42" fmla="*/ 56250 h 653400"/>
                <a:gd name="connsiteX43" fmla="*/ 675000 w 900000"/>
                <a:gd name="connsiteY43" fmla="*/ 90000 h 653400"/>
                <a:gd name="connsiteX44" fmla="*/ 180000 w 900000"/>
                <a:gd name="connsiteY44" fmla="*/ 630900 h 653400"/>
                <a:gd name="connsiteX45" fmla="*/ 112500 w 900000"/>
                <a:gd name="connsiteY45" fmla="*/ 563400 h 653400"/>
                <a:gd name="connsiteX46" fmla="*/ 116550 w 900000"/>
                <a:gd name="connsiteY46" fmla="*/ 540900 h 653400"/>
                <a:gd name="connsiteX47" fmla="*/ 180000 w 900000"/>
                <a:gd name="connsiteY47" fmla="*/ 495900 h 653400"/>
                <a:gd name="connsiteX48" fmla="*/ 243450 w 900000"/>
                <a:gd name="connsiteY48" fmla="*/ 540900 h 653400"/>
                <a:gd name="connsiteX49" fmla="*/ 247500 w 900000"/>
                <a:gd name="connsiteY49" fmla="*/ 563400 h 653400"/>
                <a:gd name="connsiteX50" fmla="*/ 180000 w 900000"/>
                <a:gd name="connsiteY50" fmla="*/ 630900 h 653400"/>
                <a:gd name="connsiteX51" fmla="*/ 720000 w 900000"/>
                <a:gd name="connsiteY51" fmla="*/ 630900 h 653400"/>
                <a:gd name="connsiteX52" fmla="*/ 652500 w 900000"/>
                <a:gd name="connsiteY52" fmla="*/ 563400 h 653400"/>
                <a:gd name="connsiteX53" fmla="*/ 656550 w 900000"/>
                <a:gd name="connsiteY53" fmla="*/ 540900 h 653400"/>
                <a:gd name="connsiteX54" fmla="*/ 720000 w 900000"/>
                <a:gd name="connsiteY54" fmla="*/ 495900 h 653400"/>
                <a:gd name="connsiteX55" fmla="*/ 783450 w 900000"/>
                <a:gd name="connsiteY55" fmla="*/ 540900 h 653400"/>
                <a:gd name="connsiteX56" fmla="*/ 787500 w 900000"/>
                <a:gd name="connsiteY56" fmla="*/ 563400 h 653400"/>
                <a:gd name="connsiteX57" fmla="*/ 720000 w 900000"/>
                <a:gd name="connsiteY57" fmla="*/ 630900 h 65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900000" h="653400">
                  <a:moveTo>
                    <a:pt x="810000" y="270000"/>
                  </a:moveTo>
                  <a:lnTo>
                    <a:pt x="720000" y="90000"/>
                  </a:lnTo>
                  <a:lnTo>
                    <a:pt x="697500" y="90000"/>
                  </a:lnTo>
                  <a:lnTo>
                    <a:pt x="697500" y="56250"/>
                  </a:lnTo>
                  <a:cubicBezTo>
                    <a:pt x="697500" y="25200"/>
                    <a:pt x="672300" y="0"/>
                    <a:pt x="641250" y="0"/>
                  </a:cubicBezTo>
                  <a:cubicBezTo>
                    <a:pt x="610200" y="0"/>
                    <a:pt x="585000" y="25200"/>
                    <a:pt x="585000" y="56250"/>
                  </a:cubicBezTo>
                  <a:lnTo>
                    <a:pt x="585000" y="90000"/>
                  </a:lnTo>
                  <a:lnTo>
                    <a:pt x="517500" y="90000"/>
                  </a:lnTo>
                  <a:lnTo>
                    <a:pt x="517500" y="22500"/>
                  </a:lnTo>
                  <a:lnTo>
                    <a:pt x="67500" y="22500"/>
                  </a:lnTo>
                  <a:lnTo>
                    <a:pt x="67500" y="45000"/>
                  </a:lnTo>
                  <a:lnTo>
                    <a:pt x="495000" y="45000"/>
                  </a:lnTo>
                  <a:lnTo>
                    <a:pt x="495000" y="112500"/>
                  </a:lnTo>
                  <a:lnTo>
                    <a:pt x="704700" y="112500"/>
                  </a:lnTo>
                  <a:lnTo>
                    <a:pt x="789075" y="278325"/>
                  </a:lnTo>
                  <a:lnTo>
                    <a:pt x="791775" y="285300"/>
                  </a:lnTo>
                  <a:lnTo>
                    <a:pt x="798300" y="289125"/>
                  </a:lnTo>
                  <a:lnTo>
                    <a:pt x="877500" y="327600"/>
                  </a:lnTo>
                  <a:lnTo>
                    <a:pt x="877500" y="540675"/>
                  </a:lnTo>
                  <a:lnTo>
                    <a:pt x="806850" y="540675"/>
                  </a:lnTo>
                  <a:cubicBezTo>
                    <a:pt x="796725" y="501975"/>
                    <a:pt x="761850" y="473175"/>
                    <a:pt x="720000" y="473175"/>
                  </a:cubicBezTo>
                  <a:cubicBezTo>
                    <a:pt x="678150" y="473175"/>
                    <a:pt x="643275" y="501975"/>
                    <a:pt x="633150" y="540675"/>
                  </a:cubicBezTo>
                  <a:lnTo>
                    <a:pt x="266850" y="540675"/>
                  </a:lnTo>
                  <a:cubicBezTo>
                    <a:pt x="256725" y="501975"/>
                    <a:pt x="221850" y="473175"/>
                    <a:pt x="180000" y="473175"/>
                  </a:cubicBezTo>
                  <a:cubicBezTo>
                    <a:pt x="138150" y="473175"/>
                    <a:pt x="103275" y="501975"/>
                    <a:pt x="93150" y="540675"/>
                  </a:cubicBezTo>
                  <a:lnTo>
                    <a:pt x="22500" y="540675"/>
                  </a:lnTo>
                  <a:lnTo>
                    <a:pt x="22500" y="22500"/>
                  </a:lnTo>
                  <a:lnTo>
                    <a:pt x="0" y="22500"/>
                  </a:lnTo>
                  <a:lnTo>
                    <a:pt x="0" y="563400"/>
                  </a:lnTo>
                  <a:lnTo>
                    <a:pt x="90000" y="563400"/>
                  </a:lnTo>
                  <a:cubicBezTo>
                    <a:pt x="90000" y="613125"/>
                    <a:pt x="130275" y="653400"/>
                    <a:pt x="180000" y="653400"/>
                  </a:cubicBezTo>
                  <a:cubicBezTo>
                    <a:pt x="229725" y="653400"/>
                    <a:pt x="270000" y="613125"/>
                    <a:pt x="270000" y="563400"/>
                  </a:cubicBezTo>
                  <a:lnTo>
                    <a:pt x="630000" y="563400"/>
                  </a:lnTo>
                  <a:cubicBezTo>
                    <a:pt x="630000" y="613125"/>
                    <a:pt x="670275" y="653400"/>
                    <a:pt x="720000" y="653400"/>
                  </a:cubicBezTo>
                  <a:cubicBezTo>
                    <a:pt x="769725" y="653400"/>
                    <a:pt x="810000" y="613125"/>
                    <a:pt x="810000" y="563400"/>
                  </a:cubicBezTo>
                  <a:lnTo>
                    <a:pt x="900000" y="563400"/>
                  </a:lnTo>
                  <a:lnTo>
                    <a:pt x="900000" y="315000"/>
                  </a:lnTo>
                  <a:lnTo>
                    <a:pt x="810000" y="270000"/>
                  </a:lnTo>
                  <a:close/>
                  <a:moveTo>
                    <a:pt x="675000" y="90000"/>
                  </a:moveTo>
                  <a:lnTo>
                    <a:pt x="607500" y="90000"/>
                  </a:lnTo>
                  <a:lnTo>
                    <a:pt x="607500" y="56250"/>
                  </a:lnTo>
                  <a:cubicBezTo>
                    <a:pt x="607500" y="37575"/>
                    <a:pt x="622575" y="22500"/>
                    <a:pt x="641250" y="22500"/>
                  </a:cubicBezTo>
                  <a:cubicBezTo>
                    <a:pt x="659925" y="22500"/>
                    <a:pt x="675000" y="37575"/>
                    <a:pt x="675000" y="56250"/>
                  </a:cubicBezTo>
                  <a:lnTo>
                    <a:pt x="675000" y="90000"/>
                  </a:lnTo>
                  <a:close/>
                  <a:moveTo>
                    <a:pt x="180000" y="630900"/>
                  </a:moveTo>
                  <a:cubicBezTo>
                    <a:pt x="142875" y="630900"/>
                    <a:pt x="112500" y="600525"/>
                    <a:pt x="112500" y="563400"/>
                  </a:cubicBezTo>
                  <a:cubicBezTo>
                    <a:pt x="112500" y="555525"/>
                    <a:pt x="114075" y="547875"/>
                    <a:pt x="116550" y="540900"/>
                  </a:cubicBezTo>
                  <a:cubicBezTo>
                    <a:pt x="125775" y="514800"/>
                    <a:pt x="150525" y="495900"/>
                    <a:pt x="180000" y="495900"/>
                  </a:cubicBezTo>
                  <a:cubicBezTo>
                    <a:pt x="209475" y="495900"/>
                    <a:pt x="234000" y="514800"/>
                    <a:pt x="243450" y="540900"/>
                  </a:cubicBezTo>
                  <a:cubicBezTo>
                    <a:pt x="245925" y="547875"/>
                    <a:pt x="247500" y="555525"/>
                    <a:pt x="247500" y="563400"/>
                  </a:cubicBezTo>
                  <a:cubicBezTo>
                    <a:pt x="247500" y="600525"/>
                    <a:pt x="217125" y="630900"/>
                    <a:pt x="180000" y="630900"/>
                  </a:cubicBezTo>
                  <a:close/>
                  <a:moveTo>
                    <a:pt x="720000" y="630900"/>
                  </a:moveTo>
                  <a:cubicBezTo>
                    <a:pt x="682875" y="630900"/>
                    <a:pt x="652500" y="600525"/>
                    <a:pt x="652500" y="563400"/>
                  </a:cubicBezTo>
                  <a:cubicBezTo>
                    <a:pt x="652500" y="555525"/>
                    <a:pt x="654075" y="547875"/>
                    <a:pt x="656550" y="540900"/>
                  </a:cubicBezTo>
                  <a:cubicBezTo>
                    <a:pt x="665775" y="514800"/>
                    <a:pt x="690525" y="495900"/>
                    <a:pt x="720000" y="495900"/>
                  </a:cubicBezTo>
                  <a:cubicBezTo>
                    <a:pt x="749475" y="495900"/>
                    <a:pt x="774000" y="514800"/>
                    <a:pt x="783450" y="540900"/>
                  </a:cubicBezTo>
                  <a:cubicBezTo>
                    <a:pt x="785925" y="547875"/>
                    <a:pt x="787500" y="555525"/>
                    <a:pt x="787500" y="563400"/>
                  </a:cubicBezTo>
                  <a:cubicBezTo>
                    <a:pt x="787500" y="600525"/>
                    <a:pt x="757125" y="630900"/>
                    <a:pt x="720000" y="630900"/>
                  </a:cubicBezTo>
                  <a:close/>
                </a:path>
              </a:pathLst>
            </a:custGeom>
            <a:grpFill/>
            <a:ln w="224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0BD24380-E83A-C338-A039-596A390B74EC}"/>
              </a:ext>
            </a:extLst>
          </p:cNvPr>
          <p:cNvGrpSpPr/>
          <p:nvPr/>
        </p:nvGrpSpPr>
        <p:grpSpPr>
          <a:xfrm>
            <a:off x="2664894" y="5074971"/>
            <a:ext cx="526604" cy="585115"/>
            <a:chOff x="7225715" y="1684756"/>
            <a:chExt cx="810000" cy="900000"/>
          </a:xfrm>
          <a:solidFill>
            <a:srgbClr val="5E676C"/>
          </a:solidFill>
        </p:grpSpPr>
        <p:sp>
          <p:nvSpPr>
            <p:cNvPr id="22" name="Freihandform 21">
              <a:extLst>
                <a:ext uri="{FF2B5EF4-FFF2-40B4-BE49-F238E27FC236}">
                  <a16:creationId xmlns:a16="http://schemas.microsoft.com/office/drawing/2014/main" id="{F923DBCC-3552-424A-0E4E-376767B333A4}"/>
                </a:ext>
              </a:extLst>
            </p:cNvPr>
            <p:cNvSpPr/>
            <p:nvPr/>
          </p:nvSpPr>
          <p:spPr>
            <a:xfrm>
              <a:off x="7506965" y="1797256"/>
              <a:ext cx="247500" cy="247500"/>
            </a:xfrm>
            <a:custGeom>
              <a:avLst/>
              <a:gdLst>
                <a:gd name="connsiteX0" fmla="*/ 178425 w 247500"/>
                <a:gd name="connsiteY0" fmla="*/ 67500 h 247500"/>
                <a:gd name="connsiteX1" fmla="*/ 178425 w 247500"/>
                <a:gd name="connsiteY1" fmla="*/ 0 h 247500"/>
                <a:gd name="connsiteX2" fmla="*/ 69075 w 247500"/>
                <a:gd name="connsiteY2" fmla="*/ 0 h 247500"/>
                <a:gd name="connsiteX3" fmla="*/ 69075 w 247500"/>
                <a:gd name="connsiteY3" fmla="*/ 67500 h 247500"/>
                <a:gd name="connsiteX4" fmla="*/ 0 w 247500"/>
                <a:gd name="connsiteY4" fmla="*/ 67500 h 247500"/>
                <a:gd name="connsiteX5" fmla="*/ 0 w 247500"/>
                <a:gd name="connsiteY5" fmla="*/ 180000 h 247500"/>
                <a:gd name="connsiteX6" fmla="*/ 69075 w 247500"/>
                <a:gd name="connsiteY6" fmla="*/ 180000 h 247500"/>
                <a:gd name="connsiteX7" fmla="*/ 69075 w 247500"/>
                <a:gd name="connsiteY7" fmla="*/ 247500 h 247500"/>
                <a:gd name="connsiteX8" fmla="*/ 178425 w 247500"/>
                <a:gd name="connsiteY8" fmla="*/ 247500 h 247500"/>
                <a:gd name="connsiteX9" fmla="*/ 178425 w 247500"/>
                <a:gd name="connsiteY9" fmla="*/ 180000 h 247500"/>
                <a:gd name="connsiteX10" fmla="*/ 247500 w 247500"/>
                <a:gd name="connsiteY10" fmla="*/ 180000 h 247500"/>
                <a:gd name="connsiteX11" fmla="*/ 247500 w 247500"/>
                <a:gd name="connsiteY11" fmla="*/ 67500 h 247500"/>
                <a:gd name="connsiteX12" fmla="*/ 178425 w 247500"/>
                <a:gd name="connsiteY12" fmla="*/ 67500 h 247500"/>
                <a:gd name="connsiteX13" fmla="*/ 225000 w 247500"/>
                <a:gd name="connsiteY13" fmla="*/ 157500 h 247500"/>
                <a:gd name="connsiteX14" fmla="*/ 155925 w 247500"/>
                <a:gd name="connsiteY14" fmla="*/ 157500 h 247500"/>
                <a:gd name="connsiteX15" fmla="*/ 155925 w 247500"/>
                <a:gd name="connsiteY15" fmla="*/ 225000 h 247500"/>
                <a:gd name="connsiteX16" fmla="*/ 91575 w 247500"/>
                <a:gd name="connsiteY16" fmla="*/ 225000 h 247500"/>
                <a:gd name="connsiteX17" fmla="*/ 91575 w 247500"/>
                <a:gd name="connsiteY17" fmla="*/ 157500 h 247500"/>
                <a:gd name="connsiteX18" fmla="*/ 22500 w 247500"/>
                <a:gd name="connsiteY18" fmla="*/ 157500 h 247500"/>
                <a:gd name="connsiteX19" fmla="*/ 22500 w 247500"/>
                <a:gd name="connsiteY19" fmla="*/ 90000 h 247500"/>
                <a:gd name="connsiteX20" fmla="*/ 91575 w 247500"/>
                <a:gd name="connsiteY20" fmla="*/ 90000 h 247500"/>
                <a:gd name="connsiteX21" fmla="*/ 91575 w 247500"/>
                <a:gd name="connsiteY21" fmla="*/ 22500 h 247500"/>
                <a:gd name="connsiteX22" fmla="*/ 155925 w 247500"/>
                <a:gd name="connsiteY22" fmla="*/ 22500 h 247500"/>
                <a:gd name="connsiteX23" fmla="*/ 155925 w 247500"/>
                <a:gd name="connsiteY23" fmla="*/ 90000 h 247500"/>
                <a:gd name="connsiteX24" fmla="*/ 225000 w 247500"/>
                <a:gd name="connsiteY24" fmla="*/ 90000 h 247500"/>
                <a:gd name="connsiteX25" fmla="*/ 225000 w 247500"/>
                <a:gd name="connsiteY25" fmla="*/ 157500 h 24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47500" h="247500">
                  <a:moveTo>
                    <a:pt x="178425" y="67500"/>
                  </a:moveTo>
                  <a:lnTo>
                    <a:pt x="178425" y="0"/>
                  </a:lnTo>
                  <a:lnTo>
                    <a:pt x="69075" y="0"/>
                  </a:lnTo>
                  <a:lnTo>
                    <a:pt x="69075" y="67500"/>
                  </a:lnTo>
                  <a:lnTo>
                    <a:pt x="0" y="67500"/>
                  </a:lnTo>
                  <a:lnTo>
                    <a:pt x="0" y="180000"/>
                  </a:lnTo>
                  <a:lnTo>
                    <a:pt x="69075" y="180000"/>
                  </a:lnTo>
                  <a:lnTo>
                    <a:pt x="69075" y="247500"/>
                  </a:lnTo>
                  <a:lnTo>
                    <a:pt x="178425" y="247500"/>
                  </a:lnTo>
                  <a:lnTo>
                    <a:pt x="178425" y="180000"/>
                  </a:lnTo>
                  <a:lnTo>
                    <a:pt x="247500" y="180000"/>
                  </a:lnTo>
                  <a:lnTo>
                    <a:pt x="247500" y="67500"/>
                  </a:lnTo>
                  <a:lnTo>
                    <a:pt x="178425" y="67500"/>
                  </a:lnTo>
                  <a:close/>
                  <a:moveTo>
                    <a:pt x="225000" y="157500"/>
                  </a:moveTo>
                  <a:lnTo>
                    <a:pt x="155925" y="157500"/>
                  </a:lnTo>
                  <a:lnTo>
                    <a:pt x="155925" y="225000"/>
                  </a:lnTo>
                  <a:lnTo>
                    <a:pt x="91575" y="225000"/>
                  </a:lnTo>
                  <a:lnTo>
                    <a:pt x="91575" y="157500"/>
                  </a:lnTo>
                  <a:lnTo>
                    <a:pt x="22500" y="157500"/>
                  </a:lnTo>
                  <a:lnTo>
                    <a:pt x="22500" y="90000"/>
                  </a:lnTo>
                  <a:lnTo>
                    <a:pt x="91575" y="90000"/>
                  </a:lnTo>
                  <a:lnTo>
                    <a:pt x="91575" y="22500"/>
                  </a:lnTo>
                  <a:lnTo>
                    <a:pt x="155925" y="22500"/>
                  </a:lnTo>
                  <a:lnTo>
                    <a:pt x="155925" y="90000"/>
                  </a:lnTo>
                  <a:lnTo>
                    <a:pt x="225000" y="90000"/>
                  </a:lnTo>
                  <a:lnTo>
                    <a:pt x="225000" y="157500"/>
                  </a:lnTo>
                  <a:close/>
                </a:path>
              </a:pathLst>
            </a:custGeom>
            <a:grpFill/>
            <a:ln w="224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" name="Freihandform 23">
              <a:extLst>
                <a:ext uri="{FF2B5EF4-FFF2-40B4-BE49-F238E27FC236}">
                  <a16:creationId xmlns:a16="http://schemas.microsoft.com/office/drawing/2014/main" id="{BD4F8490-D159-E5AD-6844-1FBBFDDF415B}"/>
                </a:ext>
              </a:extLst>
            </p:cNvPr>
            <p:cNvSpPr/>
            <p:nvPr/>
          </p:nvSpPr>
          <p:spPr>
            <a:xfrm>
              <a:off x="7225715" y="1684756"/>
              <a:ext cx="810000" cy="900000"/>
            </a:xfrm>
            <a:custGeom>
              <a:avLst/>
              <a:gdLst>
                <a:gd name="connsiteX0" fmla="*/ 810000 w 810000"/>
                <a:gd name="connsiteY0" fmla="*/ 427500 h 900000"/>
                <a:gd name="connsiteX1" fmla="*/ 810000 w 810000"/>
                <a:gd name="connsiteY1" fmla="*/ 405000 h 900000"/>
                <a:gd name="connsiteX2" fmla="*/ 652500 w 810000"/>
                <a:gd name="connsiteY2" fmla="*/ 405000 h 900000"/>
                <a:gd name="connsiteX3" fmla="*/ 652500 w 810000"/>
                <a:gd name="connsiteY3" fmla="*/ 0 h 900000"/>
                <a:gd name="connsiteX4" fmla="*/ 225000 w 810000"/>
                <a:gd name="connsiteY4" fmla="*/ 0 h 900000"/>
                <a:gd name="connsiteX5" fmla="*/ 225000 w 810000"/>
                <a:gd name="connsiteY5" fmla="*/ 22500 h 900000"/>
                <a:gd name="connsiteX6" fmla="*/ 630000 w 810000"/>
                <a:gd name="connsiteY6" fmla="*/ 22500 h 900000"/>
                <a:gd name="connsiteX7" fmla="*/ 630000 w 810000"/>
                <a:gd name="connsiteY7" fmla="*/ 877275 h 900000"/>
                <a:gd name="connsiteX8" fmla="*/ 180000 w 810000"/>
                <a:gd name="connsiteY8" fmla="*/ 877275 h 900000"/>
                <a:gd name="connsiteX9" fmla="*/ 180000 w 810000"/>
                <a:gd name="connsiteY9" fmla="*/ 0 h 900000"/>
                <a:gd name="connsiteX10" fmla="*/ 157500 w 810000"/>
                <a:gd name="connsiteY10" fmla="*/ 0 h 900000"/>
                <a:gd name="connsiteX11" fmla="*/ 157500 w 810000"/>
                <a:gd name="connsiteY11" fmla="*/ 405000 h 900000"/>
                <a:gd name="connsiteX12" fmla="*/ 0 w 810000"/>
                <a:gd name="connsiteY12" fmla="*/ 405000 h 900000"/>
                <a:gd name="connsiteX13" fmla="*/ 0 w 810000"/>
                <a:gd name="connsiteY13" fmla="*/ 427500 h 900000"/>
                <a:gd name="connsiteX14" fmla="*/ 157500 w 810000"/>
                <a:gd name="connsiteY14" fmla="*/ 427500 h 900000"/>
                <a:gd name="connsiteX15" fmla="*/ 157500 w 810000"/>
                <a:gd name="connsiteY15" fmla="*/ 877275 h 900000"/>
                <a:gd name="connsiteX16" fmla="*/ 0 w 810000"/>
                <a:gd name="connsiteY16" fmla="*/ 877275 h 900000"/>
                <a:gd name="connsiteX17" fmla="*/ 0 w 810000"/>
                <a:gd name="connsiteY17" fmla="*/ 899775 h 900000"/>
                <a:gd name="connsiteX18" fmla="*/ 157500 w 810000"/>
                <a:gd name="connsiteY18" fmla="*/ 899775 h 900000"/>
                <a:gd name="connsiteX19" fmla="*/ 157500 w 810000"/>
                <a:gd name="connsiteY19" fmla="*/ 900000 h 900000"/>
                <a:gd name="connsiteX20" fmla="*/ 652500 w 810000"/>
                <a:gd name="connsiteY20" fmla="*/ 900000 h 900000"/>
                <a:gd name="connsiteX21" fmla="*/ 652500 w 810000"/>
                <a:gd name="connsiteY21" fmla="*/ 899775 h 900000"/>
                <a:gd name="connsiteX22" fmla="*/ 810000 w 810000"/>
                <a:gd name="connsiteY22" fmla="*/ 899775 h 900000"/>
                <a:gd name="connsiteX23" fmla="*/ 810000 w 810000"/>
                <a:gd name="connsiteY23" fmla="*/ 877275 h 900000"/>
                <a:gd name="connsiteX24" fmla="*/ 652500 w 810000"/>
                <a:gd name="connsiteY24" fmla="*/ 877275 h 900000"/>
                <a:gd name="connsiteX25" fmla="*/ 652500 w 810000"/>
                <a:gd name="connsiteY25" fmla="*/ 427500 h 900000"/>
                <a:gd name="connsiteX26" fmla="*/ 810000 w 810000"/>
                <a:gd name="connsiteY26" fmla="*/ 427500 h 90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10000" h="900000">
                  <a:moveTo>
                    <a:pt x="810000" y="427500"/>
                  </a:moveTo>
                  <a:lnTo>
                    <a:pt x="810000" y="405000"/>
                  </a:lnTo>
                  <a:lnTo>
                    <a:pt x="652500" y="405000"/>
                  </a:lnTo>
                  <a:lnTo>
                    <a:pt x="652500" y="0"/>
                  </a:lnTo>
                  <a:lnTo>
                    <a:pt x="225000" y="0"/>
                  </a:lnTo>
                  <a:lnTo>
                    <a:pt x="225000" y="22500"/>
                  </a:lnTo>
                  <a:lnTo>
                    <a:pt x="630000" y="22500"/>
                  </a:lnTo>
                  <a:lnTo>
                    <a:pt x="630000" y="877275"/>
                  </a:lnTo>
                  <a:lnTo>
                    <a:pt x="180000" y="877275"/>
                  </a:lnTo>
                  <a:lnTo>
                    <a:pt x="180000" y="0"/>
                  </a:lnTo>
                  <a:lnTo>
                    <a:pt x="157500" y="0"/>
                  </a:lnTo>
                  <a:lnTo>
                    <a:pt x="157500" y="405000"/>
                  </a:lnTo>
                  <a:lnTo>
                    <a:pt x="0" y="405000"/>
                  </a:lnTo>
                  <a:lnTo>
                    <a:pt x="0" y="427500"/>
                  </a:lnTo>
                  <a:lnTo>
                    <a:pt x="157500" y="427500"/>
                  </a:lnTo>
                  <a:lnTo>
                    <a:pt x="157500" y="877275"/>
                  </a:lnTo>
                  <a:lnTo>
                    <a:pt x="0" y="877275"/>
                  </a:lnTo>
                  <a:lnTo>
                    <a:pt x="0" y="899775"/>
                  </a:lnTo>
                  <a:lnTo>
                    <a:pt x="157500" y="899775"/>
                  </a:lnTo>
                  <a:lnTo>
                    <a:pt x="157500" y="900000"/>
                  </a:lnTo>
                  <a:lnTo>
                    <a:pt x="652500" y="900000"/>
                  </a:lnTo>
                  <a:lnTo>
                    <a:pt x="652500" y="899775"/>
                  </a:lnTo>
                  <a:lnTo>
                    <a:pt x="810000" y="899775"/>
                  </a:lnTo>
                  <a:lnTo>
                    <a:pt x="810000" y="877275"/>
                  </a:lnTo>
                  <a:lnTo>
                    <a:pt x="652500" y="877275"/>
                  </a:lnTo>
                  <a:lnTo>
                    <a:pt x="652500" y="427500"/>
                  </a:lnTo>
                  <a:lnTo>
                    <a:pt x="810000" y="427500"/>
                  </a:lnTo>
                  <a:close/>
                </a:path>
              </a:pathLst>
            </a:custGeom>
            <a:grpFill/>
            <a:ln w="224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69" name="Freihandform 68">
            <a:extLst>
              <a:ext uri="{FF2B5EF4-FFF2-40B4-BE49-F238E27FC236}">
                <a16:creationId xmlns:a16="http://schemas.microsoft.com/office/drawing/2014/main" id="{EEDFD9D7-8854-6E57-E56A-B3D105A03FC4}"/>
              </a:ext>
            </a:extLst>
          </p:cNvPr>
          <p:cNvSpPr/>
          <p:nvPr/>
        </p:nvSpPr>
        <p:spPr>
          <a:xfrm>
            <a:off x="1534058" y="1707256"/>
            <a:ext cx="555859" cy="555859"/>
          </a:xfrm>
          <a:custGeom>
            <a:avLst/>
            <a:gdLst>
              <a:gd name="connsiteX0" fmla="*/ 585000 w 855000"/>
              <a:gd name="connsiteY0" fmla="*/ 270000 h 855000"/>
              <a:gd name="connsiteX1" fmla="*/ 585000 w 855000"/>
              <a:gd name="connsiteY1" fmla="*/ 0 h 855000"/>
              <a:gd name="connsiteX2" fmla="*/ 270000 w 855000"/>
              <a:gd name="connsiteY2" fmla="*/ 0 h 855000"/>
              <a:gd name="connsiteX3" fmla="*/ 270000 w 855000"/>
              <a:gd name="connsiteY3" fmla="*/ 292500 h 855000"/>
              <a:gd name="connsiteX4" fmla="*/ 292500 w 855000"/>
              <a:gd name="connsiteY4" fmla="*/ 292500 h 855000"/>
              <a:gd name="connsiteX5" fmla="*/ 292500 w 855000"/>
              <a:gd name="connsiteY5" fmla="*/ 22500 h 855000"/>
              <a:gd name="connsiteX6" fmla="*/ 562500 w 855000"/>
              <a:gd name="connsiteY6" fmla="*/ 22500 h 855000"/>
              <a:gd name="connsiteX7" fmla="*/ 562500 w 855000"/>
              <a:gd name="connsiteY7" fmla="*/ 292500 h 855000"/>
              <a:gd name="connsiteX8" fmla="*/ 832500 w 855000"/>
              <a:gd name="connsiteY8" fmla="*/ 292500 h 855000"/>
              <a:gd name="connsiteX9" fmla="*/ 832500 w 855000"/>
              <a:gd name="connsiteY9" fmla="*/ 562500 h 855000"/>
              <a:gd name="connsiteX10" fmla="*/ 562500 w 855000"/>
              <a:gd name="connsiteY10" fmla="*/ 562500 h 855000"/>
              <a:gd name="connsiteX11" fmla="*/ 562500 w 855000"/>
              <a:gd name="connsiteY11" fmla="*/ 832500 h 855000"/>
              <a:gd name="connsiteX12" fmla="*/ 292500 w 855000"/>
              <a:gd name="connsiteY12" fmla="*/ 832500 h 855000"/>
              <a:gd name="connsiteX13" fmla="*/ 292500 w 855000"/>
              <a:gd name="connsiteY13" fmla="*/ 562500 h 855000"/>
              <a:gd name="connsiteX14" fmla="*/ 22500 w 855000"/>
              <a:gd name="connsiteY14" fmla="*/ 562500 h 855000"/>
              <a:gd name="connsiteX15" fmla="*/ 22500 w 855000"/>
              <a:gd name="connsiteY15" fmla="*/ 292500 h 855000"/>
              <a:gd name="connsiteX16" fmla="*/ 225000 w 855000"/>
              <a:gd name="connsiteY16" fmla="*/ 292500 h 855000"/>
              <a:gd name="connsiteX17" fmla="*/ 225000 w 855000"/>
              <a:gd name="connsiteY17" fmla="*/ 270000 h 855000"/>
              <a:gd name="connsiteX18" fmla="*/ 0 w 855000"/>
              <a:gd name="connsiteY18" fmla="*/ 270000 h 855000"/>
              <a:gd name="connsiteX19" fmla="*/ 0 w 855000"/>
              <a:gd name="connsiteY19" fmla="*/ 585000 h 855000"/>
              <a:gd name="connsiteX20" fmla="*/ 270000 w 855000"/>
              <a:gd name="connsiteY20" fmla="*/ 585000 h 855000"/>
              <a:gd name="connsiteX21" fmla="*/ 270000 w 855000"/>
              <a:gd name="connsiteY21" fmla="*/ 855000 h 855000"/>
              <a:gd name="connsiteX22" fmla="*/ 585000 w 855000"/>
              <a:gd name="connsiteY22" fmla="*/ 855000 h 855000"/>
              <a:gd name="connsiteX23" fmla="*/ 585000 w 855000"/>
              <a:gd name="connsiteY23" fmla="*/ 585000 h 855000"/>
              <a:gd name="connsiteX24" fmla="*/ 855000 w 855000"/>
              <a:gd name="connsiteY24" fmla="*/ 585000 h 855000"/>
              <a:gd name="connsiteX25" fmla="*/ 855000 w 855000"/>
              <a:gd name="connsiteY25" fmla="*/ 270000 h 855000"/>
              <a:gd name="connsiteX26" fmla="*/ 585000 w 855000"/>
              <a:gd name="connsiteY26" fmla="*/ 270000 h 8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55000" h="855000">
                <a:moveTo>
                  <a:pt x="585000" y="270000"/>
                </a:moveTo>
                <a:lnTo>
                  <a:pt x="585000" y="0"/>
                </a:lnTo>
                <a:lnTo>
                  <a:pt x="270000" y="0"/>
                </a:lnTo>
                <a:lnTo>
                  <a:pt x="270000" y="292500"/>
                </a:lnTo>
                <a:lnTo>
                  <a:pt x="292500" y="292500"/>
                </a:lnTo>
                <a:lnTo>
                  <a:pt x="292500" y="22500"/>
                </a:lnTo>
                <a:lnTo>
                  <a:pt x="562500" y="22500"/>
                </a:lnTo>
                <a:lnTo>
                  <a:pt x="562500" y="292500"/>
                </a:lnTo>
                <a:lnTo>
                  <a:pt x="832500" y="292500"/>
                </a:lnTo>
                <a:lnTo>
                  <a:pt x="832500" y="562500"/>
                </a:lnTo>
                <a:lnTo>
                  <a:pt x="562500" y="562500"/>
                </a:lnTo>
                <a:lnTo>
                  <a:pt x="562500" y="832500"/>
                </a:lnTo>
                <a:lnTo>
                  <a:pt x="292500" y="832500"/>
                </a:lnTo>
                <a:lnTo>
                  <a:pt x="292500" y="562500"/>
                </a:lnTo>
                <a:lnTo>
                  <a:pt x="22500" y="562500"/>
                </a:lnTo>
                <a:lnTo>
                  <a:pt x="22500" y="292500"/>
                </a:lnTo>
                <a:lnTo>
                  <a:pt x="225000" y="292500"/>
                </a:lnTo>
                <a:lnTo>
                  <a:pt x="225000" y="270000"/>
                </a:lnTo>
                <a:lnTo>
                  <a:pt x="0" y="270000"/>
                </a:lnTo>
                <a:lnTo>
                  <a:pt x="0" y="585000"/>
                </a:lnTo>
                <a:lnTo>
                  <a:pt x="270000" y="585000"/>
                </a:lnTo>
                <a:lnTo>
                  <a:pt x="270000" y="855000"/>
                </a:lnTo>
                <a:lnTo>
                  <a:pt x="585000" y="855000"/>
                </a:lnTo>
                <a:lnTo>
                  <a:pt x="585000" y="585000"/>
                </a:lnTo>
                <a:lnTo>
                  <a:pt x="855000" y="585000"/>
                </a:lnTo>
                <a:lnTo>
                  <a:pt x="855000" y="270000"/>
                </a:lnTo>
                <a:lnTo>
                  <a:pt x="585000" y="270000"/>
                </a:lnTo>
                <a:close/>
              </a:path>
            </a:pathLst>
          </a:custGeom>
          <a:solidFill>
            <a:srgbClr val="0D9AA9"/>
          </a:solidFill>
          <a:ln w="22423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5B53F6BE-0A68-2C33-99BB-91ABCF3A43C1}"/>
              </a:ext>
            </a:extLst>
          </p:cNvPr>
          <p:cNvSpPr txBox="1"/>
          <p:nvPr/>
        </p:nvSpPr>
        <p:spPr>
          <a:xfrm>
            <a:off x="6943179" y="1928739"/>
            <a:ext cx="408965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>
                <a:solidFill>
                  <a:srgbClr val="002552"/>
                </a:solidFill>
              </a:rPr>
              <a:t>The Charité-Icons </a:t>
            </a:r>
            <a:r>
              <a:rPr lang="de-DE" sz="1400" err="1">
                <a:solidFill>
                  <a:srgbClr val="002552"/>
                </a:solidFill>
              </a:rPr>
              <a:t>are</a:t>
            </a:r>
            <a:r>
              <a:rPr lang="de-DE" sz="1400">
                <a:solidFill>
                  <a:srgbClr val="002552"/>
                </a:solidFill>
              </a:rPr>
              <a:t> </a:t>
            </a:r>
            <a:r>
              <a:rPr lang="de-DE" sz="1400" err="1">
                <a:solidFill>
                  <a:srgbClr val="002552"/>
                </a:solidFill>
              </a:rPr>
              <a:t>visual</a:t>
            </a:r>
            <a:r>
              <a:rPr lang="de-DE" sz="1400">
                <a:solidFill>
                  <a:srgbClr val="002552"/>
                </a:solidFill>
              </a:rPr>
              <a:t> </a:t>
            </a:r>
            <a:r>
              <a:rPr lang="de-DE" sz="1400" err="1">
                <a:solidFill>
                  <a:srgbClr val="002552"/>
                </a:solidFill>
              </a:rPr>
              <a:t>symbols</a:t>
            </a:r>
            <a:r>
              <a:rPr lang="de-DE" sz="1400">
                <a:solidFill>
                  <a:srgbClr val="002552"/>
                </a:solidFill>
              </a:rPr>
              <a:t> </a:t>
            </a:r>
            <a:r>
              <a:rPr lang="de-DE" sz="1400" err="1">
                <a:solidFill>
                  <a:srgbClr val="002552"/>
                </a:solidFill>
              </a:rPr>
              <a:t>used</a:t>
            </a:r>
            <a:r>
              <a:rPr lang="de-DE" sz="1400">
                <a:solidFill>
                  <a:srgbClr val="002552"/>
                </a:solidFill>
              </a:rPr>
              <a:t> </a:t>
            </a:r>
            <a:r>
              <a:rPr lang="de-DE" sz="1400" err="1">
                <a:solidFill>
                  <a:srgbClr val="002552"/>
                </a:solidFill>
              </a:rPr>
              <a:t>to</a:t>
            </a:r>
            <a:r>
              <a:rPr lang="de-DE" sz="1400">
                <a:solidFill>
                  <a:srgbClr val="002552"/>
                </a:solidFill>
              </a:rPr>
              <a:t> </a:t>
            </a:r>
            <a:r>
              <a:rPr lang="de-DE" sz="1400" err="1">
                <a:solidFill>
                  <a:srgbClr val="002552"/>
                </a:solidFill>
              </a:rPr>
              <a:t>represent</a:t>
            </a:r>
            <a:r>
              <a:rPr lang="de-DE" sz="1400">
                <a:solidFill>
                  <a:srgbClr val="002552"/>
                </a:solidFill>
              </a:rPr>
              <a:t> </a:t>
            </a:r>
            <a:r>
              <a:rPr lang="de-DE" sz="1400" err="1">
                <a:solidFill>
                  <a:srgbClr val="002552"/>
                </a:solidFill>
              </a:rPr>
              <a:t>ideas</a:t>
            </a:r>
            <a:r>
              <a:rPr lang="de-DE" sz="1400">
                <a:solidFill>
                  <a:srgbClr val="002552"/>
                </a:solidFill>
              </a:rPr>
              <a:t>, </a:t>
            </a:r>
            <a:r>
              <a:rPr lang="de-DE" sz="1400" err="1">
                <a:solidFill>
                  <a:srgbClr val="002552"/>
                </a:solidFill>
              </a:rPr>
              <a:t>objects</a:t>
            </a:r>
            <a:r>
              <a:rPr lang="de-DE" sz="1400">
                <a:solidFill>
                  <a:srgbClr val="002552"/>
                </a:solidFill>
              </a:rPr>
              <a:t> </a:t>
            </a:r>
            <a:r>
              <a:rPr lang="de-DE" sz="1400" err="1">
                <a:solidFill>
                  <a:srgbClr val="002552"/>
                </a:solidFill>
              </a:rPr>
              <a:t>or</a:t>
            </a:r>
            <a:r>
              <a:rPr lang="de-DE" sz="1400">
                <a:solidFill>
                  <a:srgbClr val="002552"/>
                </a:solidFill>
              </a:rPr>
              <a:t> </a:t>
            </a:r>
            <a:r>
              <a:rPr lang="de-DE" sz="1400" err="1">
                <a:solidFill>
                  <a:srgbClr val="002552"/>
                </a:solidFill>
              </a:rPr>
              <a:t>stories</a:t>
            </a:r>
            <a:r>
              <a:rPr lang="de-DE" sz="1400">
                <a:solidFill>
                  <a:srgbClr val="002552"/>
                </a:solidFill>
              </a:rPr>
              <a:t>. </a:t>
            </a:r>
            <a:r>
              <a:rPr lang="de-DE" sz="1400" err="1">
                <a:solidFill>
                  <a:srgbClr val="002552"/>
                </a:solidFill>
              </a:rPr>
              <a:t>They</a:t>
            </a:r>
            <a:r>
              <a:rPr lang="de-DE" sz="1400">
                <a:solidFill>
                  <a:srgbClr val="002552"/>
                </a:solidFill>
              </a:rPr>
              <a:t> </a:t>
            </a:r>
            <a:r>
              <a:rPr lang="de-DE" sz="1400" err="1">
                <a:solidFill>
                  <a:srgbClr val="002552"/>
                </a:solidFill>
              </a:rPr>
              <a:t>can</a:t>
            </a:r>
            <a:r>
              <a:rPr lang="de-DE" sz="1400">
                <a:solidFill>
                  <a:srgbClr val="002552"/>
                </a:solidFill>
              </a:rPr>
              <a:t> </a:t>
            </a:r>
            <a:r>
              <a:rPr lang="de-DE" sz="1400" err="1">
                <a:solidFill>
                  <a:srgbClr val="002552"/>
                </a:solidFill>
              </a:rPr>
              <a:t>spark</a:t>
            </a:r>
            <a:r>
              <a:rPr lang="de-DE" sz="1400">
                <a:solidFill>
                  <a:srgbClr val="002552"/>
                </a:solidFill>
              </a:rPr>
              <a:t> </a:t>
            </a:r>
            <a:r>
              <a:rPr lang="de-DE" sz="1400" err="1">
                <a:solidFill>
                  <a:srgbClr val="002552"/>
                </a:solidFill>
              </a:rPr>
              <a:t>interest</a:t>
            </a:r>
            <a:r>
              <a:rPr lang="de-DE" sz="1400">
                <a:solidFill>
                  <a:srgbClr val="002552"/>
                </a:solidFill>
              </a:rPr>
              <a:t>, </a:t>
            </a:r>
            <a:r>
              <a:rPr lang="de-DE" sz="1400" err="1">
                <a:solidFill>
                  <a:srgbClr val="002552"/>
                </a:solidFill>
              </a:rPr>
              <a:t>convey</a:t>
            </a:r>
            <a:r>
              <a:rPr lang="de-DE" sz="1400">
                <a:solidFill>
                  <a:srgbClr val="002552"/>
                </a:solidFill>
              </a:rPr>
              <a:t> </a:t>
            </a:r>
            <a:r>
              <a:rPr lang="de-DE" sz="1400" err="1">
                <a:solidFill>
                  <a:srgbClr val="002552"/>
                </a:solidFill>
              </a:rPr>
              <a:t>messages</a:t>
            </a:r>
            <a:r>
              <a:rPr lang="de-DE" sz="1400">
                <a:solidFill>
                  <a:srgbClr val="002552"/>
                </a:solidFill>
              </a:rPr>
              <a:t> at a </a:t>
            </a:r>
            <a:r>
              <a:rPr lang="de-DE" sz="1400" err="1">
                <a:solidFill>
                  <a:srgbClr val="002552"/>
                </a:solidFill>
              </a:rPr>
              <a:t>glance</a:t>
            </a:r>
            <a:r>
              <a:rPr lang="de-DE" sz="1400">
                <a:solidFill>
                  <a:srgbClr val="002552"/>
                </a:solidFill>
              </a:rPr>
              <a:t>, </a:t>
            </a:r>
            <a:r>
              <a:rPr lang="de-DE" sz="1400" err="1">
                <a:solidFill>
                  <a:srgbClr val="002552"/>
                </a:solidFill>
              </a:rPr>
              <a:t>simplify</a:t>
            </a:r>
            <a:r>
              <a:rPr lang="de-DE" sz="1400">
                <a:solidFill>
                  <a:srgbClr val="002552"/>
                </a:solidFill>
              </a:rPr>
              <a:t> </a:t>
            </a:r>
            <a:r>
              <a:rPr lang="de-DE" sz="1400" err="1">
                <a:solidFill>
                  <a:srgbClr val="002552"/>
                </a:solidFill>
              </a:rPr>
              <a:t>complex</a:t>
            </a:r>
            <a:r>
              <a:rPr lang="de-DE" sz="1400">
                <a:solidFill>
                  <a:srgbClr val="002552"/>
                </a:solidFill>
              </a:rPr>
              <a:t> </a:t>
            </a:r>
            <a:r>
              <a:rPr lang="de-DE" sz="1400" err="1">
                <a:solidFill>
                  <a:srgbClr val="002552"/>
                </a:solidFill>
              </a:rPr>
              <a:t>information</a:t>
            </a:r>
            <a:r>
              <a:rPr lang="de-DE" sz="1400">
                <a:solidFill>
                  <a:srgbClr val="002552"/>
                </a:solidFill>
              </a:rPr>
              <a:t>, and </a:t>
            </a:r>
            <a:r>
              <a:rPr lang="de-DE" sz="1400" err="1">
                <a:solidFill>
                  <a:srgbClr val="002552"/>
                </a:solidFill>
              </a:rPr>
              <a:t>encourage</a:t>
            </a:r>
            <a:r>
              <a:rPr lang="de-DE" sz="1400">
                <a:solidFill>
                  <a:srgbClr val="002552"/>
                </a:solidFill>
              </a:rPr>
              <a:t> </a:t>
            </a:r>
            <a:r>
              <a:rPr lang="de-DE" sz="1400" err="1">
                <a:solidFill>
                  <a:srgbClr val="002552"/>
                </a:solidFill>
              </a:rPr>
              <a:t>interactivity</a:t>
            </a:r>
            <a:r>
              <a:rPr lang="de-DE" sz="1400">
                <a:solidFill>
                  <a:srgbClr val="002552"/>
                </a:solidFill>
              </a:rPr>
              <a:t>.</a:t>
            </a:r>
          </a:p>
          <a:p>
            <a:endParaRPr lang="de-DE" sz="1400">
              <a:solidFill>
                <a:srgbClr val="002552"/>
              </a:solidFill>
            </a:endParaRPr>
          </a:p>
          <a:p>
            <a:r>
              <a:rPr lang="de-DE" sz="1400">
                <a:solidFill>
                  <a:srgbClr val="002552"/>
                </a:solidFill>
              </a:rPr>
              <a:t>These </a:t>
            </a:r>
            <a:r>
              <a:rPr lang="de-DE" sz="1400" err="1">
                <a:solidFill>
                  <a:srgbClr val="002552"/>
                </a:solidFill>
              </a:rPr>
              <a:t>more</a:t>
            </a:r>
            <a:r>
              <a:rPr lang="de-DE" sz="1400">
                <a:solidFill>
                  <a:srgbClr val="002552"/>
                </a:solidFill>
              </a:rPr>
              <a:t> expressive, </a:t>
            </a:r>
            <a:r>
              <a:rPr lang="de-DE" sz="1400" err="1">
                <a:solidFill>
                  <a:srgbClr val="002552"/>
                </a:solidFill>
              </a:rPr>
              <a:t>dynamic</a:t>
            </a:r>
            <a:r>
              <a:rPr lang="de-DE" sz="1400">
                <a:solidFill>
                  <a:srgbClr val="002552"/>
                </a:solidFill>
              </a:rPr>
              <a:t> </a:t>
            </a:r>
            <a:r>
              <a:rPr lang="de-DE" sz="1400" err="1">
                <a:solidFill>
                  <a:srgbClr val="002552"/>
                </a:solidFill>
              </a:rPr>
              <a:t>characters</a:t>
            </a:r>
            <a:r>
              <a:rPr lang="de-DE" sz="1400">
                <a:solidFill>
                  <a:srgbClr val="002552"/>
                </a:solidFill>
              </a:rPr>
              <a:t> </a:t>
            </a:r>
            <a:r>
              <a:rPr lang="de-DE" sz="1400" err="1">
                <a:solidFill>
                  <a:srgbClr val="002552"/>
                </a:solidFill>
              </a:rPr>
              <a:t>are</a:t>
            </a:r>
            <a:r>
              <a:rPr lang="de-DE" sz="1400">
                <a:solidFill>
                  <a:srgbClr val="002552"/>
                </a:solidFill>
              </a:rPr>
              <a:t> </a:t>
            </a:r>
            <a:r>
              <a:rPr lang="de-DE" sz="1400" err="1">
                <a:solidFill>
                  <a:srgbClr val="002552"/>
                </a:solidFill>
              </a:rPr>
              <a:t>best</a:t>
            </a:r>
            <a:r>
              <a:rPr lang="de-DE" sz="1400">
                <a:solidFill>
                  <a:srgbClr val="002552"/>
                </a:solidFill>
              </a:rPr>
              <a:t> </a:t>
            </a:r>
            <a:r>
              <a:rPr lang="de-DE" sz="1400" err="1">
                <a:solidFill>
                  <a:srgbClr val="002552"/>
                </a:solidFill>
              </a:rPr>
              <a:t>suited</a:t>
            </a:r>
            <a:r>
              <a:rPr lang="de-DE" sz="1400">
                <a:solidFill>
                  <a:srgbClr val="002552"/>
                </a:solidFill>
              </a:rPr>
              <a:t> </a:t>
            </a:r>
            <a:r>
              <a:rPr lang="de-DE" sz="1400" err="1">
                <a:solidFill>
                  <a:srgbClr val="002552"/>
                </a:solidFill>
              </a:rPr>
              <a:t>for</a:t>
            </a:r>
            <a:r>
              <a:rPr lang="de-DE" sz="1400">
                <a:solidFill>
                  <a:srgbClr val="002552"/>
                </a:solidFill>
              </a:rPr>
              <a:t> </a:t>
            </a:r>
            <a:r>
              <a:rPr lang="de-DE" sz="1400" err="1">
                <a:solidFill>
                  <a:srgbClr val="002552"/>
                </a:solidFill>
              </a:rPr>
              <a:t>use</a:t>
            </a:r>
            <a:r>
              <a:rPr lang="de-DE" sz="1400">
                <a:solidFill>
                  <a:srgbClr val="002552"/>
                </a:solidFill>
              </a:rPr>
              <a:t> </a:t>
            </a:r>
            <a:r>
              <a:rPr lang="de-DE" sz="1400" err="1">
                <a:solidFill>
                  <a:srgbClr val="002552"/>
                </a:solidFill>
              </a:rPr>
              <a:t>cases</a:t>
            </a:r>
            <a:r>
              <a:rPr lang="de-DE" sz="1400">
                <a:solidFill>
                  <a:srgbClr val="002552"/>
                </a:solidFill>
              </a:rPr>
              <a:t> </a:t>
            </a:r>
            <a:r>
              <a:rPr lang="de-DE" sz="1400" err="1">
                <a:solidFill>
                  <a:srgbClr val="002552"/>
                </a:solidFill>
              </a:rPr>
              <a:t>where</a:t>
            </a:r>
            <a:r>
              <a:rPr lang="de-DE" sz="1400">
                <a:solidFill>
                  <a:srgbClr val="002552"/>
                </a:solidFill>
              </a:rPr>
              <a:t> </a:t>
            </a:r>
            <a:r>
              <a:rPr lang="de-DE" sz="1400" err="1">
                <a:solidFill>
                  <a:srgbClr val="002552"/>
                </a:solidFill>
              </a:rPr>
              <a:t>greater</a:t>
            </a:r>
            <a:r>
              <a:rPr lang="de-DE" sz="1400">
                <a:solidFill>
                  <a:srgbClr val="002552"/>
                </a:solidFill>
              </a:rPr>
              <a:t> </a:t>
            </a:r>
            <a:r>
              <a:rPr lang="de-DE" sz="1400" err="1">
                <a:solidFill>
                  <a:srgbClr val="002552"/>
                </a:solidFill>
              </a:rPr>
              <a:t>visual</a:t>
            </a:r>
            <a:r>
              <a:rPr lang="de-DE" sz="1400">
                <a:solidFill>
                  <a:srgbClr val="002552"/>
                </a:solidFill>
              </a:rPr>
              <a:t> </a:t>
            </a:r>
            <a:r>
              <a:rPr lang="de-DE" sz="1400" err="1">
                <a:solidFill>
                  <a:srgbClr val="002552"/>
                </a:solidFill>
              </a:rPr>
              <a:t>impact</a:t>
            </a:r>
            <a:r>
              <a:rPr lang="de-DE" sz="1400">
                <a:solidFill>
                  <a:srgbClr val="002552"/>
                </a:solidFill>
              </a:rPr>
              <a:t> </a:t>
            </a:r>
            <a:r>
              <a:rPr lang="de-DE" sz="1400" err="1">
                <a:solidFill>
                  <a:srgbClr val="002552"/>
                </a:solidFill>
              </a:rPr>
              <a:t>is</a:t>
            </a:r>
            <a:r>
              <a:rPr lang="de-DE" sz="1400">
                <a:solidFill>
                  <a:srgbClr val="002552"/>
                </a:solidFill>
              </a:rPr>
              <a:t> possible and </a:t>
            </a:r>
            <a:r>
              <a:rPr lang="de-DE" sz="1400" err="1">
                <a:solidFill>
                  <a:srgbClr val="002552"/>
                </a:solidFill>
              </a:rPr>
              <a:t>desired</a:t>
            </a:r>
            <a:r>
              <a:rPr lang="de-DE" sz="1400">
                <a:solidFill>
                  <a:srgbClr val="002552"/>
                </a:solidFill>
              </a:rPr>
              <a:t>. The </a:t>
            </a:r>
            <a:r>
              <a:rPr lang="de-DE" sz="1400" err="1">
                <a:solidFill>
                  <a:srgbClr val="002552"/>
                </a:solidFill>
              </a:rPr>
              <a:t>unique</a:t>
            </a:r>
            <a:r>
              <a:rPr lang="de-DE" sz="1400">
                <a:solidFill>
                  <a:srgbClr val="002552"/>
                </a:solidFill>
              </a:rPr>
              <a:t> </a:t>
            </a:r>
            <a:r>
              <a:rPr lang="de-DE" sz="1400" err="1">
                <a:solidFill>
                  <a:srgbClr val="002552"/>
                </a:solidFill>
              </a:rPr>
              <a:t>selling</a:t>
            </a:r>
            <a:r>
              <a:rPr lang="de-DE" sz="1400">
                <a:solidFill>
                  <a:srgbClr val="002552"/>
                </a:solidFill>
              </a:rPr>
              <a:t> </a:t>
            </a:r>
            <a:r>
              <a:rPr lang="de-DE" sz="1400" err="1">
                <a:solidFill>
                  <a:srgbClr val="002552"/>
                </a:solidFill>
              </a:rPr>
              <a:t>point</a:t>
            </a:r>
            <a:r>
              <a:rPr lang="de-DE" sz="1400">
                <a:solidFill>
                  <a:srgbClr val="002552"/>
                </a:solidFill>
              </a:rPr>
              <a:t> </a:t>
            </a:r>
            <a:r>
              <a:rPr lang="de-DE" sz="1400" err="1">
                <a:solidFill>
                  <a:srgbClr val="002552"/>
                </a:solidFill>
              </a:rPr>
              <a:t>is</a:t>
            </a:r>
            <a:r>
              <a:rPr lang="de-DE" sz="1400">
                <a:solidFill>
                  <a:srgbClr val="002552"/>
                </a:solidFill>
              </a:rPr>
              <a:t> </a:t>
            </a:r>
            <a:r>
              <a:rPr lang="de-DE" sz="1400" err="1">
                <a:solidFill>
                  <a:srgbClr val="002552"/>
                </a:solidFill>
              </a:rPr>
              <a:t>the</a:t>
            </a:r>
            <a:r>
              <a:rPr lang="de-DE" sz="1400">
                <a:solidFill>
                  <a:srgbClr val="002552"/>
                </a:solidFill>
              </a:rPr>
              <a:t> </a:t>
            </a:r>
            <a:r>
              <a:rPr lang="de-DE" sz="1400" err="1">
                <a:solidFill>
                  <a:srgbClr val="002552"/>
                </a:solidFill>
              </a:rPr>
              <a:t>openwork</a:t>
            </a:r>
            <a:r>
              <a:rPr lang="de-DE" sz="1400">
                <a:solidFill>
                  <a:srgbClr val="002552"/>
                </a:solidFill>
              </a:rPr>
              <a:t> </a:t>
            </a:r>
            <a:r>
              <a:rPr lang="de-DE" sz="1400" err="1">
                <a:solidFill>
                  <a:srgbClr val="002552"/>
                </a:solidFill>
              </a:rPr>
              <a:t>line</a:t>
            </a:r>
            <a:r>
              <a:rPr lang="de-DE" sz="1400">
                <a:solidFill>
                  <a:srgbClr val="002552"/>
                </a:solidFill>
              </a:rPr>
              <a:t>, </a:t>
            </a:r>
            <a:r>
              <a:rPr lang="de-DE" sz="1400" err="1">
                <a:solidFill>
                  <a:srgbClr val="002552"/>
                </a:solidFill>
              </a:rPr>
              <a:t>which</a:t>
            </a:r>
            <a:r>
              <a:rPr lang="de-DE" sz="1400">
                <a:solidFill>
                  <a:srgbClr val="002552"/>
                </a:solidFill>
              </a:rPr>
              <a:t> </a:t>
            </a:r>
            <a:r>
              <a:rPr lang="de-DE" sz="1400" err="1">
                <a:solidFill>
                  <a:srgbClr val="002552"/>
                </a:solidFill>
              </a:rPr>
              <a:t>is</a:t>
            </a:r>
            <a:r>
              <a:rPr lang="de-DE" sz="1400">
                <a:solidFill>
                  <a:srgbClr val="002552"/>
                </a:solidFill>
              </a:rPr>
              <a:t> </a:t>
            </a:r>
            <a:r>
              <a:rPr lang="de-DE" sz="1400" err="1">
                <a:solidFill>
                  <a:srgbClr val="002552"/>
                </a:solidFill>
              </a:rPr>
              <a:t>based</a:t>
            </a:r>
            <a:r>
              <a:rPr lang="de-DE" sz="1400">
                <a:solidFill>
                  <a:srgbClr val="002552"/>
                </a:solidFill>
              </a:rPr>
              <a:t> on </a:t>
            </a:r>
            <a:r>
              <a:rPr lang="de-DE" sz="1400" err="1">
                <a:solidFill>
                  <a:srgbClr val="002552"/>
                </a:solidFill>
              </a:rPr>
              <a:t>the</a:t>
            </a:r>
            <a:r>
              <a:rPr lang="de-DE" sz="1400">
                <a:solidFill>
                  <a:srgbClr val="002552"/>
                </a:solidFill>
              </a:rPr>
              <a:t> logo.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925D08BE-A06E-74F7-C7A2-6156B50CC4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68799" y="493257"/>
            <a:ext cx="1263159" cy="1263159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AA8FF0A8-F386-246B-DBF6-FF24568F42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70427" y="4933484"/>
            <a:ext cx="750944" cy="750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8818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BED88E83-311E-73E0-6777-A755F743565B}"/>
              </a:ext>
            </a:extLst>
          </p:cNvPr>
          <p:cNvSpPr/>
          <p:nvPr/>
        </p:nvSpPr>
        <p:spPr>
          <a:xfrm>
            <a:off x="4505496" y="1594756"/>
            <a:ext cx="1283804" cy="1470396"/>
          </a:xfrm>
          <a:prstGeom prst="rect">
            <a:avLst/>
          </a:prstGeom>
          <a:solidFill>
            <a:srgbClr val="5E67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tIns="72000" rIns="126000" bIns="72000" rtlCol="0" anchor="t">
            <a:noAutofit/>
          </a:bodyPr>
          <a:lstStyle/>
          <a:p>
            <a:pPr algn="l">
              <a:spcAft>
                <a:spcPts val="600"/>
              </a:spcAft>
            </a:pPr>
            <a:endParaRPr lang="de-DE" sz="1200">
              <a:solidFill>
                <a:schemeClr val="tx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84577F9-CF77-C7AE-2381-A79570653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Color spectrum Icons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7935C3E-AAFB-4764-7622-0418241CBD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de-DE" smtClean="0"/>
              <a:pPr/>
              <a:t>32</a:t>
            </a:fld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A880846-F7BB-8786-3AE3-9A44A28AA0E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/>
              <a:t>The Charité-Icons </a:t>
            </a:r>
            <a:r>
              <a:rPr lang="de-DE" err="1"/>
              <a:t>may</a:t>
            </a:r>
            <a:r>
              <a:rPr lang="de-DE"/>
              <a:t> </a:t>
            </a:r>
            <a:r>
              <a:rPr lang="de-DE" err="1"/>
              <a:t>be</a:t>
            </a:r>
            <a:r>
              <a:rPr lang="de-DE"/>
              <a:t> </a:t>
            </a:r>
            <a:r>
              <a:rPr lang="de-DE" err="1"/>
              <a:t>used</a:t>
            </a:r>
            <a:r>
              <a:rPr lang="de-DE"/>
              <a:t> in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primary</a:t>
            </a:r>
            <a:r>
              <a:rPr lang="de-DE"/>
              <a:t> and </a:t>
            </a:r>
            <a:r>
              <a:rPr lang="de-DE" err="1"/>
              <a:t>secondary</a:t>
            </a:r>
            <a:r>
              <a:rPr lang="de-DE"/>
              <a:t> </a:t>
            </a:r>
            <a:r>
              <a:rPr lang="de-DE" err="1"/>
              <a:t>colors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Charité.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26713B85-CE2F-FEA7-2057-41E16538980E}"/>
              </a:ext>
            </a:extLst>
          </p:cNvPr>
          <p:cNvSpPr/>
          <p:nvPr/>
        </p:nvSpPr>
        <p:spPr>
          <a:xfrm>
            <a:off x="1062081" y="3076143"/>
            <a:ext cx="1283803" cy="32409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tIns="72000" rIns="126000" bIns="72000" rtlCol="0" anchor="t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1000" b="1" i="0" err="1">
                <a:solidFill>
                  <a:schemeClr val="bg1"/>
                </a:solidFill>
                <a:effectLst/>
                <a:latin typeface="+mn-lt"/>
              </a:rPr>
              <a:t>Textgrau</a:t>
            </a:r>
            <a:endParaRPr lang="de-DE" sz="1000" b="1">
              <a:solidFill>
                <a:schemeClr val="bg1"/>
              </a:solidFill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7220F391-145A-7CB4-84FD-7DC8CD8819AE}"/>
              </a:ext>
            </a:extLst>
          </p:cNvPr>
          <p:cNvSpPr/>
          <p:nvPr/>
        </p:nvSpPr>
        <p:spPr>
          <a:xfrm>
            <a:off x="2783789" y="3076143"/>
            <a:ext cx="1283803" cy="3240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tIns="72000" rIns="126000" bIns="72000" rtlCol="0" anchor="t">
            <a:noAutofit/>
          </a:bodyPr>
          <a:lstStyle/>
          <a:p>
            <a:pPr algn="ctr">
              <a:spcAft>
                <a:spcPts val="600"/>
              </a:spcAft>
            </a:pPr>
            <a:r>
              <a:rPr lang="de-DE" sz="1000" b="1">
                <a:solidFill>
                  <a:schemeClr val="bg1"/>
                </a:solidFill>
              </a:rPr>
              <a:t>Schwarz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989719A7-E6BC-B33B-9608-7C7AB56951D9}"/>
              </a:ext>
            </a:extLst>
          </p:cNvPr>
          <p:cNvSpPr/>
          <p:nvPr/>
        </p:nvSpPr>
        <p:spPr>
          <a:xfrm>
            <a:off x="4505497" y="3076143"/>
            <a:ext cx="1283803" cy="324091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tIns="72000" rIns="126000" bIns="72000" rtlCol="0" anchor="t">
            <a:noAutofit/>
          </a:bodyPr>
          <a:lstStyle/>
          <a:p>
            <a:pPr algn="ctr">
              <a:spcAft>
                <a:spcPts val="600"/>
              </a:spcAft>
            </a:pPr>
            <a:r>
              <a:rPr lang="de-DE" sz="1000" b="1">
                <a:solidFill>
                  <a:schemeClr val="accent4"/>
                </a:solidFill>
              </a:rPr>
              <a:t>Weiß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F694ACD2-E737-FDA9-FED2-BF8DF0450CBA}"/>
              </a:ext>
            </a:extLst>
          </p:cNvPr>
          <p:cNvSpPr/>
          <p:nvPr/>
        </p:nvSpPr>
        <p:spPr>
          <a:xfrm>
            <a:off x="1062081" y="4764900"/>
            <a:ext cx="1283803" cy="324091"/>
          </a:xfrm>
          <a:prstGeom prst="rect">
            <a:avLst/>
          </a:prstGeom>
          <a:solidFill>
            <a:srgbClr val="0025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tIns="72000" rIns="126000" bIns="72000" rtlCol="0" anchor="t">
            <a:noAutofit/>
          </a:bodyPr>
          <a:lstStyle/>
          <a:p>
            <a:pPr algn="ctr">
              <a:spcAft>
                <a:spcPts val="600"/>
              </a:spcAft>
            </a:pPr>
            <a:r>
              <a:rPr lang="de-DE" sz="1000" b="1">
                <a:solidFill>
                  <a:schemeClr val="bg1"/>
                </a:solidFill>
              </a:rPr>
              <a:t>Charité-Dunkelblau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7F2462B5-975D-1234-9F2B-64255B7C3DB1}"/>
              </a:ext>
            </a:extLst>
          </p:cNvPr>
          <p:cNvSpPr/>
          <p:nvPr/>
        </p:nvSpPr>
        <p:spPr>
          <a:xfrm>
            <a:off x="2792027" y="4764900"/>
            <a:ext cx="1283803" cy="324091"/>
          </a:xfrm>
          <a:prstGeom prst="rect">
            <a:avLst/>
          </a:prstGeom>
          <a:solidFill>
            <a:srgbClr val="0D9A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tIns="72000" rIns="126000" bIns="72000" rtlCol="0" anchor="t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1000" b="1" i="0">
                <a:solidFill>
                  <a:schemeClr val="bg1"/>
                </a:solidFill>
                <a:effectLst/>
                <a:latin typeface="+mn-lt"/>
              </a:rPr>
              <a:t>Charité-Mineral</a:t>
            </a:r>
            <a:endParaRPr lang="de-DE" sz="1000" b="1">
              <a:solidFill>
                <a:schemeClr val="bg1"/>
              </a:solidFill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4C958F66-3F8E-76E2-2734-343211FFB74B}"/>
              </a:ext>
            </a:extLst>
          </p:cNvPr>
          <p:cNvSpPr/>
          <p:nvPr/>
        </p:nvSpPr>
        <p:spPr>
          <a:xfrm>
            <a:off x="4505496" y="4764900"/>
            <a:ext cx="1283803" cy="324091"/>
          </a:xfrm>
          <a:prstGeom prst="rect">
            <a:avLst/>
          </a:prstGeom>
          <a:solidFill>
            <a:srgbClr val="CCDC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tIns="72000" rIns="126000" bIns="72000" rtlCol="0" anchor="t">
            <a:noAutofit/>
          </a:bodyPr>
          <a:lstStyle/>
          <a:p>
            <a:pPr algn="l">
              <a:spcAft>
                <a:spcPts val="1200"/>
              </a:spcAft>
            </a:pPr>
            <a:r>
              <a:rPr lang="en-US" sz="1000" b="1" i="0">
                <a:solidFill>
                  <a:srgbClr val="002552"/>
                </a:solidFill>
                <a:effectLst/>
                <a:latin typeface="+mn-lt"/>
              </a:rPr>
              <a:t>  Charité </a:t>
            </a:r>
            <a:r>
              <a:rPr lang="en-US" sz="1000" b="1" i="0" err="1">
                <a:solidFill>
                  <a:srgbClr val="002552"/>
                </a:solidFill>
                <a:effectLst/>
                <a:latin typeface="+mn-lt"/>
              </a:rPr>
              <a:t>Blau</a:t>
            </a:r>
            <a:r>
              <a:rPr lang="en-US" sz="1000" b="1" i="0">
                <a:solidFill>
                  <a:srgbClr val="002552"/>
                </a:solidFill>
                <a:effectLst/>
                <a:latin typeface="+mn-lt"/>
              </a:rPr>
              <a:t> %20</a:t>
            </a:r>
            <a:endParaRPr lang="ru-RU" sz="1000" err="1">
              <a:solidFill>
                <a:srgbClr val="002552"/>
              </a:solidFill>
              <a:latin typeface="+mn-lt"/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559A60B9-E903-A3E0-9E98-0589374A5219}"/>
              </a:ext>
            </a:extLst>
          </p:cNvPr>
          <p:cNvSpPr/>
          <p:nvPr/>
        </p:nvSpPr>
        <p:spPr>
          <a:xfrm>
            <a:off x="6216304" y="4764900"/>
            <a:ext cx="1283803" cy="324091"/>
          </a:xfrm>
          <a:prstGeom prst="rect">
            <a:avLst/>
          </a:prstGeom>
          <a:solidFill>
            <a:srgbClr val="CBCF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tIns="72000" rIns="126000" bIns="72000" rtlCol="0" anchor="t">
            <a:noAutofit/>
          </a:bodyPr>
          <a:lstStyle/>
          <a:p>
            <a:pPr algn="l">
              <a:spcAft>
                <a:spcPts val="1200"/>
              </a:spcAft>
            </a:pPr>
            <a:r>
              <a:rPr lang="en-US" sz="1000" b="1" i="0">
                <a:solidFill>
                  <a:srgbClr val="002552"/>
                </a:solidFill>
                <a:effectLst/>
                <a:latin typeface="+mn-lt"/>
              </a:rPr>
              <a:t>  Charité-</a:t>
            </a:r>
            <a:r>
              <a:rPr lang="en-US" sz="1000" b="1" i="0" err="1">
                <a:solidFill>
                  <a:srgbClr val="002552"/>
                </a:solidFill>
                <a:effectLst/>
                <a:latin typeface="+mn-lt"/>
              </a:rPr>
              <a:t>Hellgraui</a:t>
            </a:r>
            <a:endParaRPr lang="ru-RU" sz="1000" err="1">
              <a:solidFill>
                <a:srgbClr val="002552"/>
              </a:solidFill>
              <a:latin typeface="+mn-lt"/>
            </a:endParaRPr>
          </a:p>
        </p:txBody>
      </p:sp>
      <p:sp>
        <p:nvSpPr>
          <p:cNvPr id="30" name="Freihandform 29">
            <a:extLst>
              <a:ext uri="{FF2B5EF4-FFF2-40B4-BE49-F238E27FC236}">
                <a16:creationId xmlns:a16="http://schemas.microsoft.com/office/drawing/2014/main" id="{EF777E15-6A4F-F63D-8B5D-15EB837C4EAD}"/>
              </a:ext>
            </a:extLst>
          </p:cNvPr>
          <p:cNvSpPr/>
          <p:nvPr/>
        </p:nvSpPr>
        <p:spPr>
          <a:xfrm>
            <a:off x="1411365" y="1798888"/>
            <a:ext cx="712233" cy="1123399"/>
          </a:xfrm>
          <a:custGeom>
            <a:avLst/>
            <a:gdLst>
              <a:gd name="connsiteX0" fmla="*/ 524700 w 570599"/>
              <a:gd name="connsiteY0" fmla="*/ 157500 h 900000"/>
              <a:gd name="connsiteX1" fmla="*/ 481050 w 570599"/>
              <a:gd name="connsiteY1" fmla="*/ 123300 h 900000"/>
              <a:gd name="connsiteX2" fmla="*/ 437400 w 570599"/>
              <a:gd name="connsiteY2" fmla="*/ 157500 h 900000"/>
              <a:gd name="connsiteX3" fmla="*/ 233325 w 570599"/>
              <a:gd name="connsiteY3" fmla="*/ 157500 h 900000"/>
              <a:gd name="connsiteX4" fmla="*/ 233325 w 570599"/>
              <a:gd name="connsiteY4" fmla="*/ 88425 h 900000"/>
              <a:gd name="connsiteX5" fmla="*/ 267075 w 570599"/>
              <a:gd name="connsiteY5" fmla="*/ 45000 h 900000"/>
              <a:gd name="connsiteX6" fmla="*/ 222075 w 570599"/>
              <a:gd name="connsiteY6" fmla="*/ 0 h 900000"/>
              <a:gd name="connsiteX7" fmla="*/ 177075 w 570599"/>
              <a:gd name="connsiteY7" fmla="*/ 45000 h 900000"/>
              <a:gd name="connsiteX8" fmla="*/ 210825 w 570599"/>
              <a:gd name="connsiteY8" fmla="*/ 88425 h 900000"/>
              <a:gd name="connsiteX9" fmla="*/ 210825 w 570599"/>
              <a:gd name="connsiteY9" fmla="*/ 157500 h 900000"/>
              <a:gd name="connsiteX10" fmla="*/ 121275 w 570599"/>
              <a:gd name="connsiteY10" fmla="*/ 157500 h 900000"/>
              <a:gd name="connsiteX11" fmla="*/ 0 w 570599"/>
              <a:gd name="connsiteY11" fmla="*/ 281250 h 900000"/>
              <a:gd name="connsiteX12" fmla="*/ 121275 w 570599"/>
              <a:gd name="connsiteY12" fmla="*/ 405000 h 900000"/>
              <a:gd name="connsiteX13" fmla="*/ 165825 w 570599"/>
              <a:gd name="connsiteY13" fmla="*/ 405000 h 900000"/>
              <a:gd name="connsiteX14" fmla="*/ 165825 w 570599"/>
              <a:gd name="connsiteY14" fmla="*/ 382500 h 900000"/>
              <a:gd name="connsiteX15" fmla="*/ 121275 w 570599"/>
              <a:gd name="connsiteY15" fmla="*/ 382500 h 900000"/>
              <a:gd name="connsiteX16" fmla="*/ 22500 w 570599"/>
              <a:gd name="connsiteY16" fmla="*/ 281250 h 900000"/>
              <a:gd name="connsiteX17" fmla="*/ 121275 w 570599"/>
              <a:gd name="connsiteY17" fmla="*/ 180000 h 900000"/>
              <a:gd name="connsiteX18" fmla="*/ 210825 w 570599"/>
              <a:gd name="connsiteY18" fmla="*/ 180000 h 900000"/>
              <a:gd name="connsiteX19" fmla="*/ 210825 w 570599"/>
              <a:gd name="connsiteY19" fmla="*/ 562500 h 900000"/>
              <a:gd name="connsiteX20" fmla="*/ 161775 w 570599"/>
              <a:gd name="connsiteY20" fmla="*/ 562500 h 900000"/>
              <a:gd name="connsiteX21" fmla="*/ 80100 w 570599"/>
              <a:gd name="connsiteY21" fmla="*/ 641925 h 900000"/>
              <a:gd name="connsiteX22" fmla="*/ 161775 w 570599"/>
              <a:gd name="connsiteY22" fmla="*/ 720000 h 900000"/>
              <a:gd name="connsiteX23" fmla="*/ 210825 w 570599"/>
              <a:gd name="connsiteY23" fmla="*/ 720000 h 900000"/>
              <a:gd name="connsiteX24" fmla="*/ 210825 w 570599"/>
              <a:gd name="connsiteY24" fmla="*/ 900000 h 900000"/>
              <a:gd name="connsiteX25" fmla="*/ 233325 w 570599"/>
              <a:gd name="connsiteY25" fmla="*/ 900000 h 900000"/>
              <a:gd name="connsiteX26" fmla="*/ 233325 w 570599"/>
              <a:gd name="connsiteY26" fmla="*/ 720225 h 900000"/>
              <a:gd name="connsiteX27" fmla="*/ 323325 w 570599"/>
              <a:gd name="connsiteY27" fmla="*/ 832500 h 900000"/>
              <a:gd name="connsiteX28" fmla="*/ 345825 w 570599"/>
              <a:gd name="connsiteY28" fmla="*/ 832500 h 900000"/>
              <a:gd name="connsiteX29" fmla="*/ 233325 w 570599"/>
              <a:gd name="connsiteY29" fmla="*/ 697725 h 900000"/>
              <a:gd name="connsiteX30" fmla="*/ 233325 w 570599"/>
              <a:gd name="connsiteY30" fmla="*/ 585000 h 900000"/>
              <a:gd name="connsiteX31" fmla="*/ 319500 w 570599"/>
              <a:gd name="connsiteY31" fmla="*/ 585000 h 900000"/>
              <a:gd name="connsiteX32" fmla="*/ 418725 w 570599"/>
              <a:gd name="connsiteY32" fmla="*/ 483975 h 900000"/>
              <a:gd name="connsiteX33" fmla="*/ 319500 w 570599"/>
              <a:gd name="connsiteY33" fmla="*/ 382725 h 900000"/>
              <a:gd name="connsiteX34" fmla="*/ 233325 w 570599"/>
              <a:gd name="connsiteY34" fmla="*/ 382725 h 900000"/>
              <a:gd name="connsiteX35" fmla="*/ 233325 w 570599"/>
              <a:gd name="connsiteY35" fmla="*/ 180000 h 900000"/>
              <a:gd name="connsiteX36" fmla="*/ 437625 w 570599"/>
              <a:gd name="connsiteY36" fmla="*/ 180000 h 900000"/>
              <a:gd name="connsiteX37" fmla="*/ 480825 w 570599"/>
              <a:gd name="connsiteY37" fmla="*/ 213300 h 900000"/>
              <a:gd name="connsiteX38" fmla="*/ 524025 w 570599"/>
              <a:gd name="connsiteY38" fmla="*/ 180000 h 900000"/>
              <a:gd name="connsiteX39" fmla="*/ 570600 w 570599"/>
              <a:gd name="connsiteY39" fmla="*/ 180000 h 900000"/>
              <a:gd name="connsiteX40" fmla="*/ 570600 w 570599"/>
              <a:gd name="connsiteY40" fmla="*/ 157500 h 900000"/>
              <a:gd name="connsiteX41" fmla="*/ 524250 w 570599"/>
              <a:gd name="connsiteY41" fmla="*/ 157500 h 900000"/>
              <a:gd name="connsiteX42" fmla="*/ 211050 w 570599"/>
              <a:gd name="connsiteY42" fmla="*/ 697500 h 900000"/>
              <a:gd name="connsiteX43" fmla="*/ 162000 w 570599"/>
              <a:gd name="connsiteY43" fmla="*/ 697500 h 900000"/>
              <a:gd name="connsiteX44" fmla="*/ 102825 w 570599"/>
              <a:gd name="connsiteY44" fmla="*/ 641925 h 900000"/>
              <a:gd name="connsiteX45" fmla="*/ 162000 w 570599"/>
              <a:gd name="connsiteY45" fmla="*/ 585000 h 900000"/>
              <a:gd name="connsiteX46" fmla="*/ 211050 w 570599"/>
              <a:gd name="connsiteY46" fmla="*/ 585000 h 900000"/>
              <a:gd name="connsiteX47" fmla="*/ 211050 w 570599"/>
              <a:gd name="connsiteY47" fmla="*/ 697500 h 900000"/>
              <a:gd name="connsiteX48" fmla="*/ 319725 w 570599"/>
              <a:gd name="connsiteY48" fmla="*/ 405225 h 900000"/>
              <a:gd name="connsiteX49" fmla="*/ 396450 w 570599"/>
              <a:gd name="connsiteY49" fmla="*/ 483975 h 900000"/>
              <a:gd name="connsiteX50" fmla="*/ 319725 w 570599"/>
              <a:gd name="connsiteY50" fmla="*/ 562500 h 900000"/>
              <a:gd name="connsiteX51" fmla="*/ 233550 w 570599"/>
              <a:gd name="connsiteY51" fmla="*/ 562500 h 900000"/>
              <a:gd name="connsiteX52" fmla="*/ 233550 w 570599"/>
              <a:gd name="connsiteY52" fmla="*/ 405225 h 900000"/>
              <a:gd name="connsiteX53" fmla="*/ 319725 w 570599"/>
              <a:gd name="connsiteY53" fmla="*/ 405225 h 900000"/>
              <a:gd name="connsiteX54" fmla="*/ 222300 w 570599"/>
              <a:gd name="connsiteY54" fmla="*/ 67500 h 900000"/>
              <a:gd name="connsiteX55" fmla="*/ 199800 w 570599"/>
              <a:gd name="connsiteY55" fmla="*/ 45000 h 900000"/>
              <a:gd name="connsiteX56" fmla="*/ 222300 w 570599"/>
              <a:gd name="connsiteY56" fmla="*/ 22500 h 900000"/>
              <a:gd name="connsiteX57" fmla="*/ 244800 w 570599"/>
              <a:gd name="connsiteY57" fmla="*/ 45000 h 900000"/>
              <a:gd name="connsiteX58" fmla="*/ 222300 w 570599"/>
              <a:gd name="connsiteY58" fmla="*/ 67500 h 900000"/>
              <a:gd name="connsiteX59" fmla="*/ 481050 w 570599"/>
              <a:gd name="connsiteY59" fmla="*/ 190800 h 900000"/>
              <a:gd name="connsiteX60" fmla="*/ 458550 w 570599"/>
              <a:gd name="connsiteY60" fmla="*/ 168300 h 900000"/>
              <a:gd name="connsiteX61" fmla="*/ 481050 w 570599"/>
              <a:gd name="connsiteY61" fmla="*/ 145800 h 900000"/>
              <a:gd name="connsiteX62" fmla="*/ 503550 w 570599"/>
              <a:gd name="connsiteY62" fmla="*/ 168300 h 900000"/>
              <a:gd name="connsiteX63" fmla="*/ 481050 w 570599"/>
              <a:gd name="connsiteY63" fmla="*/ 190800 h 9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570599" h="900000">
                <a:moveTo>
                  <a:pt x="524700" y="157500"/>
                </a:moveTo>
                <a:cubicBezTo>
                  <a:pt x="519750" y="137925"/>
                  <a:pt x="502200" y="123300"/>
                  <a:pt x="481050" y="123300"/>
                </a:cubicBezTo>
                <a:cubicBezTo>
                  <a:pt x="459900" y="123300"/>
                  <a:pt x="442350" y="137925"/>
                  <a:pt x="437400" y="157500"/>
                </a:cubicBezTo>
                <a:lnTo>
                  <a:pt x="233325" y="157500"/>
                </a:lnTo>
                <a:lnTo>
                  <a:pt x="233325" y="88425"/>
                </a:lnTo>
                <a:cubicBezTo>
                  <a:pt x="252675" y="83475"/>
                  <a:pt x="267075" y="65925"/>
                  <a:pt x="267075" y="45000"/>
                </a:cubicBezTo>
                <a:cubicBezTo>
                  <a:pt x="267075" y="20250"/>
                  <a:pt x="246825" y="0"/>
                  <a:pt x="222075" y="0"/>
                </a:cubicBezTo>
                <a:cubicBezTo>
                  <a:pt x="197325" y="0"/>
                  <a:pt x="177075" y="20250"/>
                  <a:pt x="177075" y="45000"/>
                </a:cubicBezTo>
                <a:cubicBezTo>
                  <a:pt x="177075" y="65925"/>
                  <a:pt x="191475" y="83475"/>
                  <a:pt x="210825" y="88425"/>
                </a:cubicBezTo>
                <a:lnTo>
                  <a:pt x="210825" y="157500"/>
                </a:lnTo>
                <a:lnTo>
                  <a:pt x="121275" y="157500"/>
                </a:lnTo>
                <a:cubicBezTo>
                  <a:pt x="54450" y="157500"/>
                  <a:pt x="0" y="213075"/>
                  <a:pt x="0" y="281250"/>
                </a:cubicBezTo>
                <a:cubicBezTo>
                  <a:pt x="0" y="349425"/>
                  <a:pt x="54450" y="405000"/>
                  <a:pt x="121275" y="405000"/>
                </a:cubicBezTo>
                <a:lnTo>
                  <a:pt x="165825" y="405000"/>
                </a:lnTo>
                <a:lnTo>
                  <a:pt x="165825" y="382500"/>
                </a:lnTo>
                <a:lnTo>
                  <a:pt x="121275" y="382500"/>
                </a:lnTo>
                <a:cubicBezTo>
                  <a:pt x="66825" y="382500"/>
                  <a:pt x="22500" y="337050"/>
                  <a:pt x="22500" y="281250"/>
                </a:cubicBezTo>
                <a:cubicBezTo>
                  <a:pt x="22500" y="225450"/>
                  <a:pt x="66825" y="180000"/>
                  <a:pt x="121275" y="180000"/>
                </a:cubicBezTo>
                <a:lnTo>
                  <a:pt x="210825" y="180000"/>
                </a:lnTo>
                <a:lnTo>
                  <a:pt x="210825" y="562500"/>
                </a:lnTo>
                <a:lnTo>
                  <a:pt x="161775" y="562500"/>
                </a:lnTo>
                <a:cubicBezTo>
                  <a:pt x="115200" y="562500"/>
                  <a:pt x="80100" y="596925"/>
                  <a:pt x="80100" y="641925"/>
                </a:cubicBezTo>
                <a:cubicBezTo>
                  <a:pt x="80100" y="686925"/>
                  <a:pt x="115200" y="720000"/>
                  <a:pt x="161775" y="720000"/>
                </a:cubicBezTo>
                <a:lnTo>
                  <a:pt x="210825" y="720000"/>
                </a:lnTo>
                <a:cubicBezTo>
                  <a:pt x="210825" y="720000"/>
                  <a:pt x="210825" y="900000"/>
                  <a:pt x="210825" y="900000"/>
                </a:cubicBezTo>
                <a:lnTo>
                  <a:pt x="233325" y="900000"/>
                </a:lnTo>
                <a:lnTo>
                  <a:pt x="233325" y="720225"/>
                </a:lnTo>
                <a:cubicBezTo>
                  <a:pt x="289125" y="723375"/>
                  <a:pt x="323325" y="779850"/>
                  <a:pt x="323325" y="832500"/>
                </a:cubicBezTo>
                <a:lnTo>
                  <a:pt x="345825" y="832500"/>
                </a:lnTo>
                <a:cubicBezTo>
                  <a:pt x="345825" y="759825"/>
                  <a:pt x="295875" y="700650"/>
                  <a:pt x="233325" y="697725"/>
                </a:cubicBezTo>
                <a:lnTo>
                  <a:pt x="233325" y="585000"/>
                </a:lnTo>
                <a:lnTo>
                  <a:pt x="319500" y="585000"/>
                </a:lnTo>
                <a:cubicBezTo>
                  <a:pt x="374175" y="585000"/>
                  <a:pt x="418725" y="539775"/>
                  <a:pt x="418725" y="483975"/>
                </a:cubicBezTo>
                <a:cubicBezTo>
                  <a:pt x="418725" y="428175"/>
                  <a:pt x="374175" y="382725"/>
                  <a:pt x="319500" y="382725"/>
                </a:cubicBezTo>
                <a:lnTo>
                  <a:pt x="233325" y="382725"/>
                </a:lnTo>
                <a:lnTo>
                  <a:pt x="233325" y="180000"/>
                </a:lnTo>
                <a:lnTo>
                  <a:pt x="437625" y="180000"/>
                </a:lnTo>
                <a:cubicBezTo>
                  <a:pt x="442800" y="199125"/>
                  <a:pt x="460125" y="213300"/>
                  <a:pt x="480825" y="213300"/>
                </a:cubicBezTo>
                <a:cubicBezTo>
                  <a:pt x="501525" y="213300"/>
                  <a:pt x="518850" y="199125"/>
                  <a:pt x="524025" y="180000"/>
                </a:cubicBezTo>
                <a:lnTo>
                  <a:pt x="570600" y="180000"/>
                </a:lnTo>
                <a:lnTo>
                  <a:pt x="570600" y="157500"/>
                </a:lnTo>
                <a:lnTo>
                  <a:pt x="524250" y="157500"/>
                </a:lnTo>
                <a:close/>
                <a:moveTo>
                  <a:pt x="211050" y="697500"/>
                </a:moveTo>
                <a:lnTo>
                  <a:pt x="162000" y="697500"/>
                </a:lnTo>
                <a:cubicBezTo>
                  <a:pt x="127800" y="697500"/>
                  <a:pt x="102825" y="674100"/>
                  <a:pt x="102825" y="641925"/>
                </a:cubicBezTo>
                <a:cubicBezTo>
                  <a:pt x="102825" y="609750"/>
                  <a:pt x="128250" y="585000"/>
                  <a:pt x="162000" y="585000"/>
                </a:cubicBezTo>
                <a:lnTo>
                  <a:pt x="211050" y="585000"/>
                </a:lnTo>
                <a:lnTo>
                  <a:pt x="211050" y="697500"/>
                </a:lnTo>
                <a:close/>
                <a:moveTo>
                  <a:pt x="319725" y="405225"/>
                </a:moveTo>
                <a:cubicBezTo>
                  <a:pt x="362025" y="405225"/>
                  <a:pt x="396450" y="440550"/>
                  <a:pt x="396450" y="483975"/>
                </a:cubicBezTo>
                <a:cubicBezTo>
                  <a:pt x="396450" y="527400"/>
                  <a:pt x="362025" y="562500"/>
                  <a:pt x="319725" y="562500"/>
                </a:cubicBezTo>
                <a:lnTo>
                  <a:pt x="233550" y="562500"/>
                </a:lnTo>
                <a:lnTo>
                  <a:pt x="233550" y="405225"/>
                </a:lnTo>
                <a:lnTo>
                  <a:pt x="319725" y="405225"/>
                </a:lnTo>
                <a:close/>
                <a:moveTo>
                  <a:pt x="222300" y="67500"/>
                </a:moveTo>
                <a:cubicBezTo>
                  <a:pt x="209925" y="67500"/>
                  <a:pt x="199800" y="57375"/>
                  <a:pt x="199800" y="45000"/>
                </a:cubicBezTo>
                <a:cubicBezTo>
                  <a:pt x="199800" y="32625"/>
                  <a:pt x="209925" y="22500"/>
                  <a:pt x="222300" y="22500"/>
                </a:cubicBezTo>
                <a:cubicBezTo>
                  <a:pt x="234675" y="22500"/>
                  <a:pt x="244800" y="32625"/>
                  <a:pt x="244800" y="45000"/>
                </a:cubicBezTo>
                <a:cubicBezTo>
                  <a:pt x="244800" y="57375"/>
                  <a:pt x="234675" y="67500"/>
                  <a:pt x="222300" y="67500"/>
                </a:cubicBezTo>
                <a:close/>
                <a:moveTo>
                  <a:pt x="481050" y="190800"/>
                </a:moveTo>
                <a:cubicBezTo>
                  <a:pt x="468675" y="190800"/>
                  <a:pt x="458550" y="180675"/>
                  <a:pt x="458550" y="168300"/>
                </a:cubicBezTo>
                <a:cubicBezTo>
                  <a:pt x="458550" y="155925"/>
                  <a:pt x="468675" y="145800"/>
                  <a:pt x="481050" y="145800"/>
                </a:cubicBezTo>
                <a:cubicBezTo>
                  <a:pt x="493425" y="145800"/>
                  <a:pt x="503550" y="155925"/>
                  <a:pt x="503550" y="168300"/>
                </a:cubicBezTo>
                <a:cubicBezTo>
                  <a:pt x="503550" y="180675"/>
                  <a:pt x="493425" y="190800"/>
                  <a:pt x="481050" y="190800"/>
                </a:cubicBezTo>
                <a:close/>
              </a:path>
            </a:pathLst>
          </a:custGeom>
          <a:solidFill>
            <a:srgbClr val="5E676C"/>
          </a:solidFill>
          <a:ln w="22423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31" name="Freihandform 30">
            <a:extLst>
              <a:ext uri="{FF2B5EF4-FFF2-40B4-BE49-F238E27FC236}">
                <a16:creationId xmlns:a16="http://schemas.microsoft.com/office/drawing/2014/main" id="{7AAB3E39-3FD9-6891-7FAE-7470B4FDC442}"/>
              </a:ext>
            </a:extLst>
          </p:cNvPr>
          <p:cNvSpPr/>
          <p:nvPr/>
        </p:nvSpPr>
        <p:spPr>
          <a:xfrm>
            <a:off x="3109536" y="1798888"/>
            <a:ext cx="712233" cy="1123399"/>
          </a:xfrm>
          <a:custGeom>
            <a:avLst/>
            <a:gdLst>
              <a:gd name="connsiteX0" fmla="*/ 524700 w 570599"/>
              <a:gd name="connsiteY0" fmla="*/ 157500 h 900000"/>
              <a:gd name="connsiteX1" fmla="*/ 481050 w 570599"/>
              <a:gd name="connsiteY1" fmla="*/ 123300 h 900000"/>
              <a:gd name="connsiteX2" fmla="*/ 437400 w 570599"/>
              <a:gd name="connsiteY2" fmla="*/ 157500 h 900000"/>
              <a:gd name="connsiteX3" fmla="*/ 233325 w 570599"/>
              <a:gd name="connsiteY3" fmla="*/ 157500 h 900000"/>
              <a:gd name="connsiteX4" fmla="*/ 233325 w 570599"/>
              <a:gd name="connsiteY4" fmla="*/ 88425 h 900000"/>
              <a:gd name="connsiteX5" fmla="*/ 267075 w 570599"/>
              <a:gd name="connsiteY5" fmla="*/ 45000 h 900000"/>
              <a:gd name="connsiteX6" fmla="*/ 222075 w 570599"/>
              <a:gd name="connsiteY6" fmla="*/ 0 h 900000"/>
              <a:gd name="connsiteX7" fmla="*/ 177075 w 570599"/>
              <a:gd name="connsiteY7" fmla="*/ 45000 h 900000"/>
              <a:gd name="connsiteX8" fmla="*/ 210825 w 570599"/>
              <a:gd name="connsiteY8" fmla="*/ 88425 h 900000"/>
              <a:gd name="connsiteX9" fmla="*/ 210825 w 570599"/>
              <a:gd name="connsiteY9" fmla="*/ 157500 h 900000"/>
              <a:gd name="connsiteX10" fmla="*/ 121275 w 570599"/>
              <a:gd name="connsiteY10" fmla="*/ 157500 h 900000"/>
              <a:gd name="connsiteX11" fmla="*/ 0 w 570599"/>
              <a:gd name="connsiteY11" fmla="*/ 281250 h 900000"/>
              <a:gd name="connsiteX12" fmla="*/ 121275 w 570599"/>
              <a:gd name="connsiteY12" fmla="*/ 405000 h 900000"/>
              <a:gd name="connsiteX13" fmla="*/ 165825 w 570599"/>
              <a:gd name="connsiteY13" fmla="*/ 405000 h 900000"/>
              <a:gd name="connsiteX14" fmla="*/ 165825 w 570599"/>
              <a:gd name="connsiteY14" fmla="*/ 382500 h 900000"/>
              <a:gd name="connsiteX15" fmla="*/ 121275 w 570599"/>
              <a:gd name="connsiteY15" fmla="*/ 382500 h 900000"/>
              <a:gd name="connsiteX16" fmla="*/ 22500 w 570599"/>
              <a:gd name="connsiteY16" fmla="*/ 281250 h 900000"/>
              <a:gd name="connsiteX17" fmla="*/ 121275 w 570599"/>
              <a:gd name="connsiteY17" fmla="*/ 180000 h 900000"/>
              <a:gd name="connsiteX18" fmla="*/ 210825 w 570599"/>
              <a:gd name="connsiteY18" fmla="*/ 180000 h 900000"/>
              <a:gd name="connsiteX19" fmla="*/ 210825 w 570599"/>
              <a:gd name="connsiteY19" fmla="*/ 562500 h 900000"/>
              <a:gd name="connsiteX20" fmla="*/ 161775 w 570599"/>
              <a:gd name="connsiteY20" fmla="*/ 562500 h 900000"/>
              <a:gd name="connsiteX21" fmla="*/ 80100 w 570599"/>
              <a:gd name="connsiteY21" fmla="*/ 641925 h 900000"/>
              <a:gd name="connsiteX22" fmla="*/ 161775 w 570599"/>
              <a:gd name="connsiteY22" fmla="*/ 720000 h 900000"/>
              <a:gd name="connsiteX23" fmla="*/ 210825 w 570599"/>
              <a:gd name="connsiteY23" fmla="*/ 720000 h 900000"/>
              <a:gd name="connsiteX24" fmla="*/ 210825 w 570599"/>
              <a:gd name="connsiteY24" fmla="*/ 900000 h 900000"/>
              <a:gd name="connsiteX25" fmla="*/ 233325 w 570599"/>
              <a:gd name="connsiteY25" fmla="*/ 900000 h 900000"/>
              <a:gd name="connsiteX26" fmla="*/ 233325 w 570599"/>
              <a:gd name="connsiteY26" fmla="*/ 720225 h 900000"/>
              <a:gd name="connsiteX27" fmla="*/ 323325 w 570599"/>
              <a:gd name="connsiteY27" fmla="*/ 832500 h 900000"/>
              <a:gd name="connsiteX28" fmla="*/ 345825 w 570599"/>
              <a:gd name="connsiteY28" fmla="*/ 832500 h 900000"/>
              <a:gd name="connsiteX29" fmla="*/ 233325 w 570599"/>
              <a:gd name="connsiteY29" fmla="*/ 697725 h 900000"/>
              <a:gd name="connsiteX30" fmla="*/ 233325 w 570599"/>
              <a:gd name="connsiteY30" fmla="*/ 585000 h 900000"/>
              <a:gd name="connsiteX31" fmla="*/ 319500 w 570599"/>
              <a:gd name="connsiteY31" fmla="*/ 585000 h 900000"/>
              <a:gd name="connsiteX32" fmla="*/ 418725 w 570599"/>
              <a:gd name="connsiteY32" fmla="*/ 483975 h 900000"/>
              <a:gd name="connsiteX33" fmla="*/ 319500 w 570599"/>
              <a:gd name="connsiteY33" fmla="*/ 382725 h 900000"/>
              <a:gd name="connsiteX34" fmla="*/ 233325 w 570599"/>
              <a:gd name="connsiteY34" fmla="*/ 382725 h 900000"/>
              <a:gd name="connsiteX35" fmla="*/ 233325 w 570599"/>
              <a:gd name="connsiteY35" fmla="*/ 180000 h 900000"/>
              <a:gd name="connsiteX36" fmla="*/ 437625 w 570599"/>
              <a:gd name="connsiteY36" fmla="*/ 180000 h 900000"/>
              <a:gd name="connsiteX37" fmla="*/ 480825 w 570599"/>
              <a:gd name="connsiteY37" fmla="*/ 213300 h 900000"/>
              <a:gd name="connsiteX38" fmla="*/ 524025 w 570599"/>
              <a:gd name="connsiteY38" fmla="*/ 180000 h 900000"/>
              <a:gd name="connsiteX39" fmla="*/ 570600 w 570599"/>
              <a:gd name="connsiteY39" fmla="*/ 180000 h 900000"/>
              <a:gd name="connsiteX40" fmla="*/ 570600 w 570599"/>
              <a:gd name="connsiteY40" fmla="*/ 157500 h 900000"/>
              <a:gd name="connsiteX41" fmla="*/ 524250 w 570599"/>
              <a:gd name="connsiteY41" fmla="*/ 157500 h 900000"/>
              <a:gd name="connsiteX42" fmla="*/ 211050 w 570599"/>
              <a:gd name="connsiteY42" fmla="*/ 697500 h 900000"/>
              <a:gd name="connsiteX43" fmla="*/ 162000 w 570599"/>
              <a:gd name="connsiteY43" fmla="*/ 697500 h 900000"/>
              <a:gd name="connsiteX44" fmla="*/ 102825 w 570599"/>
              <a:gd name="connsiteY44" fmla="*/ 641925 h 900000"/>
              <a:gd name="connsiteX45" fmla="*/ 162000 w 570599"/>
              <a:gd name="connsiteY45" fmla="*/ 585000 h 900000"/>
              <a:gd name="connsiteX46" fmla="*/ 211050 w 570599"/>
              <a:gd name="connsiteY46" fmla="*/ 585000 h 900000"/>
              <a:gd name="connsiteX47" fmla="*/ 211050 w 570599"/>
              <a:gd name="connsiteY47" fmla="*/ 697500 h 900000"/>
              <a:gd name="connsiteX48" fmla="*/ 319725 w 570599"/>
              <a:gd name="connsiteY48" fmla="*/ 405225 h 900000"/>
              <a:gd name="connsiteX49" fmla="*/ 396450 w 570599"/>
              <a:gd name="connsiteY49" fmla="*/ 483975 h 900000"/>
              <a:gd name="connsiteX50" fmla="*/ 319725 w 570599"/>
              <a:gd name="connsiteY50" fmla="*/ 562500 h 900000"/>
              <a:gd name="connsiteX51" fmla="*/ 233550 w 570599"/>
              <a:gd name="connsiteY51" fmla="*/ 562500 h 900000"/>
              <a:gd name="connsiteX52" fmla="*/ 233550 w 570599"/>
              <a:gd name="connsiteY52" fmla="*/ 405225 h 900000"/>
              <a:gd name="connsiteX53" fmla="*/ 319725 w 570599"/>
              <a:gd name="connsiteY53" fmla="*/ 405225 h 900000"/>
              <a:gd name="connsiteX54" fmla="*/ 222300 w 570599"/>
              <a:gd name="connsiteY54" fmla="*/ 67500 h 900000"/>
              <a:gd name="connsiteX55" fmla="*/ 199800 w 570599"/>
              <a:gd name="connsiteY55" fmla="*/ 45000 h 900000"/>
              <a:gd name="connsiteX56" fmla="*/ 222300 w 570599"/>
              <a:gd name="connsiteY56" fmla="*/ 22500 h 900000"/>
              <a:gd name="connsiteX57" fmla="*/ 244800 w 570599"/>
              <a:gd name="connsiteY57" fmla="*/ 45000 h 900000"/>
              <a:gd name="connsiteX58" fmla="*/ 222300 w 570599"/>
              <a:gd name="connsiteY58" fmla="*/ 67500 h 900000"/>
              <a:gd name="connsiteX59" fmla="*/ 481050 w 570599"/>
              <a:gd name="connsiteY59" fmla="*/ 190800 h 900000"/>
              <a:gd name="connsiteX60" fmla="*/ 458550 w 570599"/>
              <a:gd name="connsiteY60" fmla="*/ 168300 h 900000"/>
              <a:gd name="connsiteX61" fmla="*/ 481050 w 570599"/>
              <a:gd name="connsiteY61" fmla="*/ 145800 h 900000"/>
              <a:gd name="connsiteX62" fmla="*/ 503550 w 570599"/>
              <a:gd name="connsiteY62" fmla="*/ 168300 h 900000"/>
              <a:gd name="connsiteX63" fmla="*/ 481050 w 570599"/>
              <a:gd name="connsiteY63" fmla="*/ 190800 h 9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570599" h="900000">
                <a:moveTo>
                  <a:pt x="524700" y="157500"/>
                </a:moveTo>
                <a:cubicBezTo>
                  <a:pt x="519750" y="137925"/>
                  <a:pt x="502200" y="123300"/>
                  <a:pt x="481050" y="123300"/>
                </a:cubicBezTo>
                <a:cubicBezTo>
                  <a:pt x="459900" y="123300"/>
                  <a:pt x="442350" y="137925"/>
                  <a:pt x="437400" y="157500"/>
                </a:cubicBezTo>
                <a:lnTo>
                  <a:pt x="233325" y="157500"/>
                </a:lnTo>
                <a:lnTo>
                  <a:pt x="233325" y="88425"/>
                </a:lnTo>
                <a:cubicBezTo>
                  <a:pt x="252675" y="83475"/>
                  <a:pt x="267075" y="65925"/>
                  <a:pt x="267075" y="45000"/>
                </a:cubicBezTo>
                <a:cubicBezTo>
                  <a:pt x="267075" y="20250"/>
                  <a:pt x="246825" y="0"/>
                  <a:pt x="222075" y="0"/>
                </a:cubicBezTo>
                <a:cubicBezTo>
                  <a:pt x="197325" y="0"/>
                  <a:pt x="177075" y="20250"/>
                  <a:pt x="177075" y="45000"/>
                </a:cubicBezTo>
                <a:cubicBezTo>
                  <a:pt x="177075" y="65925"/>
                  <a:pt x="191475" y="83475"/>
                  <a:pt x="210825" y="88425"/>
                </a:cubicBezTo>
                <a:lnTo>
                  <a:pt x="210825" y="157500"/>
                </a:lnTo>
                <a:lnTo>
                  <a:pt x="121275" y="157500"/>
                </a:lnTo>
                <a:cubicBezTo>
                  <a:pt x="54450" y="157500"/>
                  <a:pt x="0" y="213075"/>
                  <a:pt x="0" y="281250"/>
                </a:cubicBezTo>
                <a:cubicBezTo>
                  <a:pt x="0" y="349425"/>
                  <a:pt x="54450" y="405000"/>
                  <a:pt x="121275" y="405000"/>
                </a:cubicBezTo>
                <a:lnTo>
                  <a:pt x="165825" y="405000"/>
                </a:lnTo>
                <a:lnTo>
                  <a:pt x="165825" y="382500"/>
                </a:lnTo>
                <a:lnTo>
                  <a:pt x="121275" y="382500"/>
                </a:lnTo>
                <a:cubicBezTo>
                  <a:pt x="66825" y="382500"/>
                  <a:pt x="22500" y="337050"/>
                  <a:pt x="22500" y="281250"/>
                </a:cubicBezTo>
                <a:cubicBezTo>
                  <a:pt x="22500" y="225450"/>
                  <a:pt x="66825" y="180000"/>
                  <a:pt x="121275" y="180000"/>
                </a:cubicBezTo>
                <a:lnTo>
                  <a:pt x="210825" y="180000"/>
                </a:lnTo>
                <a:lnTo>
                  <a:pt x="210825" y="562500"/>
                </a:lnTo>
                <a:lnTo>
                  <a:pt x="161775" y="562500"/>
                </a:lnTo>
                <a:cubicBezTo>
                  <a:pt x="115200" y="562500"/>
                  <a:pt x="80100" y="596925"/>
                  <a:pt x="80100" y="641925"/>
                </a:cubicBezTo>
                <a:cubicBezTo>
                  <a:pt x="80100" y="686925"/>
                  <a:pt x="115200" y="720000"/>
                  <a:pt x="161775" y="720000"/>
                </a:cubicBezTo>
                <a:lnTo>
                  <a:pt x="210825" y="720000"/>
                </a:lnTo>
                <a:cubicBezTo>
                  <a:pt x="210825" y="720000"/>
                  <a:pt x="210825" y="900000"/>
                  <a:pt x="210825" y="900000"/>
                </a:cubicBezTo>
                <a:lnTo>
                  <a:pt x="233325" y="900000"/>
                </a:lnTo>
                <a:lnTo>
                  <a:pt x="233325" y="720225"/>
                </a:lnTo>
                <a:cubicBezTo>
                  <a:pt x="289125" y="723375"/>
                  <a:pt x="323325" y="779850"/>
                  <a:pt x="323325" y="832500"/>
                </a:cubicBezTo>
                <a:lnTo>
                  <a:pt x="345825" y="832500"/>
                </a:lnTo>
                <a:cubicBezTo>
                  <a:pt x="345825" y="759825"/>
                  <a:pt x="295875" y="700650"/>
                  <a:pt x="233325" y="697725"/>
                </a:cubicBezTo>
                <a:lnTo>
                  <a:pt x="233325" y="585000"/>
                </a:lnTo>
                <a:lnTo>
                  <a:pt x="319500" y="585000"/>
                </a:lnTo>
                <a:cubicBezTo>
                  <a:pt x="374175" y="585000"/>
                  <a:pt x="418725" y="539775"/>
                  <a:pt x="418725" y="483975"/>
                </a:cubicBezTo>
                <a:cubicBezTo>
                  <a:pt x="418725" y="428175"/>
                  <a:pt x="374175" y="382725"/>
                  <a:pt x="319500" y="382725"/>
                </a:cubicBezTo>
                <a:lnTo>
                  <a:pt x="233325" y="382725"/>
                </a:lnTo>
                <a:lnTo>
                  <a:pt x="233325" y="180000"/>
                </a:lnTo>
                <a:lnTo>
                  <a:pt x="437625" y="180000"/>
                </a:lnTo>
                <a:cubicBezTo>
                  <a:pt x="442800" y="199125"/>
                  <a:pt x="460125" y="213300"/>
                  <a:pt x="480825" y="213300"/>
                </a:cubicBezTo>
                <a:cubicBezTo>
                  <a:pt x="501525" y="213300"/>
                  <a:pt x="518850" y="199125"/>
                  <a:pt x="524025" y="180000"/>
                </a:cubicBezTo>
                <a:lnTo>
                  <a:pt x="570600" y="180000"/>
                </a:lnTo>
                <a:lnTo>
                  <a:pt x="570600" y="157500"/>
                </a:lnTo>
                <a:lnTo>
                  <a:pt x="524250" y="157500"/>
                </a:lnTo>
                <a:close/>
                <a:moveTo>
                  <a:pt x="211050" y="697500"/>
                </a:moveTo>
                <a:lnTo>
                  <a:pt x="162000" y="697500"/>
                </a:lnTo>
                <a:cubicBezTo>
                  <a:pt x="127800" y="697500"/>
                  <a:pt x="102825" y="674100"/>
                  <a:pt x="102825" y="641925"/>
                </a:cubicBezTo>
                <a:cubicBezTo>
                  <a:pt x="102825" y="609750"/>
                  <a:pt x="128250" y="585000"/>
                  <a:pt x="162000" y="585000"/>
                </a:cubicBezTo>
                <a:lnTo>
                  <a:pt x="211050" y="585000"/>
                </a:lnTo>
                <a:lnTo>
                  <a:pt x="211050" y="697500"/>
                </a:lnTo>
                <a:close/>
                <a:moveTo>
                  <a:pt x="319725" y="405225"/>
                </a:moveTo>
                <a:cubicBezTo>
                  <a:pt x="362025" y="405225"/>
                  <a:pt x="396450" y="440550"/>
                  <a:pt x="396450" y="483975"/>
                </a:cubicBezTo>
                <a:cubicBezTo>
                  <a:pt x="396450" y="527400"/>
                  <a:pt x="362025" y="562500"/>
                  <a:pt x="319725" y="562500"/>
                </a:cubicBezTo>
                <a:lnTo>
                  <a:pt x="233550" y="562500"/>
                </a:lnTo>
                <a:lnTo>
                  <a:pt x="233550" y="405225"/>
                </a:lnTo>
                <a:lnTo>
                  <a:pt x="319725" y="405225"/>
                </a:lnTo>
                <a:close/>
                <a:moveTo>
                  <a:pt x="222300" y="67500"/>
                </a:moveTo>
                <a:cubicBezTo>
                  <a:pt x="209925" y="67500"/>
                  <a:pt x="199800" y="57375"/>
                  <a:pt x="199800" y="45000"/>
                </a:cubicBezTo>
                <a:cubicBezTo>
                  <a:pt x="199800" y="32625"/>
                  <a:pt x="209925" y="22500"/>
                  <a:pt x="222300" y="22500"/>
                </a:cubicBezTo>
                <a:cubicBezTo>
                  <a:pt x="234675" y="22500"/>
                  <a:pt x="244800" y="32625"/>
                  <a:pt x="244800" y="45000"/>
                </a:cubicBezTo>
                <a:cubicBezTo>
                  <a:pt x="244800" y="57375"/>
                  <a:pt x="234675" y="67500"/>
                  <a:pt x="222300" y="67500"/>
                </a:cubicBezTo>
                <a:close/>
                <a:moveTo>
                  <a:pt x="481050" y="190800"/>
                </a:moveTo>
                <a:cubicBezTo>
                  <a:pt x="468675" y="190800"/>
                  <a:pt x="458550" y="180675"/>
                  <a:pt x="458550" y="168300"/>
                </a:cubicBezTo>
                <a:cubicBezTo>
                  <a:pt x="458550" y="155925"/>
                  <a:pt x="468675" y="145800"/>
                  <a:pt x="481050" y="145800"/>
                </a:cubicBezTo>
                <a:cubicBezTo>
                  <a:pt x="493425" y="145800"/>
                  <a:pt x="503550" y="155925"/>
                  <a:pt x="503550" y="168300"/>
                </a:cubicBezTo>
                <a:cubicBezTo>
                  <a:pt x="503550" y="180675"/>
                  <a:pt x="493425" y="190800"/>
                  <a:pt x="481050" y="190800"/>
                </a:cubicBezTo>
                <a:close/>
              </a:path>
            </a:pathLst>
          </a:custGeom>
          <a:solidFill>
            <a:schemeClr val="tx1"/>
          </a:solidFill>
          <a:ln w="22423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33" name="Freihandform 32">
            <a:extLst>
              <a:ext uri="{FF2B5EF4-FFF2-40B4-BE49-F238E27FC236}">
                <a16:creationId xmlns:a16="http://schemas.microsoft.com/office/drawing/2014/main" id="{A50B2182-6D62-7BB7-E793-9A601E63000E}"/>
              </a:ext>
            </a:extLst>
          </p:cNvPr>
          <p:cNvSpPr/>
          <p:nvPr/>
        </p:nvSpPr>
        <p:spPr>
          <a:xfrm>
            <a:off x="4875873" y="1798888"/>
            <a:ext cx="712233" cy="1123399"/>
          </a:xfrm>
          <a:custGeom>
            <a:avLst/>
            <a:gdLst>
              <a:gd name="connsiteX0" fmla="*/ 524700 w 570599"/>
              <a:gd name="connsiteY0" fmla="*/ 157500 h 900000"/>
              <a:gd name="connsiteX1" fmla="*/ 481050 w 570599"/>
              <a:gd name="connsiteY1" fmla="*/ 123300 h 900000"/>
              <a:gd name="connsiteX2" fmla="*/ 437400 w 570599"/>
              <a:gd name="connsiteY2" fmla="*/ 157500 h 900000"/>
              <a:gd name="connsiteX3" fmla="*/ 233325 w 570599"/>
              <a:gd name="connsiteY3" fmla="*/ 157500 h 900000"/>
              <a:gd name="connsiteX4" fmla="*/ 233325 w 570599"/>
              <a:gd name="connsiteY4" fmla="*/ 88425 h 900000"/>
              <a:gd name="connsiteX5" fmla="*/ 267075 w 570599"/>
              <a:gd name="connsiteY5" fmla="*/ 45000 h 900000"/>
              <a:gd name="connsiteX6" fmla="*/ 222075 w 570599"/>
              <a:gd name="connsiteY6" fmla="*/ 0 h 900000"/>
              <a:gd name="connsiteX7" fmla="*/ 177075 w 570599"/>
              <a:gd name="connsiteY7" fmla="*/ 45000 h 900000"/>
              <a:gd name="connsiteX8" fmla="*/ 210825 w 570599"/>
              <a:gd name="connsiteY8" fmla="*/ 88425 h 900000"/>
              <a:gd name="connsiteX9" fmla="*/ 210825 w 570599"/>
              <a:gd name="connsiteY9" fmla="*/ 157500 h 900000"/>
              <a:gd name="connsiteX10" fmla="*/ 121275 w 570599"/>
              <a:gd name="connsiteY10" fmla="*/ 157500 h 900000"/>
              <a:gd name="connsiteX11" fmla="*/ 0 w 570599"/>
              <a:gd name="connsiteY11" fmla="*/ 281250 h 900000"/>
              <a:gd name="connsiteX12" fmla="*/ 121275 w 570599"/>
              <a:gd name="connsiteY12" fmla="*/ 405000 h 900000"/>
              <a:gd name="connsiteX13" fmla="*/ 165825 w 570599"/>
              <a:gd name="connsiteY13" fmla="*/ 405000 h 900000"/>
              <a:gd name="connsiteX14" fmla="*/ 165825 w 570599"/>
              <a:gd name="connsiteY14" fmla="*/ 382500 h 900000"/>
              <a:gd name="connsiteX15" fmla="*/ 121275 w 570599"/>
              <a:gd name="connsiteY15" fmla="*/ 382500 h 900000"/>
              <a:gd name="connsiteX16" fmla="*/ 22500 w 570599"/>
              <a:gd name="connsiteY16" fmla="*/ 281250 h 900000"/>
              <a:gd name="connsiteX17" fmla="*/ 121275 w 570599"/>
              <a:gd name="connsiteY17" fmla="*/ 180000 h 900000"/>
              <a:gd name="connsiteX18" fmla="*/ 210825 w 570599"/>
              <a:gd name="connsiteY18" fmla="*/ 180000 h 900000"/>
              <a:gd name="connsiteX19" fmla="*/ 210825 w 570599"/>
              <a:gd name="connsiteY19" fmla="*/ 562500 h 900000"/>
              <a:gd name="connsiteX20" fmla="*/ 161775 w 570599"/>
              <a:gd name="connsiteY20" fmla="*/ 562500 h 900000"/>
              <a:gd name="connsiteX21" fmla="*/ 80100 w 570599"/>
              <a:gd name="connsiteY21" fmla="*/ 641925 h 900000"/>
              <a:gd name="connsiteX22" fmla="*/ 161775 w 570599"/>
              <a:gd name="connsiteY22" fmla="*/ 720000 h 900000"/>
              <a:gd name="connsiteX23" fmla="*/ 210825 w 570599"/>
              <a:gd name="connsiteY23" fmla="*/ 720000 h 900000"/>
              <a:gd name="connsiteX24" fmla="*/ 210825 w 570599"/>
              <a:gd name="connsiteY24" fmla="*/ 900000 h 900000"/>
              <a:gd name="connsiteX25" fmla="*/ 233325 w 570599"/>
              <a:gd name="connsiteY25" fmla="*/ 900000 h 900000"/>
              <a:gd name="connsiteX26" fmla="*/ 233325 w 570599"/>
              <a:gd name="connsiteY26" fmla="*/ 720225 h 900000"/>
              <a:gd name="connsiteX27" fmla="*/ 323325 w 570599"/>
              <a:gd name="connsiteY27" fmla="*/ 832500 h 900000"/>
              <a:gd name="connsiteX28" fmla="*/ 345825 w 570599"/>
              <a:gd name="connsiteY28" fmla="*/ 832500 h 900000"/>
              <a:gd name="connsiteX29" fmla="*/ 233325 w 570599"/>
              <a:gd name="connsiteY29" fmla="*/ 697725 h 900000"/>
              <a:gd name="connsiteX30" fmla="*/ 233325 w 570599"/>
              <a:gd name="connsiteY30" fmla="*/ 585000 h 900000"/>
              <a:gd name="connsiteX31" fmla="*/ 319500 w 570599"/>
              <a:gd name="connsiteY31" fmla="*/ 585000 h 900000"/>
              <a:gd name="connsiteX32" fmla="*/ 418725 w 570599"/>
              <a:gd name="connsiteY32" fmla="*/ 483975 h 900000"/>
              <a:gd name="connsiteX33" fmla="*/ 319500 w 570599"/>
              <a:gd name="connsiteY33" fmla="*/ 382725 h 900000"/>
              <a:gd name="connsiteX34" fmla="*/ 233325 w 570599"/>
              <a:gd name="connsiteY34" fmla="*/ 382725 h 900000"/>
              <a:gd name="connsiteX35" fmla="*/ 233325 w 570599"/>
              <a:gd name="connsiteY35" fmla="*/ 180000 h 900000"/>
              <a:gd name="connsiteX36" fmla="*/ 437625 w 570599"/>
              <a:gd name="connsiteY36" fmla="*/ 180000 h 900000"/>
              <a:gd name="connsiteX37" fmla="*/ 480825 w 570599"/>
              <a:gd name="connsiteY37" fmla="*/ 213300 h 900000"/>
              <a:gd name="connsiteX38" fmla="*/ 524025 w 570599"/>
              <a:gd name="connsiteY38" fmla="*/ 180000 h 900000"/>
              <a:gd name="connsiteX39" fmla="*/ 570600 w 570599"/>
              <a:gd name="connsiteY39" fmla="*/ 180000 h 900000"/>
              <a:gd name="connsiteX40" fmla="*/ 570600 w 570599"/>
              <a:gd name="connsiteY40" fmla="*/ 157500 h 900000"/>
              <a:gd name="connsiteX41" fmla="*/ 524250 w 570599"/>
              <a:gd name="connsiteY41" fmla="*/ 157500 h 900000"/>
              <a:gd name="connsiteX42" fmla="*/ 211050 w 570599"/>
              <a:gd name="connsiteY42" fmla="*/ 697500 h 900000"/>
              <a:gd name="connsiteX43" fmla="*/ 162000 w 570599"/>
              <a:gd name="connsiteY43" fmla="*/ 697500 h 900000"/>
              <a:gd name="connsiteX44" fmla="*/ 102825 w 570599"/>
              <a:gd name="connsiteY44" fmla="*/ 641925 h 900000"/>
              <a:gd name="connsiteX45" fmla="*/ 162000 w 570599"/>
              <a:gd name="connsiteY45" fmla="*/ 585000 h 900000"/>
              <a:gd name="connsiteX46" fmla="*/ 211050 w 570599"/>
              <a:gd name="connsiteY46" fmla="*/ 585000 h 900000"/>
              <a:gd name="connsiteX47" fmla="*/ 211050 w 570599"/>
              <a:gd name="connsiteY47" fmla="*/ 697500 h 900000"/>
              <a:gd name="connsiteX48" fmla="*/ 319725 w 570599"/>
              <a:gd name="connsiteY48" fmla="*/ 405225 h 900000"/>
              <a:gd name="connsiteX49" fmla="*/ 396450 w 570599"/>
              <a:gd name="connsiteY49" fmla="*/ 483975 h 900000"/>
              <a:gd name="connsiteX50" fmla="*/ 319725 w 570599"/>
              <a:gd name="connsiteY50" fmla="*/ 562500 h 900000"/>
              <a:gd name="connsiteX51" fmla="*/ 233550 w 570599"/>
              <a:gd name="connsiteY51" fmla="*/ 562500 h 900000"/>
              <a:gd name="connsiteX52" fmla="*/ 233550 w 570599"/>
              <a:gd name="connsiteY52" fmla="*/ 405225 h 900000"/>
              <a:gd name="connsiteX53" fmla="*/ 319725 w 570599"/>
              <a:gd name="connsiteY53" fmla="*/ 405225 h 900000"/>
              <a:gd name="connsiteX54" fmla="*/ 222300 w 570599"/>
              <a:gd name="connsiteY54" fmla="*/ 67500 h 900000"/>
              <a:gd name="connsiteX55" fmla="*/ 199800 w 570599"/>
              <a:gd name="connsiteY55" fmla="*/ 45000 h 900000"/>
              <a:gd name="connsiteX56" fmla="*/ 222300 w 570599"/>
              <a:gd name="connsiteY56" fmla="*/ 22500 h 900000"/>
              <a:gd name="connsiteX57" fmla="*/ 244800 w 570599"/>
              <a:gd name="connsiteY57" fmla="*/ 45000 h 900000"/>
              <a:gd name="connsiteX58" fmla="*/ 222300 w 570599"/>
              <a:gd name="connsiteY58" fmla="*/ 67500 h 900000"/>
              <a:gd name="connsiteX59" fmla="*/ 481050 w 570599"/>
              <a:gd name="connsiteY59" fmla="*/ 190800 h 900000"/>
              <a:gd name="connsiteX60" fmla="*/ 458550 w 570599"/>
              <a:gd name="connsiteY60" fmla="*/ 168300 h 900000"/>
              <a:gd name="connsiteX61" fmla="*/ 481050 w 570599"/>
              <a:gd name="connsiteY61" fmla="*/ 145800 h 900000"/>
              <a:gd name="connsiteX62" fmla="*/ 503550 w 570599"/>
              <a:gd name="connsiteY62" fmla="*/ 168300 h 900000"/>
              <a:gd name="connsiteX63" fmla="*/ 481050 w 570599"/>
              <a:gd name="connsiteY63" fmla="*/ 190800 h 9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570599" h="900000">
                <a:moveTo>
                  <a:pt x="524700" y="157500"/>
                </a:moveTo>
                <a:cubicBezTo>
                  <a:pt x="519750" y="137925"/>
                  <a:pt x="502200" y="123300"/>
                  <a:pt x="481050" y="123300"/>
                </a:cubicBezTo>
                <a:cubicBezTo>
                  <a:pt x="459900" y="123300"/>
                  <a:pt x="442350" y="137925"/>
                  <a:pt x="437400" y="157500"/>
                </a:cubicBezTo>
                <a:lnTo>
                  <a:pt x="233325" y="157500"/>
                </a:lnTo>
                <a:lnTo>
                  <a:pt x="233325" y="88425"/>
                </a:lnTo>
                <a:cubicBezTo>
                  <a:pt x="252675" y="83475"/>
                  <a:pt x="267075" y="65925"/>
                  <a:pt x="267075" y="45000"/>
                </a:cubicBezTo>
                <a:cubicBezTo>
                  <a:pt x="267075" y="20250"/>
                  <a:pt x="246825" y="0"/>
                  <a:pt x="222075" y="0"/>
                </a:cubicBezTo>
                <a:cubicBezTo>
                  <a:pt x="197325" y="0"/>
                  <a:pt x="177075" y="20250"/>
                  <a:pt x="177075" y="45000"/>
                </a:cubicBezTo>
                <a:cubicBezTo>
                  <a:pt x="177075" y="65925"/>
                  <a:pt x="191475" y="83475"/>
                  <a:pt x="210825" y="88425"/>
                </a:cubicBezTo>
                <a:lnTo>
                  <a:pt x="210825" y="157500"/>
                </a:lnTo>
                <a:lnTo>
                  <a:pt x="121275" y="157500"/>
                </a:lnTo>
                <a:cubicBezTo>
                  <a:pt x="54450" y="157500"/>
                  <a:pt x="0" y="213075"/>
                  <a:pt x="0" y="281250"/>
                </a:cubicBezTo>
                <a:cubicBezTo>
                  <a:pt x="0" y="349425"/>
                  <a:pt x="54450" y="405000"/>
                  <a:pt x="121275" y="405000"/>
                </a:cubicBezTo>
                <a:lnTo>
                  <a:pt x="165825" y="405000"/>
                </a:lnTo>
                <a:lnTo>
                  <a:pt x="165825" y="382500"/>
                </a:lnTo>
                <a:lnTo>
                  <a:pt x="121275" y="382500"/>
                </a:lnTo>
                <a:cubicBezTo>
                  <a:pt x="66825" y="382500"/>
                  <a:pt x="22500" y="337050"/>
                  <a:pt x="22500" y="281250"/>
                </a:cubicBezTo>
                <a:cubicBezTo>
                  <a:pt x="22500" y="225450"/>
                  <a:pt x="66825" y="180000"/>
                  <a:pt x="121275" y="180000"/>
                </a:cubicBezTo>
                <a:lnTo>
                  <a:pt x="210825" y="180000"/>
                </a:lnTo>
                <a:lnTo>
                  <a:pt x="210825" y="562500"/>
                </a:lnTo>
                <a:lnTo>
                  <a:pt x="161775" y="562500"/>
                </a:lnTo>
                <a:cubicBezTo>
                  <a:pt x="115200" y="562500"/>
                  <a:pt x="80100" y="596925"/>
                  <a:pt x="80100" y="641925"/>
                </a:cubicBezTo>
                <a:cubicBezTo>
                  <a:pt x="80100" y="686925"/>
                  <a:pt x="115200" y="720000"/>
                  <a:pt x="161775" y="720000"/>
                </a:cubicBezTo>
                <a:lnTo>
                  <a:pt x="210825" y="720000"/>
                </a:lnTo>
                <a:cubicBezTo>
                  <a:pt x="210825" y="720000"/>
                  <a:pt x="210825" y="900000"/>
                  <a:pt x="210825" y="900000"/>
                </a:cubicBezTo>
                <a:lnTo>
                  <a:pt x="233325" y="900000"/>
                </a:lnTo>
                <a:lnTo>
                  <a:pt x="233325" y="720225"/>
                </a:lnTo>
                <a:cubicBezTo>
                  <a:pt x="289125" y="723375"/>
                  <a:pt x="323325" y="779850"/>
                  <a:pt x="323325" y="832500"/>
                </a:cubicBezTo>
                <a:lnTo>
                  <a:pt x="345825" y="832500"/>
                </a:lnTo>
                <a:cubicBezTo>
                  <a:pt x="345825" y="759825"/>
                  <a:pt x="295875" y="700650"/>
                  <a:pt x="233325" y="697725"/>
                </a:cubicBezTo>
                <a:lnTo>
                  <a:pt x="233325" y="585000"/>
                </a:lnTo>
                <a:lnTo>
                  <a:pt x="319500" y="585000"/>
                </a:lnTo>
                <a:cubicBezTo>
                  <a:pt x="374175" y="585000"/>
                  <a:pt x="418725" y="539775"/>
                  <a:pt x="418725" y="483975"/>
                </a:cubicBezTo>
                <a:cubicBezTo>
                  <a:pt x="418725" y="428175"/>
                  <a:pt x="374175" y="382725"/>
                  <a:pt x="319500" y="382725"/>
                </a:cubicBezTo>
                <a:lnTo>
                  <a:pt x="233325" y="382725"/>
                </a:lnTo>
                <a:lnTo>
                  <a:pt x="233325" y="180000"/>
                </a:lnTo>
                <a:lnTo>
                  <a:pt x="437625" y="180000"/>
                </a:lnTo>
                <a:cubicBezTo>
                  <a:pt x="442800" y="199125"/>
                  <a:pt x="460125" y="213300"/>
                  <a:pt x="480825" y="213300"/>
                </a:cubicBezTo>
                <a:cubicBezTo>
                  <a:pt x="501525" y="213300"/>
                  <a:pt x="518850" y="199125"/>
                  <a:pt x="524025" y="180000"/>
                </a:cubicBezTo>
                <a:lnTo>
                  <a:pt x="570600" y="180000"/>
                </a:lnTo>
                <a:lnTo>
                  <a:pt x="570600" y="157500"/>
                </a:lnTo>
                <a:lnTo>
                  <a:pt x="524250" y="157500"/>
                </a:lnTo>
                <a:close/>
                <a:moveTo>
                  <a:pt x="211050" y="697500"/>
                </a:moveTo>
                <a:lnTo>
                  <a:pt x="162000" y="697500"/>
                </a:lnTo>
                <a:cubicBezTo>
                  <a:pt x="127800" y="697500"/>
                  <a:pt x="102825" y="674100"/>
                  <a:pt x="102825" y="641925"/>
                </a:cubicBezTo>
                <a:cubicBezTo>
                  <a:pt x="102825" y="609750"/>
                  <a:pt x="128250" y="585000"/>
                  <a:pt x="162000" y="585000"/>
                </a:cubicBezTo>
                <a:lnTo>
                  <a:pt x="211050" y="585000"/>
                </a:lnTo>
                <a:lnTo>
                  <a:pt x="211050" y="697500"/>
                </a:lnTo>
                <a:close/>
                <a:moveTo>
                  <a:pt x="319725" y="405225"/>
                </a:moveTo>
                <a:cubicBezTo>
                  <a:pt x="362025" y="405225"/>
                  <a:pt x="396450" y="440550"/>
                  <a:pt x="396450" y="483975"/>
                </a:cubicBezTo>
                <a:cubicBezTo>
                  <a:pt x="396450" y="527400"/>
                  <a:pt x="362025" y="562500"/>
                  <a:pt x="319725" y="562500"/>
                </a:cubicBezTo>
                <a:lnTo>
                  <a:pt x="233550" y="562500"/>
                </a:lnTo>
                <a:lnTo>
                  <a:pt x="233550" y="405225"/>
                </a:lnTo>
                <a:lnTo>
                  <a:pt x="319725" y="405225"/>
                </a:lnTo>
                <a:close/>
                <a:moveTo>
                  <a:pt x="222300" y="67500"/>
                </a:moveTo>
                <a:cubicBezTo>
                  <a:pt x="209925" y="67500"/>
                  <a:pt x="199800" y="57375"/>
                  <a:pt x="199800" y="45000"/>
                </a:cubicBezTo>
                <a:cubicBezTo>
                  <a:pt x="199800" y="32625"/>
                  <a:pt x="209925" y="22500"/>
                  <a:pt x="222300" y="22500"/>
                </a:cubicBezTo>
                <a:cubicBezTo>
                  <a:pt x="234675" y="22500"/>
                  <a:pt x="244800" y="32625"/>
                  <a:pt x="244800" y="45000"/>
                </a:cubicBezTo>
                <a:cubicBezTo>
                  <a:pt x="244800" y="57375"/>
                  <a:pt x="234675" y="67500"/>
                  <a:pt x="222300" y="67500"/>
                </a:cubicBezTo>
                <a:close/>
                <a:moveTo>
                  <a:pt x="481050" y="190800"/>
                </a:moveTo>
                <a:cubicBezTo>
                  <a:pt x="468675" y="190800"/>
                  <a:pt x="458550" y="180675"/>
                  <a:pt x="458550" y="168300"/>
                </a:cubicBezTo>
                <a:cubicBezTo>
                  <a:pt x="458550" y="155925"/>
                  <a:pt x="468675" y="145800"/>
                  <a:pt x="481050" y="145800"/>
                </a:cubicBezTo>
                <a:cubicBezTo>
                  <a:pt x="493425" y="145800"/>
                  <a:pt x="503550" y="155925"/>
                  <a:pt x="503550" y="168300"/>
                </a:cubicBezTo>
                <a:cubicBezTo>
                  <a:pt x="503550" y="180675"/>
                  <a:pt x="493425" y="190800"/>
                  <a:pt x="481050" y="190800"/>
                </a:cubicBezTo>
                <a:close/>
              </a:path>
            </a:pathLst>
          </a:custGeom>
          <a:solidFill>
            <a:schemeClr val="bg1"/>
          </a:solidFill>
          <a:ln w="22423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37" name="Freihandform 36">
            <a:extLst>
              <a:ext uri="{FF2B5EF4-FFF2-40B4-BE49-F238E27FC236}">
                <a16:creationId xmlns:a16="http://schemas.microsoft.com/office/drawing/2014/main" id="{1999086C-C0D9-B4AA-0E28-6F10AFAD1ECA}"/>
              </a:ext>
            </a:extLst>
          </p:cNvPr>
          <p:cNvSpPr/>
          <p:nvPr/>
        </p:nvSpPr>
        <p:spPr>
          <a:xfrm>
            <a:off x="1411365" y="3577446"/>
            <a:ext cx="712233" cy="1123399"/>
          </a:xfrm>
          <a:custGeom>
            <a:avLst/>
            <a:gdLst>
              <a:gd name="connsiteX0" fmla="*/ 524700 w 570599"/>
              <a:gd name="connsiteY0" fmla="*/ 157500 h 900000"/>
              <a:gd name="connsiteX1" fmla="*/ 481050 w 570599"/>
              <a:gd name="connsiteY1" fmla="*/ 123300 h 900000"/>
              <a:gd name="connsiteX2" fmla="*/ 437400 w 570599"/>
              <a:gd name="connsiteY2" fmla="*/ 157500 h 900000"/>
              <a:gd name="connsiteX3" fmla="*/ 233325 w 570599"/>
              <a:gd name="connsiteY3" fmla="*/ 157500 h 900000"/>
              <a:gd name="connsiteX4" fmla="*/ 233325 w 570599"/>
              <a:gd name="connsiteY4" fmla="*/ 88425 h 900000"/>
              <a:gd name="connsiteX5" fmla="*/ 267075 w 570599"/>
              <a:gd name="connsiteY5" fmla="*/ 45000 h 900000"/>
              <a:gd name="connsiteX6" fmla="*/ 222075 w 570599"/>
              <a:gd name="connsiteY6" fmla="*/ 0 h 900000"/>
              <a:gd name="connsiteX7" fmla="*/ 177075 w 570599"/>
              <a:gd name="connsiteY7" fmla="*/ 45000 h 900000"/>
              <a:gd name="connsiteX8" fmla="*/ 210825 w 570599"/>
              <a:gd name="connsiteY8" fmla="*/ 88425 h 900000"/>
              <a:gd name="connsiteX9" fmla="*/ 210825 w 570599"/>
              <a:gd name="connsiteY9" fmla="*/ 157500 h 900000"/>
              <a:gd name="connsiteX10" fmla="*/ 121275 w 570599"/>
              <a:gd name="connsiteY10" fmla="*/ 157500 h 900000"/>
              <a:gd name="connsiteX11" fmla="*/ 0 w 570599"/>
              <a:gd name="connsiteY11" fmla="*/ 281250 h 900000"/>
              <a:gd name="connsiteX12" fmla="*/ 121275 w 570599"/>
              <a:gd name="connsiteY12" fmla="*/ 405000 h 900000"/>
              <a:gd name="connsiteX13" fmla="*/ 165825 w 570599"/>
              <a:gd name="connsiteY13" fmla="*/ 405000 h 900000"/>
              <a:gd name="connsiteX14" fmla="*/ 165825 w 570599"/>
              <a:gd name="connsiteY14" fmla="*/ 382500 h 900000"/>
              <a:gd name="connsiteX15" fmla="*/ 121275 w 570599"/>
              <a:gd name="connsiteY15" fmla="*/ 382500 h 900000"/>
              <a:gd name="connsiteX16" fmla="*/ 22500 w 570599"/>
              <a:gd name="connsiteY16" fmla="*/ 281250 h 900000"/>
              <a:gd name="connsiteX17" fmla="*/ 121275 w 570599"/>
              <a:gd name="connsiteY17" fmla="*/ 180000 h 900000"/>
              <a:gd name="connsiteX18" fmla="*/ 210825 w 570599"/>
              <a:gd name="connsiteY18" fmla="*/ 180000 h 900000"/>
              <a:gd name="connsiteX19" fmla="*/ 210825 w 570599"/>
              <a:gd name="connsiteY19" fmla="*/ 562500 h 900000"/>
              <a:gd name="connsiteX20" fmla="*/ 161775 w 570599"/>
              <a:gd name="connsiteY20" fmla="*/ 562500 h 900000"/>
              <a:gd name="connsiteX21" fmla="*/ 80100 w 570599"/>
              <a:gd name="connsiteY21" fmla="*/ 641925 h 900000"/>
              <a:gd name="connsiteX22" fmla="*/ 161775 w 570599"/>
              <a:gd name="connsiteY22" fmla="*/ 720000 h 900000"/>
              <a:gd name="connsiteX23" fmla="*/ 210825 w 570599"/>
              <a:gd name="connsiteY23" fmla="*/ 720000 h 900000"/>
              <a:gd name="connsiteX24" fmla="*/ 210825 w 570599"/>
              <a:gd name="connsiteY24" fmla="*/ 900000 h 900000"/>
              <a:gd name="connsiteX25" fmla="*/ 233325 w 570599"/>
              <a:gd name="connsiteY25" fmla="*/ 900000 h 900000"/>
              <a:gd name="connsiteX26" fmla="*/ 233325 w 570599"/>
              <a:gd name="connsiteY26" fmla="*/ 720225 h 900000"/>
              <a:gd name="connsiteX27" fmla="*/ 323325 w 570599"/>
              <a:gd name="connsiteY27" fmla="*/ 832500 h 900000"/>
              <a:gd name="connsiteX28" fmla="*/ 345825 w 570599"/>
              <a:gd name="connsiteY28" fmla="*/ 832500 h 900000"/>
              <a:gd name="connsiteX29" fmla="*/ 233325 w 570599"/>
              <a:gd name="connsiteY29" fmla="*/ 697725 h 900000"/>
              <a:gd name="connsiteX30" fmla="*/ 233325 w 570599"/>
              <a:gd name="connsiteY30" fmla="*/ 585000 h 900000"/>
              <a:gd name="connsiteX31" fmla="*/ 319500 w 570599"/>
              <a:gd name="connsiteY31" fmla="*/ 585000 h 900000"/>
              <a:gd name="connsiteX32" fmla="*/ 418725 w 570599"/>
              <a:gd name="connsiteY32" fmla="*/ 483975 h 900000"/>
              <a:gd name="connsiteX33" fmla="*/ 319500 w 570599"/>
              <a:gd name="connsiteY33" fmla="*/ 382725 h 900000"/>
              <a:gd name="connsiteX34" fmla="*/ 233325 w 570599"/>
              <a:gd name="connsiteY34" fmla="*/ 382725 h 900000"/>
              <a:gd name="connsiteX35" fmla="*/ 233325 w 570599"/>
              <a:gd name="connsiteY35" fmla="*/ 180000 h 900000"/>
              <a:gd name="connsiteX36" fmla="*/ 437625 w 570599"/>
              <a:gd name="connsiteY36" fmla="*/ 180000 h 900000"/>
              <a:gd name="connsiteX37" fmla="*/ 480825 w 570599"/>
              <a:gd name="connsiteY37" fmla="*/ 213300 h 900000"/>
              <a:gd name="connsiteX38" fmla="*/ 524025 w 570599"/>
              <a:gd name="connsiteY38" fmla="*/ 180000 h 900000"/>
              <a:gd name="connsiteX39" fmla="*/ 570600 w 570599"/>
              <a:gd name="connsiteY39" fmla="*/ 180000 h 900000"/>
              <a:gd name="connsiteX40" fmla="*/ 570600 w 570599"/>
              <a:gd name="connsiteY40" fmla="*/ 157500 h 900000"/>
              <a:gd name="connsiteX41" fmla="*/ 524250 w 570599"/>
              <a:gd name="connsiteY41" fmla="*/ 157500 h 900000"/>
              <a:gd name="connsiteX42" fmla="*/ 211050 w 570599"/>
              <a:gd name="connsiteY42" fmla="*/ 697500 h 900000"/>
              <a:gd name="connsiteX43" fmla="*/ 162000 w 570599"/>
              <a:gd name="connsiteY43" fmla="*/ 697500 h 900000"/>
              <a:gd name="connsiteX44" fmla="*/ 102825 w 570599"/>
              <a:gd name="connsiteY44" fmla="*/ 641925 h 900000"/>
              <a:gd name="connsiteX45" fmla="*/ 162000 w 570599"/>
              <a:gd name="connsiteY45" fmla="*/ 585000 h 900000"/>
              <a:gd name="connsiteX46" fmla="*/ 211050 w 570599"/>
              <a:gd name="connsiteY46" fmla="*/ 585000 h 900000"/>
              <a:gd name="connsiteX47" fmla="*/ 211050 w 570599"/>
              <a:gd name="connsiteY47" fmla="*/ 697500 h 900000"/>
              <a:gd name="connsiteX48" fmla="*/ 319725 w 570599"/>
              <a:gd name="connsiteY48" fmla="*/ 405225 h 900000"/>
              <a:gd name="connsiteX49" fmla="*/ 396450 w 570599"/>
              <a:gd name="connsiteY49" fmla="*/ 483975 h 900000"/>
              <a:gd name="connsiteX50" fmla="*/ 319725 w 570599"/>
              <a:gd name="connsiteY50" fmla="*/ 562500 h 900000"/>
              <a:gd name="connsiteX51" fmla="*/ 233550 w 570599"/>
              <a:gd name="connsiteY51" fmla="*/ 562500 h 900000"/>
              <a:gd name="connsiteX52" fmla="*/ 233550 w 570599"/>
              <a:gd name="connsiteY52" fmla="*/ 405225 h 900000"/>
              <a:gd name="connsiteX53" fmla="*/ 319725 w 570599"/>
              <a:gd name="connsiteY53" fmla="*/ 405225 h 900000"/>
              <a:gd name="connsiteX54" fmla="*/ 222300 w 570599"/>
              <a:gd name="connsiteY54" fmla="*/ 67500 h 900000"/>
              <a:gd name="connsiteX55" fmla="*/ 199800 w 570599"/>
              <a:gd name="connsiteY55" fmla="*/ 45000 h 900000"/>
              <a:gd name="connsiteX56" fmla="*/ 222300 w 570599"/>
              <a:gd name="connsiteY56" fmla="*/ 22500 h 900000"/>
              <a:gd name="connsiteX57" fmla="*/ 244800 w 570599"/>
              <a:gd name="connsiteY57" fmla="*/ 45000 h 900000"/>
              <a:gd name="connsiteX58" fmla="*/ 222300 w 570599"/>
              <a:gd name="connsiteY58" fmla="*/ 67500 h 900000"/>
              <a:gd name="connsiteX59" fmla="*/ 481050 w 570599"/>
              <a:gd name="connsiteY59" fmla="*/ 190800 h 900000"/>
              <a:gd name="connsiteX60" fmla="*/ 458550 w 570599"/>
              <a:gd name="connsiteY60" fmla="*/ 168300 h 900000"/>
              <a:gd name="connsiteX61" fmla="*/ 481050 w 570599"/>
              <a:gd name="connsiteY61" fmla="*/ 145800 h 900000"/>
              <a:gd name="connsiteX62" fmla="*/ 503550 w 570599"/>
              <a:gd name="connsiteY62" fmla="*/ 168300 h 900000"/>
              <a:gd name="connsiteX63" fmla="*/ 481050 w 570599"/>
              <a:gd name="connsiteY63" fmla="*/ 190800 h 9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570599" h="900000">
                <a:moveTo>
                  <a:pt x="524700" y="157500"/>
                </a:moveTo>
                <a:cubicBezTo>
                  <a:pt x="519750" y="137925"/>
                  <a:pt x="502200" y="123300"/>
                  <a:pt x="481050" y="123300"/>
                </a:cubicBezTo>
                <a:cubicBezTo>
                  <a:pt x="459900" y="123300"/>
                  <a:pt x="442350" y="137925"/>
                  <a:pt x="437400" y="157500"/>
                </a:cubicBezTo>
                <a:lnTo>
                  <a:pt x="233325" y="157500"/>
                </a:lnTo>
                <a:lnTo>
                  <a:pt x="233325" y="88425"/>
                </a:lnTo>
                <a:cubicBezTo>
                  <a:pt x="252675" y="83475"/>
                  <a:pt x="267075" y="65925"/>
                  <a:pt x="267075" y="45000"/>
                </a:cubicBezTo>
                <a:cubicBezTo>
                  <a:pt x="267075" y="20250"/>
                  <a:pt x="246825" y="0"/>
                  <a:pt x="222075" y="0"/>
                </a:cubicBezTo>
                <a:cubicBezTo>
                  <a:pt x="197325" y="0"/>
                  <a:pt x="177075" y="20250"/>
                  <a:pt x="177075" y="45000"/>
                </a:cubicBezTo>
                <a:cubicBezTo>
                  <a:pt x="177075" y="65925"/>
                  <a:pt x="191475" y="83475"/>
                  <a:pt x="210825" y="88425"/>
                </a:cubicBezTo>
                <a:lnTo>
                  <a:pt x="210825" y="157500"/>
                </a:lnTo>
                <a:lnTo>
                  <a:pt x="121275" y="157500"/>
                </a:lnTo>
                <a:cubicBezTo>
                  <a:pt x="54450" y="157500"/>
                  <a:pt x="0" y="213075"/>
                  <a:pt x="0" y="281250"/>
                </a:cubicBezTo>
                <a:cubicBezTo>
                  <a:pt x="0" y="349425"/>
                  <a:pt x="54450" y="405000"/>
                  <a:pt x="121275" y="405000"/>
                </a:cubicBezTo>
                <a:lnTo>
                  <a:pt x="165825" y="405000"/>
                </a:lnTo>
                <a:lnTo>
                  <a:pt x="165825" y="382500"/>
                </a:lnTo>
                <a:lnTo>
                  <a:pt x="121275" y="382500"/>
                </a:lnTo>
                <a:cubicBezTo>
                  <a:pt x="66825" y="382500"/>
                  <a:pt x="22500" y="337050"/>
                  <a:pt x="22500" y="281250"/>
                </a:cubicBezTo>
                <a:cubicBezTo>
                  <a:pt x="22500" y="225450"/>
                  <a:pt x="66825" y="180000"/>
                  <a:pt x="121275" y="180000"/>
                </a:cubicBezTo>
                <a:lnTo>
                  <a:pt x="210825" y="180000"/>
                </a:lnTo>
                <a:lnTo>
                  <a:pt x="210825" y="562500"/>
                </a:lnTo>
                <a:lnTo>
                  <a:pt x="161775" y="562500"/>
                </a:lnTo>
                <a:cubicBezTo>
                  <a:pt x="115200" y="562500"/>
                  <a:pt x="80100" y="596925"/>
                  <a:pt x="80100" y="641925"/>
                </a:cubicBezTo>
                <a:cubicBezTo>
                  <a:pt x="80100" y="686925"/>
                  <a:pt x="115200" y="720000"/>
                  <a:pt x="161775" y="720000"/>
                </a:cubicBezTo>
                <a:lnTo>
                  <a:pt x="210825" y="720000"/>
                </a:lnTo>
                <a:cubicBezTo>
                  <a:pt x="210825" y="720000"/>
                  <a:pt x="210825" y="900000"/>
                  <a:pt x="210825" y="900000"/>
                </a:cubicBezTo>
                <a:lnTo>
                  <a:pt x="233325" y="900000"/>
                </a:lnTo>
                <a:lnTo>
                  <a:pt x="233325" y="720225"/>
                </a:lnTo>
                <a:cubicBezTo>
                  <a:pt x="289125" y="723375"/>
                  <a:pt x="323325" y="779850"/>
                  <a:pt x="323325" y="832500"/>
                </a:cubicBezTo>
                <a:lnTo>
                  <a:pt x="345825" y="832500"/>
                </a:lnTo>
                <a:cubicBezTo>
                  <a:pt x="345825" y="759825"/>
                  <a:pt x="295875" y="700650"/>
                  <a:pt x="233325" y="697725"/>
                </a:cubicBezTo>
                <a:lnTo>
                  <a:pt x="233325" y="585000"/>
                </a:lnTo>
                <a:lnTo>
                  <a:pt x="319500" y="585000"/>
                </a:lnTo>
                <a:cubicBezTo>
                  <a:pt x="374175" y="585000"/>
                  <a:pt x="418725" y="539775"/>
                  <a:pt x="418725" y="483975"/>
                </a:cubicBezTo>
                <a:cubicBezTo>
                  <a:pt x="418725" y="428175"/>
                  <a:pt x="374175" y="382725"/>
                  <a:pt x="319500" y="382725"/>
                </a:cubicBezTo>
                <a:lnTo>
                  <a:pt x="233325" y="382725"/>
                </a:lnTo>
                <a:lnTo>
                  <a:pt x="233325" y="180000"/>
                </a:lnTo>
                <a:lnTo>
                  <a:pt x="437625" y="180000"/>
                </a:lnTo>
                <a:cubicBezTo>
                  <a:pt x="442800" y="199125"/>
                  <a:pt x="460125" y="213300"/>
                  <a:pt x="480825" y="213300"/>
                </a:cubicBezTo>
                <a:cubicBezTo>
                  <a:pt x="501525" y="213300"/>
                  <a:pt x="518850" y="199125"/>
                  <a:pt x="524025" y="180000"/>
                </a:cubicBezTo>
                <a:lnTo>
                  <a:pt x="570600" y="180000"/>
                </a:lnTo>
                <a:lnTo>
                  <a:pt x="570600" y="157500"/>
                </a:lnTo>
                <a:lnTo>
                  <a:pt x="524250" y="157500"/>
                </a:lnTo>
                <a:close/>
                <a:moveTo>
                  <a:pt x="211050" y="697500"/>
                </a:moveTo>
                <a:lnTo>
                  <a:pt x="162000" y="697500"/>
                </a:lnTo>
                <a:cubicBezTo>
                  <a:pt x="127800" y="697500"/>
                  <a:pt x="102825" y="674100"/>
                  <a:pt x="102825" y="641925"/>
                </a:cubicBezTo>
                <a:cubicBezTo>
                  <a:pt x="102825" y="609750"/>
                  <a:pt x="128250" y="585000"/>
                  <a:pt x="162000" y="585000"/>
                </a:cubicBezTo>
                <a:lnTo>
                  <a:pt x="211050" y="585000"/>
                </a:lnTo>
                <a:lnTo>
                  <a:pt x="211050" y="697500"/>
                </a:lnTo>
                <a:close/>
                <a:moveTo>
                  <a:pt x="319725" y="405225"/>
                </a:moveTo>
                <a:cubicBezTo>
                  <a:pt x="362025" y="405225"/>
                  <a:pt x="396450" y="440550"/>
                  <a:pt x="396450" y="483975"/>
                </a:cubicBezTo>
                <a:cubicBezTo>
                  <a:pt x="396450" y="527400"/>
                  <a:pt x="362025" y="562500"/>
                  <a:pt x="319725" y="562500"/>
                </a:cubicBezTo>
                <a:lnTo>
                  <a:pt x="233550" y="562500"/>
                </a:lnTo>
                <a:lnTo>
                  <a:pt x="233550" y="405225"/>
                </a:lnTo>
                <a:lnTo>
                  <a:pt x="319725" y="405225"/>
                </a:lnTo>
                <a:close/>
                <a:moveTo>
                  <a:pt x="222300" y="67500"/>
                </a:moveTo>
                <a:cubicBezTo>
                  <a:pt x="209925" y="67500"/>
                  <a:pt x="199800" y="57375"/>
                  <a:pt x="199800" y="45000"/>
                </a:cubicBezTo>
                <a:cubicBezTo>
                  <a:pt x="199800" y="32625"/>
                  <a:pt x="209925" y="22500"/>
                  <a:pt x="222300" y="22500"/>
                </a:cubicBezTo>
                <a:cubicBezTo>
                  <a:pt x="234675" y="22500"/>
                  <a:pt x="244800" y="32625"/>
                  <a:pt x="244800" y="45000"/>
                </a:cubicBezTo>
                <a:cubicBezTo>
                  <a:pt x="244800" y="57375"/>
                  <a:pt x="234675" y="67500"/>
                  <a:pt x="222300" y="67500"/>
                </a:cubicBezTo>
                <a:close/>
                <a:moveTo>
                  <a:pt x="481050" y="190800"/>
                </a:moveTo>
                <a:cubicBezTo>
                  <a:pt x="468675" y="190800"/>
                  <a:pt x="458550" y="180675"/>
                  <a:pt x="458550" y="168300"/>
                </a:cubicBezTo>
                <a:cubicBezTo>
                  <a:pt x="458550" y="155925"/>
                  <a:pt x="468675" y="145800"/>
                  <a:pt x="481050" y="145800"/>
                </a:cubicBezTo>
                <a:cubicBezTo>
                  <a:pt x="493425" y="145800"/>
                  <a:pt x="503550" y="155925"/>
                  <a:pt x="503550" y="168300"/>
                </a:cubicBezTo>
                <a:cubicBezTo>
                  <a:pt x="503550" y="180675"/>
                  <a:pt x="493425" y="190800"/>
                  <a:pt x="481050" y="190800"/>
                </a:cubicBezTo>
                <a:close/>
              </a:path>
            </a:pathLst>
          </a:custGeom>
          <a:solidFill>
            <a:srgbClr val="002552"/>
          </a:solidFill>
          <a:ln w="22423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41" name="Freihandform 40">
            <a:extLst>
              <a:ext uri="{FF2B5EF4-FFF2-40B4-BE49-F238E27FC236}">
                <a16:creationId xmlns:a16="http://schemas.microsoft.com/office/drawing/2014/main" id="{3F3BF868-E779-A0E3-6C37-E353895769B9}"/>
              </a:ext>
            </a:extLst>
          </p:cNvPr>
          <p:cNvSpPr/>
          <p:nvPr/>
        </p:nvSpPr>
        <p:spPr>
          <a:xfrm>
            <a:off x="3109536" y="3577446"/>
            <a:ext cx="712233" cy="1123399"/>
          </a:xfrm>
          <a:custGeom>
            <a:avLst/>
            <a:gdLst>
              <a:gd name="connsiteX0" fmla="*/ 524700 w 570599"/>
              <a:gd name="connsiteY0" fmla="*/ 157500 h 900000"/>
              <a:gd name="connsiteX1" fmla="*/ 481050 w 570599"/>
              <a:gd name="connsiteY1" fmla="*/ 123300 h 900000"/>
              <a:gd name="connsiteX2" fmla="*/ 437400 w 570599"/>
              <a:gd name="connsiteY2" fmla="*/ 157500 h 900000"/>
              <a:gd name="connsiteX3" fmla="*/ 233325 w 570599"/>
              <a:gd name="connsiteY3" fmla="*/ 157500 h 900000"/>
              <a:gd name="connsiteX4" fmla="*/ 233325 w 570599"/>
              <a:gd name="connsiteY4" fmla="*/ 88425 h 900000"/>
              <a:gd name="connsiteX5" fmla="*/ 267075 w 570599"/>
              <a:gd name="connsiteY5" fmla="*/ 45000 h 900000"/>
              <a:gd name="connsiteX6" fmla="*/ 222075 w 570599"/>
              <a:gd name="connsiteY6" fmla="*/ 0 h 900000"/>
              <a:gd name="connsiteX7" fmla="*/ 177075 w 570599"/>
              <a:gd name="connsiteY7" fmla="*/ 45000 h 900000"/>
              <a:gd name="connsiteX8" fmla="*/ 210825 w 570599"/>
              <a:gd name="connsiteY8" fmla="*/ 88425 h 900000"/>
              <a:gd name="connsiteX9" fmla="*/ 210825 w 570599"/>
              <a:gd name="connsiteY9" fmla="*/ 157500 h 900000"/>
              <a:gd name="connsiteX10" fmla="*/ 121275 w 570599"/>
              <a:gd name="connsiteY10" fmla="*/ 157500 h 900000"/>
              <a:gd name="connsiteX11" fmla="*/ 0 w 570599"/>
              <a:gd name="connsiteY11" fmla="*/ 281250 h 900000"/>
              <a:gd name="connsiteX12" fmla="*/ 121275 w 570599"/>
              <a:gd name="connsiteY12" fmla="*/ 405000 h 900000"/>
              <a:gd name="connsiteX13" fmla="*/ 165825 w 570599"/>
              <a:gd name="connsiteY13" fmla="*/ 405000 h 900000"/>
              <a:gd name="connsiteX14" fmla="*/ 165825 w 570599"/>
              <a:gd name="connsiteY14" fmla="*/ 382500 h 900000"/>
              <a:gd name="connsiteX15" fmla="*/ 121275 w 570599"/>
              <a:gd name="connsiteY15" fmla="*/ 382500 h 900000"/>
              <a:gd name="connsiteX16" fmla="*/ 22500 w 570599"/>
              <a:gd name="connsiteY16" fmla="*/ 281250 h 900000"/>
              <a:gd name="connsiteX17" fmla="*/ 121275 w 570599"/>
              <a:gd name="connsiteY17" fmla="*/ 180000 h 900000"/>
              <a:gd name="connsiteX18" fmla="*/ 210825 w 570599"/>
              <a:gd name="connsiteY18" fmla="*/ 180000 h 900000"/>
              <a:gd name="connsiteX19" fmla="*/ 210825 w 570599"/>
              <a:gd name="connsiteY19" fmla="*/ 562500 h 900000"/>
              <a:gd name="connsiteX20" fmla="*/ 161775 w 570599"/>
              <a:gd name="connsiteY20" fmla="*/ 562500 h 900000"/>
              <a:gd name="connsiteX21" fmla="*/ 80100 w 570599"/>
              <a:gd name="connsiteY21" fmla="*/ 641925 h 900000"/>
              <a:gd name="connsiteX22" fmla="*/ 161775 w 570599"/>
              <a:gd name="connsiteY22" fmla="*/ 720000 h 900000"/>
              <a:gd name="connsiteX23" fmla="*/ 210825 w 570599"/>
              <a:gd name="connsiteY23" fmla="*/ 720000 h 900000"/>
              <a:gd name="connsiteX24" fmla="*/ 210825 w 570599"/>
              <a:gd name="connsiteY24" fmla="*/ 900000 h 900000"/>
              <a:gd name="connsiteX25" fmla="*/ 233325 w 570599"/>
              <a:gd name="connsiteY25" fmla="*/ 900000 h 900000"/>
              <a:gd name="connsiteX26" fmla="*/ 233325 w 570599"/>
              <a:gd name="connsiteY26" fmla="*/ 720225 h 900000"/>
              <a:gd name="connsiteX27" fmla="*/ 323325 w 570599"/>
              <a:gd name="connsiteY27" fmla="*/ 832500 h 900000"/>
              <a:gd name="connsiteX28" fmla="*/ 345825 w 570599"/>
              <a:gd name="connsiteY28" fmla="*/ 832500 h 900000"/>
              <a:gd name="connsiteX29" fmla="*/ 233325 w 570599"/>
              <a:gd name="connsiteY29" fmla="*/ 697725 h 900000"/>
              <a:gd name="connsiteX30" fmla="*/ 233325 w 570599"/>
              <a:gd name="connsiteY30" fmla="*/ 585000 h 900000"/>
              <a:gd name="connsiteX31" fmla="*/ 319500 w 570599"/>
              <a:gd name="connsiteY31" fmla="*/ 585000 h 900000"/>
              <a:gd name="connsiteX32" fmla="*/ 418725 w 570599"/>
              <a:gd name="connsiteY32" fmla="*/ 483975 h 900000"/>
              <a:gd name="connsiteX33" fmla="*/ 319500 w 570599"/>
              <a:gd name="connsiteY33" fmla="*/ 382725 h 900000"/>
              <a:gd name="connsiteX34" fmla="*/ 233325 w 570599"/>
              <a:gd name="connsiteY34" fmla="*/ 382725 h 900000"/>
              <a:gd name="connsiteX35" fmla="*/ 233325 w 570599"/>
              <a:gd name="connsiteY35" fmla="*/ 180000 h 900000"/>
              <a:gd name="connsiteX36" fmla="*/ 437625 w 570599"/>
              <a:gd name="connsiteY36" fmla="*/ 180000 h 900000"/>
              <a:gd name="connsiteX37" fmla="*/ 480825 w 570599"/>
              <a:gd name="connsiteY37" fmla="*/ 213300 h 900000"/>
              <a:gd name="connsiteX38" fmla="*/ 524025 w 570599"/>
              <a:gd name="connsiteY38" fmla="*/ 180000 h 900000"/>
              <a:gd name="connsiteX39" fmla="*/ 570600 w 570599"/>
              <a:gd name="connsiteY39" fmla="*/ 180000 h 900000"/>
              <a:gd name="connsiteX40" fmla="*/ 570600 w 570599"/>
              <a:gd name="connsiteY40" fmla="*/ 157500 h 900000"/>
              <a:gd name="connsiteX41" fmla="*/ 524250 w 570599"/>
              <a:gd name="connsiteY41" fmla="*/ 157500 h 900000"/>
              <a:gd name="connsiteX42" fmla="*/ 211050 w 570599"/>
              <a:gd name="connsiteY42" fmla="*/ 697500 h 900000"/>
              <a:gd name="connsiteX43" fmla="*/ 162000 w 570599"/>
              <a:gd name="connsiteY43" fmla="*/ 697500 h 900000"/>
              <a:gd name="connsiteX44" fmla="*/ 102825 w 570599"/>
              <a:gd name="connsiteY44" fmla="*/ 641925 h 900000"/>
              <a:gd name="connsiteX45" fmla="*/ 162000 w 570599"/>
              <a:gd name="connsiteY45" fmla="*/ 585000 h 900000"/>
              <a:gd name="connsiteX46" fmla="*/ 211050 w 570599"/>
              <a:gd name="connsiteY46" fmla="*/ 585000 h 900000"/>
              <a:gd name="connsiteX47" fmla="*/ 211050 w 570599"/>
              <a:gd name="connsiteY47" fmla="*/ 697500 h 900000"/>
              <a:gd name="connsiteX48" fmla="*/ 319725 w 570599"/>
              <a:gd name="connsiteY48" fmla="*/ 405225 h 900000"/>
              <a:gd name="connsiteX49" fmla="*/ 396450 w 570599"/>
              <a:gd name="connsiteY49" fmla="*/ 483975 h 900000"/>
              <a:gd name="connsiteX50" fmla="*/ 319725 w 570599"/>
              <a:gd name="connsiteY50" fmla="*/ 562500 h 900000"/>
              <a:gd name="connsiteX51" fmla="*/ 233550 w 570599"/>
              <a:gd name="connsiteY51" fmla="*/ 562500 h 900000"/>
              <a:gd name="connsiteX52" fmla="*/ 233550 w 570599"/>
              <a:gd name="connsiteY52" fmla="*/ 405225 h 900000"/>
              <a:gd name="connsiteX53" fmla="*/ 319725 w 570599"/>
              <a:gd name="connsiteY53" fmla="*/ 405225 h 900000"/>
              <a:gd name="connsiteX54" fmla="*/ 222300 w 570599"/>
              <a:gd name="connsiteY54" fmla="*/ 67500 h 900000"/>
              <a:gd name="connsiteX55" fmla="*/ 199800 w 570599"/>
              <a:gd name="connsiteY55" fmla="*/ 45000 h 900000"/>
              <a:gd name="connsiteX56" fmla="*/ 222300 w 570599"/>
              <a:gd name="connsiteY56" fmla="*/ 22500 h 900000"/>
              <a:gd name="connsiteX57" fmla="*/ 244800 w 570599"/>
              <a:gd name="connsiteY57" fmla="*/ 45000 h 900000"/>
              <a:gd name="connsiteX58" fmla="*/ 222300 w 570599"/>
              <a:gd name="connsiteY58" fmla="*/ 67500 h 900000"/>
              <a:gd name="connsiteX59" fmla="*/ 481050 w 570599"/>
              <a:gd name="connsiteY59" fmla="*/ 190800 h 900000"/>
              <a:gd name="connsiteX60" fmla="*/ 458550 w 570599"/>
              <a:gd name="connsiteY60" fmla="*/ 168300 h 900000"/>
              <a:gd name="connsiteX61" fmla="*/ 481050 w 570599"/>
              <a:gd name="connsiteY61" fmla="*/ 145800 h 900000"/>
              <a:gd name="connsiteX62" fmla="*/ 503550 w 570599"/>
              <a:gd name="connsiteY62" fmla="*/ 168300 h 900000"/>
              <a:gd name="connsiteX63" fmla="*/ 481050 w 570599"/>
              <a:gd name="connsiteY63" fmla="*/ 190800 h 9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570599" h="900000">
                <a:moveTo>
                  <a:pt x="524700" y="157500"/>
                </a:moveTo>
                <a:cubicBezTo>
                  <a:pt x="519750" y="137925"/>
                  <a:pt x="502200" y="123300"/>
                  <a:pt x="481050" y="123300"/>
                </a:cubicBezTo>
                <a:cubicBezTo>
                  <a:pt x="459900" y="123300"/>
                  <a:pt x="442350" y="137925"/>
                  <a:pt x="437400" y="157500"/>
                </a:cubicBezTo>
                <a:lnTo>
                  <a:pt x="233325" y="157500"/>
                </a:lnTo>
                <a:lnTo>
                  <a:pt x="233325" y="88425"/>
                </a:lnTo>
                <a:cubicBezTo>
                  <a:pt x="252675" y="83475"/>
                  <a:pt x="267075" y="65925"/>
                  <a:pt x="267075" y="45000"/>
                </a:cubicBezTo>
                <a:cubicBezTo>
                  <a:pt x="267075" y="20250"/>
                  <a:pt x="246825" y="0"/>
                  <a:pt x="222075" y="0"/>
                </a:cubicBezTo>
                <a:cubicBezTo>
                  <a:pt x="197325" y="0"/>
                  <a:pt x="177075" y="20250"/>
                  <a:pt x="177075" y="45000"/>
                </a:cubicBezTo>
                <a:cubicBezTo>
                  <a:pt x="177075" y="65925"/>
                  <a:pt x="191475" y="83475"/>
                  <a:pt x="210825" y="88425"/>
                </a:cubicBezTo>
                <a:lnTo>
                  <a:pt x="210825" y="157500"/>
                </a:lnTo>
                <a:lnTo>
                  <a:pt x="121275" y="157500"/>
                </a:lnTo>
                <a:cubicBezTo>
                  <a:pt x="54450" y="157500"/>
                  <a:pt x="0" y="213075"/>
                  <a:pt x="0" y="281250"/>
                </a:cubicBezTo>
                <a:cubicBezTo>
                  <a:pt x="0" y="349425"/>
                  <a:pt x="54450" y="405000"/>
                  <a:pt x="121275" y="405000"/>
                </a:cubicBezTo>
                <a:lnTo>
                  <a:pt x="165825" y="405000"/>
                </a:lnTo>
                <a:lnTo>
                  <a:pt x="165825" y="382500"/>
                </a:lnTo>
                <a:lnTo>
                  <a:pt x="121275" y="382500"/>
                </a:lnTo>
                <a:cubicBezTo>
                  <a:pt x="66825" y="382500"/>
                  <a:pt x="22500" y="337050"/>
                  <a:pt x="22500" y="281250"/>
                </a:cubicBezTo>
                <a:cubicBezTo>
                  <a:pt x="22500" y="225450"/>
                  <a:pt x="66825" y="180000"/>
                  <a:pt x="121275" y="180000"/>
                </a:cubicBezTo>
                <a:lnTo>
                  <a:pt x="210825" y="180000"/>
                </a:lnTo>
                <a:lnTo>
                  <a:pt x="210825" y="562500"/>
                </a:lnTo>
                <a:lnTo>
                  <a:pt x="161775" y="562500"/>
                </a:lnTo>
                <a:cubicBezTo>
                  <a:pt x="115200" y="562500"/>
                  <a:pt x="80100" y="596925"/>
                  <a:pt x="80100" y="641925"/>
                </a:cubicBezTo>
                <a:cubicBezTo>
                  <a:pt x="80100" y="686925"/>
                  <a:pt x="115200" y="720000"/>
                  <a:pt x="161775" y="720000"/>
                </a:cubicBezTo>
                <a:lnTo>
                  <a:pt x="210825" y="720000"/>
                </a:lnTo>
                <a:cubicBezTo>
                  <a:pt x="210825" y="720000"/>
                  <a:pt x="210825" y="900000"/>
                  <a:pt x="210825" y="900000"/>
                </a:cubicBezTo>
                <a:lnTo>
                  <a:pt x="233325" y="900000"/>
                </a:lnTo>
                <a:lnTo>
                  <a:pt x="233325" y="720225"/>
                </a:lnTo>
                <a:cubicBezTo>
                  <a:pt x="289125" y="723375"/>
                  <a:pt x="323325" y="779850"/>
                  <a:pt x="323325" y="832500"/>
                </a:cubicBezTo>
                <a:lnTo>
                  <a:pt x="345825" y="832500"/>
                </a:lnTo>
                <a:cubicBezTo>
                  <a:pt x="345825" y="759825"/>
                  <a:pt x="295875" y="700650"/>
                  <a:pt x="233325" y="697725"/>
                </a:cubicBezTo>
                <a:lnTo>
                  <a:pt x="233325" y="585000"/>
                </a:lnTo>
                <a:lnTo>
                  <a:pt x="319500" y="585000"/>
                </a:lnTo>
                <a:cubicBezTo>
                  <a:pt x="374175" y="585000"/>
                  <a:pt x="418725" y="539775"/>
                  <a:pt x="418725" y="483975"/>
                </a:cubicBezTo>
                <a:cubicBezTo>
                  <a:pt x="418725" y="428175"/>
                  <a:pt x="374175" y="382725"/>
                  <a:pt x="319500" y="382725"/>
                </a:cubicBezTo>
                <a:lnTo>
                  <a:pt x="233325" y="382725"/>
                </a:lnTo>
                <a:lnTo>
                  <a:pt x="233325" y="180000"/>
                </a:lnTo>
                <a:lnTo>
                  <a:pt x="437625" y="180000"/>
                </a:lnTo>
                <a:cubicBezTo>
                  <a:pt x="442800" y="199125"/>
                  <a:pt x="460125" y="213300"/>
                  <a:pt x="480825" y="213300"/>
                </a:cubicBezTo>
                <a:cubicBezTo>
                  <a:pt x="501525" y="213300"/>
                  <a:pt x="518850" y="199125"/>
                  <a:pt x="524025" y="180000"/>
                </a:cubicBezTo>
                <a:lnTo>
                  <a:pt x="570600" y="180000"/>
                </a:lnTo>
                <a:lnTo>
                  <a:pt x="570600" y="157500"/>
                </a:lnTo>
                <a:lnTo>
                  <a:pt x="524250" y="157500"/>
                </a:lnTo>
                <a:close/>
                <a:moveTo>
                  <a:pt x="211050" y="697500"/>
                </a:moveTo>
                <a:lnTo>
                  <a:pt x="162000" y="697500"/>
                </a:lnTo>
                <a:cubicBezTo>
                  <a:pt x="127800" y="697500"/>
                  <a:pt x="102825" y="674100"/>
                  <a:pt x="102825" y="641925"/>
                </a:cubicBezTo>
                <a:cubicBezTo>
                  <a:pt x="102825" y="609750"/>
                  <a:pt x="128250" y="585000"/>
                  <a:pt x="162000" y="585000"/>
                </a:cubicBezTo>
                <a:lnTo>
                  <a:pt x="211050" y="585000"/>
                </a:lnTo>
                <a:lnTo>
                  <a:pt x="211050" y="697500"/>
                </a:lnTo>
                <a:close/>
                <a:moveTo>
                  <a:pt x="319725" y="405225"/>
                </a:moveTo>
                <a:cubicBezTo>
                  <a:pt x="362025" y="405225"/>
                  <a:pt x="396450" y="440550"/>
                  <a:pt x="396450" y="483975"/>
                </a:cubicBezTo>
                <a:cubicBezTo>
                  <a:pt x="396450" y="527400"/>
                  <a:pt x="362025" y="562500"/>
                  <a:pt x="319725" y="562500"/>
                </a:cubicBezTo>
                <a:lnTo>
                  <a:pt x="233550" y="562500"/>
                </a:lnTo>
                <a:lnTo>
                  <a:pt x="233550" y="405225"/>
                </a:lnTo>
                <a:lnTo>
                  <a:pt x="319725" y="405225"/>
                </a:lnTo>
                <a:close/>
                <a:moveTo>
                  <a:pt x="222300" y="67500"/>
                </a:moveTo>
                <a:cubicBezTo>
                  <a:pt x="209925" y="67500"/>
                  <a:pt x="199800" y="57375"/>
                  <a:pt x="199800" y="45000"/>
                </a:cubicBezTo>
                <a:cubicBezTo>
                  <a:pt x="199800" y="32625"/>
                  <a:pt x="209925" y="22500"/>
                  <a:pt x="222300" y="22500"/>
                </a:cubicBezTo>
                <a:cubicBezTo>
                  <a:pt x="234675" y="22500"/>
                  <a:pt x="244800" y="32625"/>
                  <a:pt x="244800" y="45000"/>
                </a:cubicBezTo>
                <a:cubicBezTo>
                  <a:pt x="244800" y="57375"/>
                  <a:pt x="234675" y="67500"/>
                  <a:pt x="222300" y="67500"/>
                </a:cubicBezTo>
                <a:close/>
                <a:moveTo>
                  <a:pt x="481050" y="190800"/>
                </a:moveTo>
                <a:cubicBezTo>
                  <a:pt x="468675" y="190800"/>
                  <a:pt x="458550" y="180675"/>
                  <a:pt x="458550" y="168300"/>
                </a:cubicBezTo>
                <a:cubicBezTo>
                  <a:pt x="458550" y="155925"/>
                  <a:pt x="468675" y="145800"/>
                  <a:pt x="481050" y="145800"/>
                </a:cubicBezTo>
                <a:cubicBezTo>
                  <a:pt x="493425" y="145800"/>
                  <a:pt x="503550" y="155925"/>
                  <a:pt x="503550" y="168300"/>
                </a:cubicBezTo>
                <a:cubicBezTo>
                  <a:pt x="503550" y="180675"/>
                  <a:pt x="493425" y="190800"/>
                  <a:pt x="481050" y="190800"/>
                </a:cubicBezTo>
                <a:close/>
              </a:path>
            </a:pathLst>
          </a:custGeom>
          <a:solidFill>
            <a:srgbClr val="0D9AA9"/>
          </a:solidFill>
          <a:ln w="22423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42" name="Freihandform 41">
            <a:extLst>
              <a:ext uri="{FF2B5EF4-FFF2-40B4-BE49-F238E27FC236}">
                <a16:creationId xmlns:a16="http://schemas.microsoft.com/office/drawing/2014/main" id="{DEAD8740-3818-7AC9-0F0A-F7D1AA638E7C}"/>
              </a:ext>
            </a:extLst>
          </p:cNvPr>
          <p:cNvSpPr/>
          <p:nvPr/>
        </p:nvSpPr>
        <p:spPr>
          <a:xfrm>
            <a:off x="4854512" y="3577446"/>
            <a:ext cx="712233" cy="1123399"/>
          </a:xfrm>
          <a:custGeom>
            <a:avLst/>
            <a:gdLst>
              <a:gd name="connsiteX0" fmla="*/ 524700 w 570599"/>
              <a:gd name="connsiteY0" fmla="*/ 157500 h 900000"/>
              <a:gd name="connsiteX1" fmla="*/ 481050 w 570599"/>
              <a:gd name="connsiteY1" fmla="*/ 123300 h 900000"/>
              <a:gd name="connsiteX2" fmla="*/ 437400 w 570599"/>
              <a:gd name="connsiteY2" fmla="*/ 157500 h 900000"/>
              <a:gd name="connsiteX3" fmla="*/ 233325 w 570599"/>
              <a:gd name="connsiteY3" fmla="*/ 157500 h 900000"/>
              <a:gd name="connsiteX4" fmla="*/ 233325 w 570599"/>
              <a:gd name="connsiteY4" fmla="*/ 88425 h 900000"/>
              <a:gd name="connsiteX5" fmla="*/ 267075 w 570599"/>
              <a:gd name="connsiteY5" fmla="*/ 45000 h 900000"/>
              <a:gd name="connsiteX6" fmla="*/ 222075 w 570599"/>
              <a:gd name="connsiteY6" fmla="*/ 0 h 900000"/>
              <a:gd name="connsiteX7" fmla="*/ 177075 w 570599"/>
              <a:gd name="connsiteY7" fmla="*/ 45000 h 900000"/>
              <a:gd name="connsiteX8" fmla="*/ 210825 w 570599"/>
              <a:gd name="connsiteY8" fmla="*/ 88425 h 900000"/>
              <a:gd name="connsiteX9" fmla="*/ 210825 w 570599"/>
              <a:gd name="connsiteY9" fmla="*/ 157500 h 900000"/>
              <a:gd name="connsiteX10" fmla="*/ 121275 w 570599"/>
              <a:gd name="connsiteY10" fmla="*/ 157500 h 900000"/>
              <a:gd name="connsiteX11" fmla="*/ 0 w 570599"/>
              <a:gd name="connsiteY11" fmla="*/ 281250 h 900000"/>
              <a:gd name="connsiteX12" fmla="*/ 121275 w 570599"/>
              <a:gd name="connsiteY12" fmla="*/ 405000 h 900000"/>
              <a:gd name="connsiteX13" fmla="*/ 165825 w 570599"/>
              <a:gd name="connsiteY13" fmla="*/ 405000 h 900000"/>
              <a:gd name="connsiteX14" fmla="*/ 165825 w 570599"/>
              <a:gd name="connsiteY14" fmla="*/ 382500 h 900000"/>
              <a:gd name="connsiteX15" fmla="*/ 121275 w 570599"/>
              <a:gd name="connsiteY15" fmla="*/ 382500 h 900000"/>
              <a:gd name="connsiteX16" fmla="*/ 22500 w 570599"/>
              <a:gd name="connsiteY16" fmla="*/ 281250 h 900000"/>
              <a:gd name="connsiteX17" fmla="*/ 121275 w 570599"/>
              <a:gd name="connsiteY17" fmla="*/ 180000 h 900000"/>
              <a:gd name="connsiteX18" fmla="*/ 210825 w 570599"/>
              <a:gd name="connsiteY18" fmla="*/ 180000 h 900000"/>
              <a:gd name="connsiteX19" fmla="*/ 210825 w 570599"/>
              <a:gd name="connsiteY19" fmla="*/ 562500 h 900000"/>
              <a:gd name="connsiteX20" fmla="*/ 161775 w 570599"/>
              <a:gd name="connsiteY20" fmla="*/ 562500 h 900000"/>
              <a:gd name="connsiteX21" fmla="*/ 80100 w 570599"/>
              <a:gd name="connsiteY21" fmla="*/ 641925 h 900000"/>
              <a:gd name="connsiteX22" fmla="*/ 161775 w 570599"/>
              <a:gd name="connsiteY22" fmla="*/ 720000 h 900000"/>
              <a:gd name="connsiteX23" fmla="*/ 210825 w 570599"/>
              <a:gd name="connsiteY23" fmla="*/ 720000 h 900000"/>
              <a:gd name="connsiteX24" fmla="*/ 210825 w 570599"/>
              <a:gd name="connsiteY24" fmla="*/ 900000 h 900000"/>
              <a:gd name="connsiteX25" fmla="*/ 233325 w 570599"/>
              <a:gd name="connsiteY25" fmla="*/ 900000 h 900000"/>
              <a:gd name="connsiteX26" fmla="*/ 233325 w 570599"/>
              <a:gd name="connsiteY26" fmla="*/ 720225 h 900000"/>
              <a:gd name="connsiteX27" fmla="*/ 323325 w 570599"/>
              <a:gd name="connsiteY27" fmla="*/ 832500 h 900000"/>
              <a:gd name="connsiteX28" fmla="*/ 345825 w 570599"/>
              <a:gd name="connsiteY28" fmla="*/ 832500 h 900000"/>
              <a:gd name="connsiteX29" fmla="*/ 233325 w 570599"/>
              <a:gd name="connsiteY29" fmla="*/ 697725 h 900000"/>
              <a:gd name="connsiteX30" fmla="*/ 233325 w 570599"/>
              <a:gd name="connsiteY30" fmla="*/ 585000 h 900000"/>
              <a:gd name="connsiteX31" fmla="*/ 319500 w 570599"/>
              <a:gd name="connsiteY31" fmla="*/ 585000 h 900000"/>
              <a:gd name="connsiteX32" fmla="*/ 418725 w 570599"/>
              <a:gd name="connsiteY32" fmla="*/ 483975 h 900000"/>
              <a:gd name="connsiteX33" fmla="*/ 319500 w 570599"/>
              <a:gd name="connsiteY33" fmla="*/ 382725 h 900000"/>
              <a:gd name="connsiteX34" fmla="*/ 233325 w 570599"/>
              <a:gd name="connsiteY34" fmla="*/ 382725 h 900000"/>
              <a:gd name="connsiteX35" fmla="*/ 233325 w 570599"/>
              <a:gd name="connsiteY35" fmla="*/ 180000 h 900000"/>
              <a:gd name="connsiteX36" fmla="*/ 437625 w 570599"/>
              <a:gd name="connsiteY36" fmla="*/ 180000 h 900000"/>
              <a:gd name="connsiteX37" fmla="*/ 480825 w 570599"/>
              <a:gd name="connsiteY37" fmla="*/ 213300 h 900000"/>
              <a:gd name="connsiteX38" fmla="*/ 524025 w 570599"/>
              <a:gd name="connsiteY38" fmla="*/ 180000 h 900000"/>
              <a:gd name="connsiteX39" fmla="*/ 570600 w 570599"/>
              <a:gd name="connsiteY39" fmla="*/ 180000 h 900000"/>
              <a:gd name="connsiteX40" fmla="*/ 570600 w 570599"/>
              <a:gd name="connsiteY40" fmla="*/ 157500 h 900000"/>
              <a:gd name="connsiteX41" fmla="*/ 524250 w 570599"/>
              <a:gd name="connsiteY41" fmla="*/ 157500 h 900000"/>
              <a:gd name="connsiteX42" fmla="*/ 211050 w 570599"/>
              <a:gd name="connsiteY42" fmla="*/ 697500 h 900000"/>
              <a:gd name="connsiteX43" fmla="*/ 162000 w 570599"/>
              <a:gd name="connsiteY43" fmla="*/ 697500 h 900000"/>
              <a:gd name="connsiteX44" fmla="*/ 102825 w 570599"/>
              <a:gd name="connsiteY44" fmla="*/ 641925 h 900000"/>
              <a:gd name="connsiteX45" fmla="*/ 162000 w 570599"/>
              <a:gd name="connsiteY45" fmla="*/ 585000 h 900000"/>
              <a:gd name="connsiteX46" fmla="*/ 211050 w 570599"/>
              <a:gd name="connsiteY46" fmla="*/ 585000 h 900000"/>
              <a:gd name="connsiteX47" fmla="*/ 211050 w 570599"/>
              <a:gd name="connsiteY47" fmla="*/ 697500 h 900000"/>
              <a:gd name="connsiteX48" fmla="*/ 319725 w 570599"/>
              <a:gd name="connsiteY48" fmla="*/ 405225 h 900000"/>
              <a:gd name="connsiteX49" fmla="*/ 396450 w 570599"/>
              <a:gd name="connsiteY49" fmla="*/ 483975 h 900000"/>
              <a:gd name="connsiteX50" fmla="*/ 319725 w 570599"/>
              <a:gd name="connsiteY50" fmla="*/ 562500 h 900000"/>
              <a:gd name="connsiteX51" fmla="*/ 233550 w 570599"/>
              <a:gd name="connsiteY51" fmla="*/ 562500 h 900000"/>
              <a:gd name="connsiteX52" fmla="*/ 233550 w 570599"/>
              <a:gd name="connsiteY52" fmla="*/ 405225 h 900000"/>
              <a:gd name="connsiteX53" fmla="*/ 319725 w 570599"/>
              <a:gd name="connsiteY53" fmla="*/ 405225 h 900000"/>
              <a:gd name="connsiteX54" fmla="*/ 222300 w 570599"/>
              <a:gd name="connsiteY54" fmla="*/ 67500 h 900000"/>
              <a:gd name="connsiteX55" fmla="*/ 199800 w 570599"/>
              <a:gd name="connsiteY55" fmla="*/ 45000 h 900000"/>
              <a:gd name="connsiteX56" fmla="*/ 222300 w 570599"/>
              <a:gd name="connsiteY56" fmla="*/ 22500 h 900000"/>
              <a:gd name="connsiteX57" fmla="*/ 244800 w 570599"/>
              <a:gd name="connsiteY57" fmla="*/ 45000 h 900000"/>
              <a:gd name="connsiteX58" fmla="*/ 222300 w 570599"/>
              <a:gd name="connsiteY58" fmla="*/ 67500 h 900000"/>
              <a:gd name="connsiteX59" fmla="*/ 481050 w 570599"/>
              <a:gd name="connsiteY59" fmla="*/ 190800 h 900000"/>
              <a:gd name="connsiteX60" fmla="*/ 458550 w 570599"/>
              <a:gd name="connsiteY60" fmla="*/ 168300 h 900000"/>
              <a:gd name="connsiteX61" fmla="*/ 481050 w 570599"/>
              <a:gd name="connsiteY61" fmla="*/ 145800 h 900000"/>
              <a:gd name="connsiteX62" fmla="*/ 503550 w 570599"/>
              <a:gd name="connsiteY62" fmla="*/ 168300 h 900000"/>
              <a:gd name="connsiteX63" fmla="*/ 481050 w 570599"/>
              <a:gd name="connsiteY63" fmla="*/ 190800 h 9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570599" h="900000">
                <a:moveTo>
                  <a:pt x="524700" y="157500"/>
                </a:moveTo>
                <a:cubicBezTo>
                  <a:pt x="519750" y="137925"/>
                  <a:pt x="502200" y="123300"/>
                  <a:pt x="481050" y="123300"/>
                </a:cubicBezTo>
                <a:cubicBezTo>
                  <a:pt x="459900" y="123300"/>
                  <a:pt x="442350" y="137925"/>
                  <a:pt x="437400" y="157500"/>
                </a:cubicBezTo>
                <a:lnTo>
                  <a:pt x="233325" y="157500"/>
                </a:lnTo>
                <a:lnTo>
                  <a:pt x="233325" y="88425"/>
                </a:lnTo>
                <a:cubicBezTo>
                  <a:pt x="252675" y="83475"/>
                  <a:pt x="267075" y="65925"/>
                  <a:pt x="267075" y="45000"/>
                </a:cubicBezTo>
                <a:cubicBezTo>
                  <a:pt x="267075" y="20250"/>
                  <a:pt x="246825" y="0"/>
                  <a:pt x="222075" y="0"/>
                </a:cubicBezTo>
                <a:cubicBezTo>
                  <a:pt x="197325" y="0"/>
                  <a:pt x="177075" y="20250"/>
                  <a:pt x="177075" y="45000"/>
                </a:cubicBezTo>
                <a:cubicBezTo>
                  <a:pt x="177075" y="65925"/>
                  <a:pt x="191475" y="83475"/>
                  <a:pt x="210825" y="88425"/>
                </a:cubicBezTo>
                <a:lnTo>
                  <a:pt x="210825" y="157500"/>
                </a:lnTo>
                <a:lnTo>
                  <a:pt x="121275" y="157500"/>
                </a:lnTo>
                <a:cubicBezTo>
                  <a:pt x="54450" y="157500"/>
                  <a:pt x="0" y="213075"/>
                  <a:pt x="0" y="281250"/>
                </a:cubicBezTo>
                <a:cubicBezTo>
                  <a:pt x="0" y="349425"/>
                  <a:pt x="54450" y="405000"/>
                  <a:pt x="121275" y="405000"/>
                </a:cubicBezTo>
                <a:lnTo>
                  <a:pt x="165825" y="405000"/>
                </a:lnTo>
                <a:lnTo>
                  <a:pt x="165825" y="382500"/>
                </a:lnTo>
                <a:lnTo>
                  <a:pt x="121275" y="382500"/>
                </a:lnTo>
                <a:cubicBezTo>
                  <a:pt x="66825" y="382500"/>
                  <a:pt x="22500" y="337050"/>
                  <a:pt x="22500" y="281250"/>
                </a:cubicBezTo>
                <a:cubicBezTo>
                  <a:pt x="22500" y="225450"/>
                  <a:pt x="66825" y="180000"/>
                  <a:pt x="121275" y="180000"/>
                </a:cubicBezTo>
                <a:lnTo>
                  <a:pt x="210825" y="180000"/>
                </a:lnTo>
                <a:lnTo>
                  <a:pt x="210825" y="562500"/>
                </a:lnTo>
                <a:lnTo>
                  <a:pt x="161775" y="562500"/>
                </a:lnTo>
                <a:cubicBezTo>
                  <a:pt x="115200" y="562500"/>
                  <a:pt x="80100" y="596925"/>
                  <a:pt x="80100" y="641925"/>
                </a:cubicBezTo>
                <a:cubicBezTo>
                  <a:pt x="80100" y="686925"/>
                  <a:pt x="115200" y="720000"/>
                  <a:pt x="161775" y="720000"/>
                </a:cubicBezTo>
                <a:lnTo>
                  <a:pt x="210825" y="720000"/>
                </a:lnTo>
                <a:cubicBezTo>
                  <a:pt x="210825" y="720000"/>
                  <a:pt x="210825" y="900000"/>
                  <a:pt x="210825" y="900000"/>
                </a:cubicBezTo>
                <a:lnTo>
                  <a:pt x="233325" y="900000"/>
                </a:lnTo>
                <a:lnTo>
                  <a:pt x="233325" y="720225"/>
                </a:lnTo>
                <a:cubicBezTo>
                  <a:pt x="289125" y="723375"/>
                  <a:pt x="323325" y="779850"/>
                  <a:pt x="323325" y="832500"/>
                </a:cubicBezTo>
                <a:lnTo>
                  <a:pt x="345825" y="832500"/>
                </a:lnTo>
                <a:cubicBezTo>
                  <a:pt x="345825" y="759825"/>
                  <a:pt x="295875" y="700650"/>
                  <a:pt x="233325" y="697725"/>
                </a:cubicBezTo>
                <a:lnTo>
                  <a:pt x="233325" y="585000"/>
                </a:lnTo>
                <a:lnTo>
                  <a:pt x="319500" y="585000"/>
                </a:lnTo>
                <a:cubicBezTo>
                  <a:pt x="374175" y="585000"/>
                  <a:pt x="418725" y="539775"/>
                  <a:pt x="418725" y="483975"/>
                </a:cubicBezTo>
                <a:cubicBezTo>
                  <a:pt x="418725" y="428175"/>
                  <a:pt x="374175" y="382725"/>
                  <a:pt x="319500" y="382725"/>
                </a:cubicBezTo>
                <a:lnTo>
                  <a:pt x="233325" y="382725"/>
                </a:lnTo>
                <a:lnTo>
                  <a:pt x="233325" y="180000"/>
                </a:lnTo>
                <a:lnTo>
                  <a:pt x="437625" y="180000"/>
                </a:lnTo>
                <a:cubicBezTo>
                  <a:pt x="442800" y="199125"/>
                  <a:pt x="460125" y="213300"/>
                  <a:pt x="480825" y="213300"/>
                </a:cubicBezTo>
                <a:cubicBezTo>
                  <a:pt x="501525" y="213300"/>
                  <a:pt x="518850" y="199125"/>
                  <a:pt x="524025" y="180000"/>
                </a:cubicBezTo>
                <a:lnTo>
                  <a:pt x="570600" y="180000"/>
                </a:lnTo>
                <a:lnTo>
                  <a:pt x="570600" y="157500"/>
                </a:lnTo>
                <a:lnTo>
                  <a:pt x="524250" y="157500"/>
                </a:lnTo>
                <a:close/>
                <a:moveTo>
                  <a:pt x="211050" y="697500"/>
                </a:moveTo>
                <a:lnTo>
                  <a:pt x="162000" y="697500"/>
                </a:lnTo>
                <a:cubicBezTo>
                  <a:pt x="127800" y="697500"/>
                  <a:pt x="102825" y="674100"/>
                  <a:pt x="102825" y="641925"/>
                </a:cubicBezTo>
                <a:cubicBezTo>
                  <a:pt x="102825" y="609750"/>
                  <a:pt x="128250" y="585000"/>
                  <a:pt x="162000" y="585000"/>
                </a:cubicBezTo>
                <a:lnTo>
                  <a:pt x="211050" y="585000"/>
                </a:lnTo>
                <a:lnTo>
                  <a:pt x="211050" y="697500"/>
                </a:lnTo>
                <a:close/>
                <a:moveTo>
                  <a:pt x="319725" y="405225"/>
                </a:moveTo>
                <a:cubicBezTo>
                  <a:pt x="362025" y="405225"/>
                  <a:pt x="396450" y="440550"/>
                  <a:pt x="396450" y="483975"/>
                </a:cubicBezTo>
                <a:cubicBezTo>
                  <a:pt x="396450" y="527400"/>
                  <a:pt x="362025" y="562500"/>
                  <a:pt x="319725" y="562500"/>
                </a:cubicBezTo>
                <a:lnTo>
                  <a:pt x="233550" y="562500"/>
                </a:lnTo>
                <a:lnTo>
                  <a:pt x="233550" y="405225"/>
                </a:lnTo>
                <a:lnTo>
                  <a:pt x="319725" y="405225"/>
                </a:lnTo>
                <a:close/>
                <a:moveTo>
                  <a:pt x="222300" y="67500"/>
                </a:moveTo>
                <a:cubicBezTo>
                  <a:pt x="209925" y="67500"/>
                  <a:pt x="199800" y="57375"/>
                  <a:pt x="199800" y="45000"/>
                </a:cubicBezTo>
                <a:cubicBezTo>
                  <a:pt x="199800" y="32625"/>
                  <a:pt x="209925" y="22500"/>
                  <a:pt x="222300" y="22500"/>
                </a:cubicBezTo>
                <a:cubicBezTo>
                  <a:pt x="234675" y="22500"/>
                  <a:pt x="244800" y="32625"/>
                  <a:pt x="244800" y="45000"/>
                </a:cubicBezTo>
                <a:cubicBezTo>
                  <a:pt x="244800" y="57375"/>
                  <a:pt x="234675" y="67500"/>
                  <a:pt x="222300" y="67500"/>
                </a:cubicBezTo>
                <a:close/>
                <a:moveTo>
                  <a:pt x="481050" y="190800"/>
                </a:moveTo>
                <a:cubicBezTo>
                  <a:pt x="468675" y="190800"/>
                  <a:pt x="458550" y="180675"/>
                  <a:pt x="458550" y="168300"/>
                </a:cubicBezTo>
                <a:cubicBezTo>
                  <a:pt x="458550" y="155925"/>
                  <a:pt x="468675" y="145800"/>
                  <a:pt x="481050" y="145800"/>
                </a:cubicBezTo>
                <a:cubicBezTo>
                  <a:pt x="493425" y="145800"/>
                  <a:pt x="503550" y="155925"/>
                  <a:pt x="503550" y="168300"/>
                </a:cubicBezTo>
                <a:cubicBezTo>
                  <a:pt x="503550" y="180675"/>
                  <a:pt x="493425" y="190800"/>
                  <a:pt x="481050" y="190800"/>
                </a:cubicBezTo>
                <a:close/>
              </a:path>
            </a:pathLst>
          </a:custGeom>
          <a:solidFill>
            <a:srgbClr val="CCDCEB"/>
          </a:solidFill>
          <a:ln w="22423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43" name="Freihandform 42">
            <a:extLst>
              <a:ext uri="{FF2B5EF4-FFF2-40B4-BE49-F238E27FC236}">
                <a16:creationId xmlns:a16="http://schemas.microsoft.com/office/drawing/2014/main" id="{8157261C-A6DE-CF67-3248-123D9D720321}"/>
              </a:ext>
            </a:extLst>
          </p:cNvPr>
          <p:cNvSpPr/>
          <p:nvPr/>
        </p:nvSpPr>
        <p:spPr>
          <a:xfrm>
            <a:off x="6502088" y="3577446"/>
            <a:ext cx="712233" cy="1123399"/>
          </a:xfrm>
          <a:custGeom>
            <a:avLst/>
            <a:gdLst>
              <a:gd name="connsiteX0" fmla="*/ 524700 w 570599"/>
              <a:gd name="connsiteY0" fmla="*/ 157500 h 900000"/>
              <a:gd name="connsiteX1" fmla="*/ 481050 w 570599"/>
              <a:gd name="connsiteY1" fmla="*/ 123300 h 900000"/>
              <a:gd name="connsiteX2" fmla="*/ 437400 w 570599"/>
              <a:gd name="connsiteY2" fmla="*/ 157500 h 900000"/>
              <a:gd name="connsiteX3" fmla="*/ 233325 w 570599"/>
              <a:gd name="connsiteY3" fmla="*/ 157500 h 900000"/>
              <a:gd name="connsiteX4" fmla="*/ 233325 w 570599"/>
              <a:gd name="connsiteY4" fmla="*/ 88425 h 900000"/>
              <a:gd name="connsiteX5" fmla="*/ 267075 w 570599"/>
              <a:gd name="connsiteY5" fmla="*/ 45000 h 900000"/>
              <a:gd name="connsiteX6" fmla="*/ 222075 w 570599"/>
              <a:gd name="connsiteY6" fmla="*/ 0 h 900000"/>
              <a:gd name="connsiteX7" fmla="*/ 177075 w 570599"/>
              <a:gd name="connsiteY7" fmla="*/ 45000 h 900000"/>
              <a:gd name="connsiteX8" fmla="*/ 210825 w 570599"/>
              <a:gd name="connsiteY8" fmla="*/ 88425 h 900000"/>
              <a:gd name="connsiteX9" fmla="*/ 210825 w 570599"/>
              <a:gd name="connsiteY9" fmla="*/ 157500 h 900000"/>
              <a:gd name="connsiteX10" fmla="*/ 121275 w 570599"/>
              <a:gd name="connsiteY10" fmla="*/ 157500 h 900000"/>
              <a:gd name="connsiteX11" fmla="*/ 0 w 570599"/>
              <a:gd name="connsiteY11" fmla="*/ 281250 h 900000"/>
              <a:gd name="connsiteX12" fmla="*/ 121275 w 570599"/>
              <a:gd name="connsiteY12" fmla="*/ 405000 h 900000"/>
              <a:gd name="connsiteX13" fmla="*/ 165825 w 570599"/>
              <a:gd name="connsiteY13" fmla="*/ 405000 h 900000"/>
              <a:gd name="connsiteX14" fmla="*/ 165825 w 570599"/>
              <a:gd name="connsiteY14" fmla="*/ 382500 h 900000"/>
              <a:gd name="connsiteX15" fmla="*/ 121275 w 570599"/>
              <a:gd name="connsiteY15" fmla="*/ 382500 h 900000"/>
              <a:gd name="connsiteX16" fmla="*/ 22500 w 570599"/>
              <a:gd name="connsiteY16" fmla="*/ 281250 h 900000"/>
              <a:gd name="connsiteX17" fmla="*/ 121275 w 570599"/>
              <a:gd name="connsiteY17" fmla="*/ 180000 h 900000"/>
              <a:gd name="connsiteX18" fmla="*/ 210825 w 570599"/>
              <a:gd name="connsiteY18" fmla="*/ 180000 h 900000"/>
              <a:gd name="connsiteX19" fmla="*/ 210825 w 570599"/>
              <a:gd name="connsiteY19" fmla="*/ 562500 h 900000"/>
              <a:gd name="connsiteX20" fmla="*/ 161775 w 570599"/>
              <a:gd name="connsiteY20" fmla="*/ 562500 h 900000"/>
              <a:gd name="connsiteX21" fmla="*/ 80100 w 570599"/>
              <a:gd name="connsiteY21" fmla="*/ 641925 h 900000"/>
              <a:gd name="connsiteX22" fmla="*/ 161775 w 570599"/>
              <a:gd name="connsiteY22" fmla="*/ 720000 h 900000"/>
              <a:gd name="connsiteX23" fmla="*/ 210825 w 570599"/>
              <a:gd name="connsiteY23" fmla="*/ 720000 h 900000"/>
              <a:gd name="connsiteX24" fmla="*/ 210825 w 570599"/>
              <a:gd name="connsiteY24" fmla="*/ 900000 h 900000"/>
              <a:gd name="connsiteX25" fmla="*/ 233325 w 570599"/>
              <a:gd name="connsiteY25" fmla="*/ 900000 h 900000"/>
              <a:gd name="connsiteX26" fmla="*/ 233325 w 570599"/>
              <a:gd name="connsiteY26" fmla="*/ 720225 h 900000"/>
              <a:gd name="connsiteX27" fmla="*/ 323325 w 570599"/>
              <a:gd name="connsiteY27" fmla="*/ 832500 h 900000"/>
              <a:gd name="connsiteX28" fmla="*/ 345825 w 570599"/>
              <a:gd name="connsiteY28" fmla="*/ 832500 h 900000"/>
              <a:gd name="connsiteX29" fmla="*/ 233325 w 570599"/>
              <a:gd name="connsiteY29" fmla="*/ 697725 h 900000"/>
              <a:gd name="connsiteX30" fmla="*/ 233325 w 570599"/>
              <a:gd name="connsiteY30" fmla="*/ 585000 h 900000"/>
              <a:gd name="connsiteX31" fmla="*/ 319500 w 570599"/>
              <a:gd name="connsiteY31" fmla="*/ 585000 h 900000"/>
              <a:gd name="connsiteX32" fmla="*/ 418725 w 570599"/>
              <a:gd name="connsiteY32" fmla="*/ 483975 h 900000"/>
              <a:gd name="connsiteX33" fmla="*/ 319500 w 570599"/>
              <a:gd name="connsiteY33" fmla="*/ 382725 h 900000"/>
              <a:gd name="connsiteX34" fmla="*/ 233325 w 570599"/>
              <a:gd name="connsiteY34" fmla="*/ 382725 h 900000"/>
              <a:gd name="connsiteX35" fmla="*/ 233325 w 570599"/>
              <a:gd name="connsiteY35" fmla="*/ 180000 h 900000"/>
              <a:gd name="connsiteX36" fmla="*/ 437625 w 570599"/>
              <a:gd name="connsiteY36" fmla="*/ 180000 h 900000"/>
              <a:gd name="connsiteX37" fmla="*/ 480825 w 570599"/>
              <a:gd name="connsiteY37" fmla="*/ 213300 h 900000"/>
              <a:gd name="connsiteX38" fmla="*/ 524025 w 570599"/>
              <a:gd name="connsiteY38" fmla="*/ 180000 h 900000"/>
              <a:gd name="connsiteX39" fmla="*/ 570600 w 570599"/>
              <a:gd name="connsiteY39" fmla="*/ 180000 h 900000"/>
              <a:gd name="connsiteX40" fmla="*/ 570600 w 570599"/>
              <a:gd name="connsiteY40" fmla="*/ 157500 h 900000"/>
              <a:gd name="connsiteX41" fmla="*/ 524250 w 570599"/>
              <a:gd name="connsiteY41" fmla="*/ 157500 h 900000"/>
              <a:gd name="connsiteX42" fmla="*/ 211050 w 570599"/>
              <a:gd name="connsiteY42" fmla="*/ 697500 h 900000"/>
              <a:gd name="connsiteX43" fmla="*/ 162000 w 570599"/>
              <a:gd name="connsiteY43" fmla="*/ 697500 h 900000"/>
              <a:gd name="connsiteX44" fmla="*/ 102825 w 570599"/>
              <a:gd name="connsiteY44" fmla="*/ 641925 h 900000"/>
              <a:gd name="connsiteX45" fmla="*/ 162000 w 570599"/>
              <a:gd name="connsiteY45" fmla="*/ 585000 h 900000"/>
              <a:gd name="connsiteX46" fmla="*/ 211050 w 570599"/>
              <a:gd name="connsiteY46" fmla="*/ 585000 h 900000"/>
              <a:gd name="connsiteX47" fmla="*/ 211050 w 570599"/>
              <a:gd name="connsiteY47" fmla="*/ 697500 h 900000"/>
              <a:gd name="connsiteX48" fmla="*/ 319725 w 570599"/>
              <a:gd name="connsiteY48" fmla="*/ 405225 h 900000"/>
              <a:gd name="connsiteX49" fmla="*/ 396450 w 570599"/>
              <a:gd name="connsiteY49" fmla="*/ 483975 h 900000"/>
              <a:gd name="connsiteX50" fmla="*/ 319725 w 570599"/>
              <a:gd name="connsiteY50" fmla="*/ 562500 h 900000"/>
              <a:gd name="connsiteX51" fmla="*/ 233550 w 570599"/>
              <a:gd name="connsiteY51" fmla="*/ 562500 h 900000"/>
              <a:gd name="connsiteX52" fmla="*/ 233550 w 570599"/>
              <a:gd name="connsiteY52" fmla="*/ 405225 h 900000"/>
              <a:gd name="connsiteX53" fmla="*/ 319725 w 570599"/>
              <a:gd name="connsiteY53" fmla="*/ 405225 h 900000"/>
              <a:gd name="connsiteX54" fmla="*/ 222300 w 570599"/>
              <a:gd name="connsiteY54" fmla="*/ 67500 h 900000"/>
              <a:gd name="connsiteX55" fmla="*/ 199800 w 570599"/>
              <a:gd name="connsiteY55" fmla="*/ 45000 h 900000"/>
              <a:gd name="connsiteX56" fmla="*/ 222300 w 570599"/>
              <a:gd name="connsiteY56" fmla="*/ 22500 h 900000"/>
              <a:gd name="connsiteX57" fmla="*/ 244800 w 570599"/>
              <a:gd name="connsiteY57" fmla="*/ 45000 h 900000"/>
              <a:gd name="connsiteX58" fmla="*/ 222300 w 570599"/>
              <a:gd name="connsiteY58" fmla="*/ 67500 h 900000"/>
              <a:gd name="connsiteX59" fmla="*/ 481050 w 570599"/>
              <a:gd name="connsiteY59" fmla="*/ 190800 h 900000"/>
              <a:gd name="connsiteX60" fmla="*/ 458550 w 570599"/>
              <a:gd name="connsiteY60" fmla="*/ 168300 h 900000"/>
              <a:gd name="connsiteX61" fmla="*/ 481050 w 570599"/>
              <a:gd name="connsiteY61" fmla="*/ 145800 h 900000"/>
              <a:gd name="connsiteX62" fmla="*/ 503550 w 570599"/>
              <a:gd name="connsiteY62" fmla="*/ 168300 h 900000"/>
              <a:gd name="connsiteX63" fmla="*/ 481050 w 570599"/>
              <a:gd name="connsiteY63" fmla="*/ 190800 h 9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570599" h="900000">
                <a:moveTo>
                  <a:pt x="524700" y="157500"/>
                </a:moveTo>
                <a:cubicBezTo>
                  <a:pt x="519750" y="137925"/>
                  <a:pt x="502200" y="123300"/>
                  <a:pt x="481050" y="123300"/>
                </a:cubicBezTo>
                <a:cubicBezTo>
                  <a:pt x="459900" y="123300"/>
                  <a:pt x="442350" y="137925"/>
                  <a:pt x="437400" y="157500"/>
                </a:cubicBezTo>
                <a:lnTo>
                  <a:pt x="233325" y="157500"/>
                </a:lnTo>
                <a:lnTo>
                  <a:pt x="233325" y="88425"/>
                </a:lnTo>
                <a:cubicBezTo>
                  <a:pt x="252675" y="83475"/>
                  <a:pt x="267075" y="65925"/>
                  <a:pt x="267075" y="45000"/>
                </a:cubicBezTo>
                <a:cubicBezTo>
                  <a:pt x="267075" y="20250"/>
                  <a:pt x="246825" y="0"/>
                  <a:pt x="222075" y="0"/>
                </a:cubicBezTo>
                <a:cubicBezTo>
                  <a:pt x="197325" y="0"/>
                  <a:pt x="177075" y="20250"/>
                  <a:pt x="177075" y="45000"/>
                </a:cubicBezTo>
                <a:cubicBezTo>
                  <a:pt x="177075" y="65925"/>
                  <a:pt x="191475" y="83475"/>
                  <a:pt x="210825" y="88425"/>
                </a:cubicBezTo>
                <a:lnTo>
                  <a:pt x="210825" y="157500"/>
                </a:lnTo>
                <a:lnTo>
                  <a:pt x="121275" y="157500"/>
                </a:lnTo>
                <a:cubicBezTo>
                  <a:pt x="54450" y="157500"/>
                  <a:pt x="0" y="213075"/>
                  <a:pt x="0" y="281250"/>
                </a:cubicBezTo>
                <a:cubicBezTo>
                  <a:pt x="0" y="349425"/>
                  <a:pt x="54450" y="405000"/>
                  <a:pt x="121275" y="405000"/>
                </a:cubicBezTo>
                <a:lnTo>
                  <a:pt x="165825" y="405000"/>
                </a:lnTo>
                <a:lnTo>
                  <a:pt x="165825" y="382500"/>
                </a:lnTo>
                <a:lnTo>
                  <a:pt x="121275" y="382500"/>
                </a:lnTo>
                <a:cubicBezTo>
                  <a:pt x="66825" y="382500"/>
                  <a:pt x="22500" y="337050"/>
                  <a:pt x="22500" y="281250"/>
                </a:cubicBezTo>
                <a:cubicBezTo>
                  <a:pt x="22500" y="225450"/>
                  <a:pt x="66825" y="180000"/>
                  <a:pt x="121275" y="180000"/>
                </a:cubicBezTo>
                <a:lnTo>
                  <a:pt x="210825" y="180000"/>
                </a:lnTo>
                <a:lnTo>
                  <a:pt x="210825" y="562500"/>
                </a:lnTo>
                <a:lnTo>
                  <a:pt x="161775" y="562500"/>
                </a:lnTo>
                <a:cubicBezTo>
                  <a:pt x="115200" y="562500"/>
                  <a:pt x="80100" y="596925"/>
                  <a:pt x="80100" y="641925"/>
                </a:cubicBezTo>
                <a:cubicBezTo>
                  <a:pt x="80100" y="686925"/>
                  <a:pt x="115200" y="720000"/>
                  <a:pt x="161775" y="720000"/>
                </a:cubicBezTo>
                <a:lnTo>
                  <a:pt x="210825" y="720000"/>
                </a:lnTo>
                <a:cubicBezTo>
                  <a:pt x="210825" y="720000"/>
                  <a:pt x="210825" y="900000"/>
                  <a:pt x="210825" y="900000"/>
                </a:cubicBezTo>
                <a:lnTo>
                  <a:pt x="233325" y="900000"/>
                </a:lnTo>
                <a:lnTo>
                  <a:pt x="233325" y="720225"/>
                </a:lnTo>
                <a:cubicBezTo>
                  <a:pt x="289125" y="723375"/>
                  <a:pt x="323325" y="779850"/>
                  <a:pt x="323325" y="832500"/>
                </a:cubicBezTo>
                <a:lnTo>
                  <a:pt x="345825" y="832500"/>
                </a:lnTo>
                <a:cubicBezTo>
                  <a:pt x="345825" y="759825"/>
                  <a:pt x="295875" y="700650"/>
                  <a:pt x="233325" y="697725"/>
                </a:cubicBezTo>
                <a:lnTo>
                  <a:pt x="233325" y="585000"/>
                </a:lnTo>
                <a:lnTo>
                  <a:pt x="319500" y="585000"/>
                </a:lnTo>
                <a:cubicBezTo>
                  <a:pt x="374175" y="585000"/>
                  <a:pt x="418725" y="539775"/>
                  <a:pt x="418725" y="483975"/>
                </a:cubicBezTo>
                <a:cubicBezTo>
                  <a:pt x="418725" y="428175"/>
                  <a:pt x="374175" y="382725"/>
                  <a:pt x="319500" y="382725"/>
                </a:cubicBezTo>
                <a:lnTo>
                  <a:pt x="233325" y="382725"/>
                </a:lnTo>
                <a:lnTo>
                  <a:pt x="233325" y="180000"/>
                </a:lnTo>
                <a:lnTo>
                  <a:pt x="437625" y="180000"/>
                </a:lnTo>
                <a:cubicBezTo>
                  <a:pt x="442800" y="199125"/>
                  <a:pt x="460125" y="213300"/>
                  <a:pt x="480825" y="213300"/>
                </a:cubicBezTo>
                <a:cubicBezTo>
                  <a:pt x="501525" y="213300"/>
                  <a:pt x="518850" y="199125"/>
                  <a:pt x="524025" y="180000"/>
                </a:cubicBezTo>
                <a:lnTo>
                  <a:pt x="570600" y="180000"/>
                </a:lnTo>
                <a:lnTo>
                  <a:pt x="570600" y="157500"/>
                </a:lnTo>
                <a:lnTo>
                  <a:pt x="524250" y="157500"/>
                </a:lnTo>
                <a:close/>
                <a:moveTo>
                  <a:pt x="211050" y="697500"/>
                </a:moveTo>
                <a:lnTo>
                  <a:pt x="162000" y="697500"/>
                </a:lnTo>
                <a:cubicBezTo>
                  <a:pt x="127800" y="697500"/>
                  <a:pt x="102825" y="674100"/>
                  <a:pt x="102825" y="641925"/>
                </a:cubicBezTo>
                <a:cubicBezTo>
                  <a:pt x="102825" y="609750"/>
                  <a:pt x="128250" y="585000"/>
                  <a:pt x="162000" y="585000"/>
                </a:cubicBezTo>
                <a:lnTo>
                  <a:pt x="211050" y="585000"/>
                </a:lnTo>
                <a:lnTo>
                  <a:pt x="211050" y="697500"/>
                </a:lnTo>
                <a:close/>
                <a:moveTo>
                  <a:pt x="319725" y="405225"/>
                </a:moveTo>
                <a:cubicBezTo>
                  <a:pt x="362025" y="405225"/>
                  <a:pt x="396450" y="440550"/>
                  <a:pt x="396450" y="483975"/>
                </a:cubicBezTo>
                <a:cubicBezTo>
                  <a:pt x="396450" y="527400"/>
                  <a:pt x="362025" y="562500"/>
                  <a:pt x="319725" y="562500"/>
                </a:cubicBezTo>
                <a:lnTo>
                  <a:pt x="233550" y="562500"/>
                </a:lnTo>
                <a:lnTo>
                  <a:pt x="233550" y="405225"/>
                </a:lnTo>
                <a:lnTo>
                  <a:pt x="319725" y="405225"/>
                </a:lnTo>
                <a:close/>
                <a:moveTo>
                  <a:pt x="222300" y="67500"/>
                </a:moveTo>
                <a:cubicBezTo>
                  <a:pt x="209925" y="67500"/>
                  <a:pt x="199800" y="57375"/>
                  <a:pt x="199800" y="45000"/>
                </a:cubicBezTo>
                <a:cubicBezTo>
                  <a:pt x="199800" y="32625"/>
                  <a:pt x="209925" y="22500"/>
                  <a:pt x="222300" y="22500"/>
                </a:cubicBezTo>
                <a:cubicBezTo>
                  <a:pt x="234675" y="22500"/>
                  <a:pt x="244800" y="32625"/>
                  <a:pt x="244800" y="45000"/>
                </a:cubicBezTo>
                <a:cubicBezTo>
                  <a:pt x="244800" y="57375"/>
                  <a:pt x="234675" y="67500"/>
                  <a:pt x="222300" y="67500"/>
                </a:cubicBezTo>
                <a:close/>
                <a:moveTo>
                  <a:pt x="481050" y="190800"/>
                </a:moveTo>
                <a:cubicBezTo>
                  <a:pt x="468675" y="190800"/>
                  <a:pt x="458550" y="180675"/>
                  <a:pt x="458550" y="168300"/>
                </a:cubicBezTo>
                <a:cubicBezTo>
                  <a:pt x="458550" y="155925"/>
                  <a:pt x="468675" y="145800"/>
                  <a:pt x="481050" y="145800"/>
                </a:cubicBezTo>
                <a:cubicBezTo>
                  <a:pt x="493425" y="145800"/>
                  <a:pt x="503550" y="155925"/>
                  <a:pt x="503550" y="168300"/>
                </a:cubicBezTo>
                <a:cubicBezTo>
                  <a:pt x="503550" y="180675"/>
                  <a:pt x="493425" y="190800"/>
                  <a:pt x="481050" y="190800"/>
                </a:cubicBezTo>
                <a:close/>
              </a:path>
            </a:pathLst>
          </a:custGeom>
          <a:solidFill>
            <a:srgbClr val="CBCFD2"/>
          </a:solidFill>
          <a:ln w="22423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98576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0C2F0-9FD7-DB06-F60F-5C4FE8C33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 main component </a:t>
            </a:r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F5DDFF-E22A-696E-218A-3CDA606D75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de-DE" smtClean="0"/>
              <a:pPr/>
              <a:t>33</a:t>
            </a:fld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207DA1-E4B5-6056-D86A-23B250FD78F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sz="2000"/>
              <a:t>Multi-colored / Pixelated Spheres</a:t>
            </a:r>
            <a:endParaRPr lang="ru-RU" sz="20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B87D5C-F129-61CA-08F2-F99916B9D6D6}"/>
              </a:ext>
            </a:extLst>
          </p:cNvPr>
          <p:cNvSpPr txBox="1"/>
          <p:nvPr/>
        </p:nvSpPr>
        <p:spPr>
          <a:xfrm>
            <a:off x="1390650" y="1639659"/>
            <a:ext cx="149542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800">
                <a:solidFill>
                  <a:srgbClr val="5E676C"/>
                </a:solidFill>
              </a:rPr>
              <a:t>Africa centered</a:t>
            </a:r>
            <a:endParaRPr lang="ru-RU" sz="1800">
              <a:solidFill>
                <a:srgbClr val="5E676C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6490A4-D31D-BB46-8EC4-296DF6F657AC}"/>
              </a:ext>
            </a:extLst>
          </p:cNvPr>
          <p:cNvSpPr txBox="1"/>
          <p:nvPr/>
        </p:nvSpPr>
        <p:spPr>
          <a:xfrm>
            <a:off x="5348287" y="1639659"/>
            <a:ext cx="149542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800">
                <a:solidFill>
                  <a:srgbClr val="5E676C"/>
                </a:solidFill>
              </a:rPr>
              <a:t>Asia centered</a:t>
            </a:r>
            <a:endParaRPr lang="ru-RU" sz="1800">
              <a:solidFill>
                <a:srgbClr val="5E676C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BB5EF4-8945-2E2D-EF65-301BCEACB007}"/>
              </a:ext>
            </a:extLst>
          </p:cNvPr>
          <p:cNvSpPr txBox="1"/>
          <p:nvPr/>
        </p:nvSpPr>
        <p:spPr>
          <a:xfrm>
            <a:off x="9305924" y="1639659"/>
            <a:ext cx="1776141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>
                <a:solidFill>
                  <a:srgbClr val="5E676C"/>
                </a:solidFill>
              </a:rPr>
              <a:t>Americas centered</a:t>
            </a:r>
            <a:endParaRPr lang="ru-RU" sz="1800">
              <a:solidFill>
                <a:srgbClr val="5E676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99110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CF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7000F-E188-CF32-4C18-B8FA76148944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/>
              <a:t>Design main component </a:t>
            </a:r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1FC5E8-0A62-834B-BD24-223C5AAA7A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de-DE" smtClean="0"/>
              <a:pPr/>
              <a:t>34</a:t>
            </a:fld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DF88BB-D6FD-51EB-CBFA-BD5E64249D8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sz="2000">
                <a:solidFill>
                  <a:schemeClr val="bg1"/>
                </a:solidFill>
              </a:rPr>
              <a:t>Monochrome White Spheres</a:t>
            </a:r>
            <a:endParaRPr lang="ru-RU" sz="200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6A915F-4B11-C022-6EF5-FA91447A71E3}"/>
              </a:ext>
            </a:extLst>
          </p:cNvPr>
          <p:cNvSpPr txBox="1"/>
          <p:nvPr/>
        </p:nvSpPr>
        <p:spPr>
          <a:xfrm>
            <a:off x="1390650" y="1639659"/>
            <a:ext cx="149542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800">
                <a:solidFill>
                  <a:schemeClr val="bg1"/>
                </a:solidFill>
              </a:rPr>
              <a:t>Africa centered</a:t>
            </a:r>
            <a:endParaRPr lang="ru-RU" sz="180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06B7F9-5E5C-D46E-4B45-801CB90D2113}"/>
              </a:ext>
            </a:extLst>
          </p:cNvPr>
          <p:cNvSpPr txBox="1"/>
          <p:nvPr/>
        </p:nvSpPr>
        <p:spPr>
          <a:xfrm>
            <a:off x="5348287" y="1639659"/>
            <a:ext cx="149542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800">
                <a:solidFill>
                  <a:schemeClr val="bg1"/>
                </a:solidFill>
              </a:rPr>
              <a:t>Asia centered</a:t>
            </a:r>
            <a:endParaRPr lang="ru-RU" sz="180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D98C8E-C1FA-1345-DAE5-225A5796C5E3}"/>
              </a:ext>
            </a:extLst>
          </p:cNvPr>
          <p:cNvSpPr txBox="1"/>
          <p:nvPr/>
        </p:nvSpPr>
        <p:spPr>
          <a:xfrm>
            <a:off x="9305924" y="1639659"/>
            <a:ext cx="1776141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>
                <a:solidFill>
                  <a:schemeClr val="bg1"/>
                </a:solidFill>
              </a:rPr>
              <a:t>Americas centered</a:t>
            </a:r>
            <a:endParaRPr lang="ru-RU" sz="1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44974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E08C9287-D27E-F25A-7C6F-A1B758CCD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0" i="0" u="none" strike="noStrike">
                <a:effectLst/>
              </a:rPr>
              <a:t>Icons</a:t>
            </a:r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FE6EFBE-5D62-7482-67A3-6CEFF033A9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err="1"/>
              <a:t>Functional</a:t>
            </a:r>
            <a:r>
              <a:rPr lang="de-DE"/>
              <a:t> Icons – Google Fonts</a:t>
            </a:r>
          </a:p>
          <a:p>
            <a:endParaRPr lang="de-DE"/>
          </a:p>
        </p:txBody>
      </p:sp>
      <p:pic>
        <p:nvPicPr>
          <p:cNvPr id="115" name="Grafik 114">
            <a:extLst>
              <a:ext uri="{FF2B5EF4-FFF2-40B4-BE49-F238E27FC236}">
                <a16:creationId xmlns:a16="http://schemas.microsoft.com/office/drawing/2014/main" id="{A9C8D8CC-9694-B969-2952-8DE6BB25F5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50338" y="3091243"/>
            <a:ext cx="720733" cy="720733"/>
          </a:xfrm>
          <a:prstGeom prst="rect">
            <a:avLst/>
          </a:prstGeom>
        </p:spPr>
      </p:pic>
      <p:pic>
        <p:nvPicPr>
          <p:cNvPr id="116" name="Grafik 115">
            <a:extLst>
              <a:ext uri="{FF2B5EF4-FFF2-40B4-BE49-F238E27FC236}">
                <a16:creationId xmlns:a16="http://schemas.microsoft.com/office/drawing/2014/main" id="{2F63EFB0-060E-DD52-FFAA-2F6288D52E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16340" y="1305346"/>
            <a:ext cx="720733" cy="720733"/>
          </a:xfrm>
          <a:prstGeom prst="rect">
            <a:avLst/>
          </a:prstGeom>
        </p:spPr>
      </p:pic>
      <p:pic>
        <p:nvPicPr>
          <p:cNvPr id="117" name="Grafik 116">
            <a:extLst>
              <a:ext uri="{FF2B5EF4-FFF2-40B4-BE49-F238E27FC236}">
                <a16:creationId xmlns:a16="http://schemas.microsoft.com/office/drawing/2014/main" id="{64F4BF7C-DB85-D482-78D8-967785B42D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7630" y="5073327"/>
            <a:ext cx="720733" cy="720733"/>
          </a:xfrm>
          <a:prstGeom prst="rect">
            <a:avLst/>
          </a:prstGeom>
        </p:spPr>
      </p:pic>
      <p:pic>
        <p:nvPicPr>
          <p:cNvPr id="118" name="Grafik 117">
            <a:extLst>
              <a:ext uri="{FF2B5EF4-FFF2-40B4-BE49-F238E27FC236}">
                <a16:creationId xmlns:a16="http://schemas.microsoft.com/office/drawing/2014/main" id="{D5E04E0B-2832-07D8-3223-01FBE3C17C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52896" y="4170860"/>
            <a:ext cx="720733" cy="720733"/>
          </a:xfrm>
          <a:prstGeom prst="rect">
            <a:avLst/>
          </a:prstGeom>
        </p:spPr>
      </p:pic>
      <p:pic>
        <p:nvPicPr>
          <p:cNvPr id="119" name="Grafik 118">
            <a:extLst>
              <a:ext uri="{FF2B5EF4-FFF2-40B4-BE49-F238E27FC236}">
                <a16:creationId xmlns:a16="http://schemas.microsoft.com/office/drawing/2014/main" id="{C5B4C802-DAA0-08EF-678B-06DAB174DF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14008" y="4170860"/>
            <a:ext cx="720733" cy="720733"/>
          </a:xfrm>
          <a:prstGeom prst="rect">
            <a:avLst/>
          </a:prstGeom>
        </p:spPr>
      </p:pic>
      <p:pic>
        <p:nvPicPr>
          <p:cNvPr id="120" name="Grafik 119">
            <a:extLst>
              <a:ext uri="{FF2B5EF4-FFF2-40B4-BE49-F238E27FC236}">
                <a16:creationId xmlns:a16="http://schemas.microsoft.com/office/drawing/2014/main" id="{35E32A9D-0629-BF2F-3664-24D1A67C02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59964" y="1305346"/>
            <a:ext cx="720733" cy="720733"/>
          </a:xfrm>
          <a:prstGeom prst="rect">
            <a:avLst/>
          </a:prstGeom>
        </p:spPr>
      </p:pic>
      <p:pic>
        <p:nvPicPr>
          <p:cNvPr id="121" name="Grafik 120">
            <a:extLst>
              <a:ext uri="{FF2B5EF4-FFF2-40B4-BE49-F238E27FC236}">
                <a16:creationId xmlns:a16="http://schemas.microsoft.com/office/drawing/2014/main" id="{B923E1EF-416F-25AA-C5D5-4C034A64B1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7212" y="1305346"/>
            <a:ext cx="720733" cy="720733"/>
          </a:xfrm>
          <a:prstGeom prst="rect">
            <a:avLst/>
          </a:prstGeom>
        </p:spPr>
      </p:pic>
      <p:pic>
        <p:nvPicPr>
          <p:cNvPr id="122" name="Grafik 121">
            <a:extLst>
              <a:ext uri="{FF2B5EF4-FFF2-40B4-BE49-F238E27FC236}">
                <a16:creationId xmlns:a16="http://schemas.microsoft.com/office/drawing/2014/main" id="{800A59DB-D43B-8BBE-A139-D6CF36BE21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86363" y="4170860"/>
            <a:ext cx="720733" cy="720733"/>
          </a:xfrm>
          <a:prstGeom prst="rect">
            <a:avLst/>
          </a:prstGeom>
        </p:spPr>
      </p:pic>
      <p:pic>
        <p:nvPicPr>
          <p:cNvPr id="123" name="Grafik 122">
            <a:extLst>
              <a:ext uri="{FF2B5EF4-FFF2-40B4-BE49-F238E27FC236}">
                <a16:creationId xmlns:a16="http://schemas.microsoft.com/office/drawing/2014/main" id="{02F8F1B3-813B-2F9A-75AB-DEAC5989DB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03588" y="1305346"/>
            <a:ext cx="720733" cy="720733"/>
          </a:xfrm>
          <a:prstGeom prst="rect">
            <a:avLst/>
          </a:prstGeom>
        </p:spPr>
      </p:pic>
      <p:pic>
        <p:nvPicPr>
          <p:cNvPr id="124" name="Grafik 123">
            <a:extLst>
              <a:ext uri="{FF2B5EF4-FFF2-40B4-BE49-F238E27FC236}">
                <a16:creationId xmlns:a16="http://schemas.microsoft.com/office/drawing/2014/main" id="{B6132CA2-7490-4812-C753-E2BDCFE446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323340" y="2225147"/>
            <a:ext cx="720733" cy="720733"/>
          </a:xfrm>
          <a:prstGeom prst="rect">
            <a:avLst/>
          </a:prstGeom>
        </p:spPr>
      </p:pic>
      <p:pic>
        <p:nvPicPr>
          <p:cNvPr id="125" name="Grafik 124">
            <a:extLst>
              <a:ext uri="{FF2B5EF4-FFF2-40B4-BE49-F238E27FC236}">
                <a16:creationId xmlns:a16="http://schemas.microsoft.com/office/drawing/2014/main" id="{6ACCF0FC-CA63-DCCB-2BCE-E5D6CE7729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23860" y="3101083"/>
            <a:ext cx="720733" cy="720733"/>
          </a:xfrm>
          <a:prstGeom prst="rect">
            <a:avLst/>
          </a:prstGeom>
        </p:spPr>
      </p:pic>
      <p:pic>
        <p:nvPicPr>
          <p:cNvPr id="126" name="Grafik 125">
            <a:extLst>
              <a:ext uri="{FF2B5EF4-FFF2-40B4-BE49-F238E27FC236}">
                <a16:creationId xmlns:a16="http://schemas.microsoft.com/office/drawing/2014/main" id="{316CD75F-0203-B108-E25A-62DBAB8857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482896" y="3110923"/>
            <a:ext cx="720733" cy="720733"/>
          </a:xfrm>
          <a:prstGeom prst="rect">
            <a:avLst/>
          </a:prstGeom>
        </p:spPr>
      </p:pic>
      <p:pic>
        <p:nvPicPr>
          <p:cNvPr id="127" name="Grafik 126">
            <a:extLst>
              <a:ext uri="{FF2B5EF4-FFF2-40B4-BE49-F238E27FC236}">
                <a16:creationId xmlns:a16="http://schemas.microsoft.com/office/drawing/2014/main" id="{4A00B45F-C9FD-C4BF-24CA-AF47A40C11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311147" y="3120763"/>
            <a:ext cx="720733" cy="720733"/>
          </a:xfrm>
          <a:prstGeom prst="rect">
            <a:avLst/>
          </a:prstGeom>
        </p:spPr>
      </p:pic>
      <p:pic>
        <p:nvPicPr>
          <p:cNvPr id="128" name="Grafik 127">
            <a:extLst>
              <a:ext uri="{FF2B5EF4-FFF2-40B4-BE49-F238E27FC236}">
                <a16:creationId xmlns:a16="http://schemas.microsoft.com/office/drawing/2014/main" id="{9E1E459E-D543-7745-DBE7-74D4C98CA0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460166" y="2225147"/>
            <a:ext cx="720733" cy="720733"/>
          </a:xfrm>
          <a:prstGeom prst="rect">
            <a:avLst/>
          </a:prstGeom>
        </p:spPr>
      </p:pic>
      <p:pic>
        <p:nvPicPr>
          <p:cNvPr id="129" name="Grafik 128">
            <a:extLst>
              <a:ext uri="{FF2B5EF4-FFF2-40B4-BE49-F238E27FC236}">
                <a16:creationId xmlns:a16="http://schemas.microsoft.com/office/drawing/2014/main" id="{9C97240C-4CC4-F49A-7C8E-0F87CAB7AD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357920" y="4170860"/>
            <a:ext cx="720733" cy="720733"/>
          </a:xfrm>
          <a:prstGeom prst="rect">
            <a:avLst/>
          </a:prstGeom>
        </p:spPr>
      </p:pic>
      <p:pic>
        <p:nvPicPr>
          <p:cNvPr id="130" name="Grafik 129">
            <a:extLst>
              <a:ext uri="{FF2B5EF4-FFF2-40B4-BE49-F238E27FC236}">
                <a16:creationId xmlns:a16="http://schemas.microsoft.com/office/drawing/2014/main" id="{6695ADD4-B942-3870-3890-EBA5EEC42B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354756" y="3130603"/>
            <a:ext cx="720733" cy="720733"/>
          </a:xfrm>
          <a:prstGeom prst="rect">
            <a:avLst/>
          </a:prstGeom>
        </p:spPr>
      </p:pic>
      <p:pic>
        <p:nvPicPr>
          <p:cNvPr id="131" name="Grafik 130">
            <a:extLst>
              <a:ext uri="{FF2B5EF4-FFF2-40B4-BE49-F238E27FC236}">
                <a16:creationId xmlns:a16="http://schemas.microsoft.com/office/drawing/2014/main" id="{D4D40E95-369D-BF43-1B68-217603B9A3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213557" y="4170860"/>
            <a:ext cx="720733" cy="720733"/>
          </a:xfrm>
          <a:prstGeom prst="rect">
            <a:avLst/>
          </a:prstGeom>
        </p:spPr>
      </p:pic>
      <p:pic>
        <p:nvPicPr>
          <p:cNvPr id="132" name="Grafik 131">
            <a:extLst>
              <a:ext uri="{FF2B5EF4-FFF2-40B4-BE49-F238E27FC236}">
                <a16:creationId xmlns:a16="http://schemas.microsoft.com/office/drawing/2014/main" id="{DF884267-2E55-89CE-E7AA-BA0A4AA257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332752" y="2225147"/>
            <a:ext cx="720733" cy="720733"/>
          </a:xfrm>
          <a:prstGeom prst="rect">
            <a:avLst/>
          </a:prstGeom>
        </p:spPr>
      </p:pic>
      <p:pic>
        <p:nvPicPr>
          <p:cNvPr id="133" name="Grafik 132">
            <a:extLst>
              <a:ext uri="{FF2B5EF4-FFF2-40B4-BE49-F238E27FC236}">
                <a16:creationId xmlns:a16="http://schemas.microsoft.com/office/drawing/2014/main" id="{BAE3EA46-0F06-3096-C6DD-73A406610C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4272716" y="1305346"/>
            <a:ext cx="720733" cy="720733"/>
          </a:xfrm>
          <a:prstGeom prst="rect">
            <a:avLst/>
          </a:prstGeom>
        </p:spPr>
      </p:pic>
      <p:pic>
        <p:nvPicPr>
          <p:cNvPr id="134" name="Grafik 133">
            <a:extLst>
              <a:ext uri="{FF2B5EF4-FFF2-40B4-BE49-F238E27FC236}">
                <a16:creationId xmlns:a16="http://schemas.microsoft.com/office/drawing/2014/main" id="{432FC168-9527-BD6D-7386-B9684CA297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229092" y="1305346"/>
            <a:ext cx="720733" cy="720733"/>
          </a:xfrm>
          <a:prstGeom prst="rect">
            <a:avLst/>
          </a:prstGeom>
        </p:spPr>
      </p:pic>
      <p:pic>
        <p:nvPicPr>
          <p:cNvPr id="135" name="Grafik 134">
            <a:extLst>
              <a:ext uri="{FF2B5EF4-FFF2-40B4-BE49-F238E27FC236}">
                <a16:creationId xmlns:a16="http://schemas.microsoft.com/office/drawing/2014/main" id="{3F72AD35-A6A8-935D-8206-053624A9ED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096754" y="1305346"/>
            <a:ext cx="720733" cy="720733"/>
          </a:xfrm>
          <a:prstGeom prst="rect">
            <a:avLst/>
          </a:prstGeom>
        </p:spPr>
      </p:pic>
      <p:pic>
        <p:nvPicPr>
          <p:cNvPr id="136" name="Grafik 135">
            <a:extLst>
              <a:ext uri="{FF2B5EF4-FFF2-40B4-BE49-F238E27FC236}">
                <a16:creationId xmlns:a16="http://schemas.microsoft.com/office/drawing/2014/main" id="{0BF4D67D-D591-E026-8250-08208736DD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423861" y="2225147"/>
            <a:ext cx="720732" cy="720732"/>
          </a:xfrm>
          <a:prstGeom prst="rect">
            <a:avLst/>
          </a:prstGeom>
        </p:spPr>
      </p:pic>
      <p:pic>
        <p:nvPicPr>
          <p:cNvPr id="137" name="Grafik 136">
            <a:extLst>
              <a:ext uri="{FF2B5EF4-FFF2-40B4-BE49-F238E27FC236}">
                <a16:creationId xmlns:a16="http://schemas.microsoft.com/office/drawing/2014/main" id="{1BB22AD3-E2D6-ACFC-5A22-EAEA48D549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141111" y="1305712"/>
            <a:ext cx="720000" cy="720000"/>
          </a:xfrm>
          <a:prstGeom prst="rect">
            <a:avLst/>
          </a:prstGeom>
        </p:spPr>
      </p:pic>
      <p:pic>
        <p:nvPicPr>
          <p:cNvPr id="138" name="Grafik 137">
            <a:extLst>
              <a:ext uri="{FF2B5EF4-FFF2-40B4-BE49-F238E27FC236}">
                <a16:creationId xmlns:a16="http://schemas.microsoft.com/office/drawing/2014/main" id="{3393F460-E8BC-21A0-9CF9-79FF1865DA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4261482" y="2225513"/>
            <a:ext cx="720000" cy="720000"/>
          </a:xfrm>
          <a:prstGeom prst="rect">
            <a:avLst/>
          </a:prstGeom>
        </p:spPr>
      </p:pic>
      <p:pic>
        <p:nvPicPr>
          <p:cNvPr id="139" name="Grafik 138">
            <a:extLst>
              <a:ext uri="{FF2B5EF4-FFF2-40B4-BE49-F238E27FC236}">
                <a16:creationId xmlns:a16="http://schemas.microsoft.com/office/drawing/2014/main" id="{5A04B556-1DE8-D51F-2DEA-D863F19EEE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243267" y="2225513"/>
            <a:ext cx="720000" cy="720000"/>
          </a:xfrm>
          <a:prstGeom prst="rect">
            <a:avLst/>
          </a:prstGeom>
        </p:spPr>
      </p:pic>
      <p:pic>
        <p:nvPicPr>
          <p:cNvPr id="140" name="Grafik 139">
            <a:extLst>
              <a:ext uri="{FF2B5EF4-FFF2-40B4-BE49-F238E27FC236}">
                <a16:creationId xmlns:a16="http://schemas.microsoft.com/office/drawing/2014/main" id="{2BAE8605-BA5B-2B0F-7535-1E7F85A18A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427630" y="4170860"/>
            <a:ext cx="720733" cy="720733"/>
          </a:xfrm>
          <a:prstGeom prst="rect">
            <a:avLst/>
          </a:prstGeom>
        </p:spPr>
      </p:pic>
      <p:pic>
        <p:nvPicPr>
          <p:cNvPr id="141" name="Grafik 140">
            <a:extLst>
              <a:ext uri="{FF2B5EF4-FFF2-40B4-BE49-F238E27FC236}">
                <a16:creationId xmlns:a16="http://schemas.microsoft.com/office/drawing/2014/main" id="{E6697724-9DDF-30FE-6ACA-D5FD8CFC03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7153782" y="2225147"/>
            <a:ext cx="720733" cy="720733"/>
          </a:xfrm>
          <a:prstGeom prst="rect">
            <a:avLst/>
          </a:prstGeom>
        </p:spPr>
      </p:pic>
      <p:pic>
        <p:nvPicPr>
          <p:cNvPr id="142" name="Grafik 141">
            <a:extLst>
              <a:ext uri="{FF2B5EF4-FFF2-40B4-BE49-F238E27FC236}">
                <a16:creationId xmlns:a16="http://schemas.microsoft.com/office/drawing/2014/main" id="{7F9B7CA7-F726-A40C-6C5E-C905053C97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7220651" y="3140443"/>
            <a:ext cx="720733" cy="720733"/>
          </a:xfrm>
          <a:prstGeom prst="rect">
            <a:avLst/>
          </a:prstGeom>
        </p:spPr>
      </p:pic>
      <p:pic>
        <p:nvPicPr>
          <p:cNvPr id="143" name="Grafik 142">
            <a:extLst>
              <a:ext uri="{FF2B5EF4-FFF2-40B4-BE49-F238E27FC236}">
                <a16:creationId xmlns:a16="http://schemas.microsoft.com/office/drawing/2014/main" id="{C530D49C-D38D-7F57-7EC9-0E7738DA28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6211605" y="2225147"/>
            <a:ext cx="720733" cy="720733"/>
          </a:xfrm>
          <a:prstGeom prst="rect">
            <a:avLst/>
          </a:prstGeom>
        </p:spPr>
      </p:pic>
      <p:pic>
        <p:nvPicPr>
          <p:cNvPr id="144" name="Grafik 143">
            <a:extLst>
              <a:ext uri="{FF2B5EF4-FFF2-40B4-BE49-F238E27FC236}">
                <a16:creationId xmlns:a16="http://schemas.microsoft.com/office/drawing/2014/main" id="{42AC125B-6704-1DE5-DACB-05B0E882E5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6211605" y="3150283"/>
            <a:ext cx="720733" cy="720733"/>
          </a:xfrm>
          <a:prstGeom prst="rect">
            <a:avLst/>
          </a:prstGeom>
        </p:spPr>
      </p:pic>
      <p:pic>
        <p:nvPicPr>
          <p:cNvPr id="145" name="Grafik 144">
            <a:extLst>
              <a:ext uri="{FF2B5EF4-FFF2-40B4-BE49-F238E27FC236}">
                <a16:creationId xmlns:a16="http://schemas.microsoft.com/office/drawing/2014/main" id="{D5B81800-134F-99C6-17B0-E30D2640B3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5266202" y="3160123"/>
            <a:ext cx="720733" cy="720733"/>
          </a:xfrm>
          <a:prstGeom prst="rect">
            <a:avLst/>
          </a:prstGeom>
        </p:spPr>
      </p:pic>
      <p:pic>
        <p:nvPicPr>
          <p:cNvPr id="146" name="Grafik 145">
            <a:extLst>
              <a:ext uri="{FF2B5EF4-FFF2-40B4-BE49-F238E27FC236}">
                <a16:creationId xmlns:a16="http://schemas.microsoft.com/office/drawing/2014/main" id="{7BB2D42E-EA14-91EA-41CE-0EAB5DCAB4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5268457" y="4170860"/>
            <a:ext cx="720733" cy="720733"/>
          </a:xfrm>
          <a:prstGeom prst="rect">
            <a:avLst/>
          </a:prstGeom>
        </p:spPr>
      </p:pic>
      <p:pic>
        <p:nvPicPr>
          <p:cNvPr id="147" name="Grafik 146">
            <a:extLst>
              <a:ext uri="{FF2B5EF4-FFF2-40B4-BE49-F238E27FC236}">
                <a16:creationId xmlns:a16="http://schemas.microsoft.com/office/drawing/2014/main" id="{51A794CF-DAE1-7B01-992F-3C220F75D3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386985" y="5073327"/>
            <a:ext cx="720733" cy="720733"/>
          </a:xfrm>
          <a:prstGeom prst="rect">
            <a:avLst/>
          </a:prstGeom>
        </p:spPr>
      </p:pic>
      <p:pic>
        <p:nvPicPr>
          <p:cNvPr id="148" name="Grafik 147">
            <a:extLst>
              <a:ext uri="{FF2B5EF4-FFF2-40B4-BE49-F238E27FC236}">
                <a16:creationId xmlns:a16="http://schemas.microsoft.com/office/drawing/2014/main" id="{51C472D5-91B0-9DE3-431B-2723F3F62E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5222203" y="5073694"/>
            <a:ext cx="719999" cy="719999"/>
          </a:xfrm>
          <a:prstGeom prst="rect">
            <a:avLst/>
          </a:prstGeom>
        </p:spPr>
      </p:pic>
      <p:pic>
        <p:nvPicPr>
          <p:cNvPr id="149" name="Grafik 148">
            <a:extLst>
              <a:ext uri="{FF2B5EF4-FFF2-40B4-BE49-F238E27FC236}">
                <a16:creationId xmlns:a16="http://schemas.microsoft.com/office/drawing/2014/main" id="{D1950F96-B1E9-EC93-349D-6EC0487FBD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4263582" y="5073694"/>
            <a:ext cx="719999" cy="719999"/>
          </a:xfrm>
          <a:prstGeom prst="rect">
            <a:avLst/>
          </a:prstGeom>
        </p:spPr>
      </p:pic>
      <p:pic>
        <p:nvPicPr>
          <p:cNvPr id="150" name="Grafik 149">
            <a:extLst>
              <a:ext uri="{FF2B5EF4-FFF2-40B4-BE49-F238E27FC236}">
                <a16:creationId xmlns:a16="http://schemas.microsoft.com/office/drawing/2014/main" id="{40E12B6D-A435-3314-7971-C7FC9D8B8E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3304961" y="5073694"/>
            <a:ext cx="719999" cy="719999"/>
          </a:xfrm>
          <a:prstGeom prst="rect">
            <a:avLst/>
          </a:prstGeom>
        </p:spPr>
      </p:pic>
      <p:pic>
        <p:nvPicPr>
          <p:cNvPr id="151" name="Grafik 150">
            <a:extLst>
              <a:ext uri="{FF2B5EF4-FFF2-40B4-BE49-F238E27FC236}">
                <a16:creationId xmlns:a16="http://schemas.microsoft.com/office/drawing/2014/main" id="{858F3FF0-5A91-57ED-E723-C3DCEE49BB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2346340" y="5073694"/>
            <a:ext cx="719999" cy="719999"/>
          </a:xfrm>
          <a:prstGeom prst="rect">
            <a:avLst/>
          </a:prstGeom>
        </p:spPr>
      </p:pic>
      <p:pic>
        <p:nvPicPr>
          <p:cNvPr id="152" name="Grafik 151">
            <a:extLst>
              <a:ext uri="{FF2B5EF4-FFF2-40B4-BE49-F238E27FC236}">
                <a16:creationId xmlns:a16="http://schemas.microsoft.com/office/drawing/2014/main" id="{0B6D1A38-1F12-04E7-A8FA-D4ADEC2B0E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6185468" y="1305712"/>
            <a:ext cx="720000" cy="720000"/>
          </a:xfrm>
          <a:prstGeom prst="rect">
            <a:avLst/>
          </a:prstGeom>
        </p:spPr>
      </p:pic>
      <p:pic>
        <p:nvPicPr>
          <p:cNvPr id="153" name="Grafik 152">
            <a:extLst>
              <a:ext uri="{FF2B5EF4-FFF2-40B4-BE49-F238E27FC236}">
                <a16:creationId xmlns:a16="http://schemas.microsoft.com/office/drawing/2014/main" id="{DE68ABC2-EA47-48E9-8FF3-F5BCD22292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6180824" y="5073694"/>
            <a:ext cx="719999" cy="719999"/>
          </a:xfrm>
          <a:prstGeom prst="rect">
            <a:avLst/>
          </a:prstGeom>
        </p:spPr>
      </p:pic>
      <p:pic>
        <p:nvPicPr>
          <p:cNvPr id="154" name="Grafik 153">
            <a:extLst>
              <a:ext uri="{FF2B5EF4-FFF2-40B4-BE49-F238E27FC236}">
                <a16:creationId xmlns:a16="http://schemas.microsoft.com/office/drawing/2014/main" id="{D603EFF9-10BA-6C4F-F785-4A3E66735F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9053130" y="1305713"/>
            <a:ext cx="719999" cy="719999"/>
          </a:xfrm>
          <a:prstGeom prst="rect">
            <a:avLst/>
          </a:prstGeom>
        </p:spPr>
      </p:pic>
      <p:pic>
        <p:nvPicPr>
          <p:cNvPr id="155" name="Grafik 154">
            <a:extLst>
              <a:ext uri="{FF2B5EF4-FFF2-40B4-BE49-F238E27FC236}">
                <a16:creationId xmlns:a16="http://schemas.microsoft.com/office/drawing/2014/main" id="{9B79DCA4-C51C-B5C5-2A3B-A141A8E719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0008772" y="1305713"/>
            <a:ext cx="719999" cy="719999"/>
          </a:xfrm>
          <a:prstGeom prst="rect">
            <a:avLst/>
          </a:prstGeom>
        </p:spPr>
      </p:pic>
      <p:pic>
        <p:nvPicPr>
          <p:cNvPr id="156" name="Grafik 155">
            <a:extLst>
              <a:ext uri="{FF2B5EF4-FFF2-40B4-BE49-F238E27FC236}">
                <a16:creationId xmlns:a16="http://schemas.microsoft.com/office/drawing/2014/main" id="{004B5E25-9082-AAF6-BC99-ECBD87907C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7139445" y="5073694"/>
            <a:ext cx="719999" cy="719999"/>
          </a:xfrm>
          <a:prstGeom prst="rect">
            <a:avLst/>
          </a:prstGeom>
        </p:spPr>
      </p:pic>
      <p:pic>
        <p:nvPicPr>
          <p:cNvPr id="157" name="Grafik 156">
            <a:extLst>
              <a:ext uri="{FF2B5EF4-FFF2-40B4-BE49-F238E27FC236}">
                <a16:creationId xmlns:a16="http://schemas.microsoft.com/office/drawing/2014/main" id="{86179462-7A15-D5DE-24C3-52D3502ED8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10964411" y="1305713"/>
            <a:ext cx="719999" cy="719999"/>
          </a:xfrm>
          <a:prstGeom prst="rect">
            <a:avLst/>
          </a:prstGeom>
        </p:spPr>
      </p:pic>
      <p:pic>
        <p:nvPicPr>
          <p:cNvPr id="158" name="Grafik 157">
            <a:extLst>
              <a:ext uri="{FF2B5EF4-FFF2-40B4-BE49-F238E27FC236}">
                <a16:creationId xmlns:a16="http://schemas.microsoft.com/office/drawing/2014/main" id="{19C26E2E-5DB9-30E7-63EE-0A96BC06A8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10008772" y="2225147"/>
            <a:ext cx="719999" cy="719999"/>
          </a:xfrm>
          <a:prstGeom prst="rect">
            <a:avLst/>
          </a:prstGeom>
        </p:spPr>
      </p:pic>
      <p:pic>
        <p:nvPicPr>
          <p:cNvPr id="159" name="Grafik 158">
            <a:extLst>
              <a:ext uri="{FF2B5EF4-FFF2-40B4-BE49-F238E27FC236}">
                <a16:creationId xmlns:a16="http://schemas.microsoft.com/office/drawing/2014/main" id="{AEBBF6A2-9C77-C5E4-95DC-9E1E07689E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8109406" y="2225514"/>
            <a:ext cx="719999" cy="719999"/>
          </a:xfrm>
          <a:prstGeom prst="rect">
            <a:avLst/>
          </a:prstGeom>
        </p:spPr>
      </p:pic>
      <p:pic>
        <p:nvPicPr>
          <p:cNvPr id="160" name="Grafik 159">
            <a:extLst>
              <a:ext uri="{FF2B5EF4-FFF2-40B4-BE49-F238E27FC236}">
                <a16:creationId xmlns:a16="http://schemas.microsoft.com/office/drawing/2014/main" id="{68B3EFD6-C244-8D39-F2B1-33948B6D8E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9056687" y="5073694"/>
            <a:ext cx="719999" cy="719999"/>
          </a:xfrm>
          <a:prstGeom prst="rect">
            <a:avLst/>
          </a:prstGeom>
        </p:spPr>
      </p:pic>
      <p:pic>
        <p:nvPicPr>
          <p:cNvPr id="161" name="Grafik 160">
            <a:extLst>
              <a:ext uri="{FF2B5EF4-FFF2-40B4-BE49-F238E27FC236}">
                <a16:creationId xmlns:a16="http://schemas.microsoft.com/office/drawing/2014/main" id="{C61C9F08-6817-BEC5-B34A-A06A108F50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9186417" y="4171227"/>
            <a:ext cx="719999" cy="719999"/>
          </a:xfrm>
          <a:prstGeom prst="rect">
            <a:avLst/>
          </a:prstGeom>
        </p:spPr>
      </p:pic>
      <p:pic>
        <p:nvPicPr>
          <p:cNvPr id="162" name="Grafik 161">
            <a:extLst>
              <a:ext uri="{FF2B5EF4-FFF2-40B4-BE49-F238E27FC236}">
                <a16:creationId xmlns:a16="http://schemas.microsoft.com/office/drawing/2014/main" id="{22B4D96A-21D1-16E2-DF13-2F107F93A6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8155853" y="4171227"/>
            <a:ext cx="719999" cy="719999"/>
          </a:xfrm>
          <a:prstGeom prst="rect">
            <a:avLst/>
          </a:prstGeom>
        </p:spPr>
      </p:pic>
      <p:pic>
        <p:nvPicPr>
          <p:cNvPr id="163" name="Grafik 162">
            <a:extLst>
              <a:ext uri="{FF2B5EF4-FFF2-40B4-BE49-F238E27FC236}">
                <a16:creationId xmlns:a16="http://schemas.microsoft.com/office/drawing/2014/main" id="{163FFCEA-CCC5-865F-99D7-D9569D7B07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11019308" y="2225146"/>
            <a:ext cx="719999" cy="719999"/>
          </a:xfrm>
          <a:prstGeom prst="rect">
            <a:avLst/>
          </a:prstGeom>
        </p:spPr>
      </p:pic>
      <p:pic>
        <p:nvPicPr>
          <p:cNvPr id="164" name="Grafik 163">
            <a:extLst>
              <a:ext uri="{FF2B5EF4-FFF2-40B4-BE49-F238E27FC236}">
                <a16:creationId xmlns:a16="http://schemas.microsoft.com/office/drawing/2014/main" id="{CBB05183-82E3-2433-1BD0-4FF4DFA9AA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7222300" y="4171227"/>
            <a:ext cx="719999" cy="719999"/>
          </a:xfrm>
          <a:prstGeom prst="rect">
            <a:avLst/>
          </a:prstGeom>
        </p:spPr>
      </p:pic>
      <p:pic>
        <p:nvPicPr>
          <p:cNvPr id="165" name="Grafik 164">
            <a:extLst>
              <a:ext uri="{FF2B5EF4-FFF2-40B4-BE49-F238E27FC236}">
                <a16:creationId xmlns:a16="http://schemas.microsoft.com/office/drawing/2014/main" id="{FC8A8798-C246-8BCE-210B-E33F475662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8098066" y="5073694"/>
            <a:ext cx="719999" cy="719999"/>
          </a:xfrm>
          <a:prstGeom prst="rect">
            <a:avLst/>
          </a:prstGeom>
        </p:spPr>
      </p:pic>
      <p:pic>
        <p:nvPicPr>
          <p:cNvPr id="166" name="Grafik 165">
            <a:extLst>
              <a:ext uri="{FF2B5EF4-FFF2-40B4-BE49-F238E27FC236}">
                <a16:creationId xmlns:a16="http://schemas.microsoft.com/office/drawing/2014/main" id="{B199432E-1BA0-1CDE-E110-EB6E0814DE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10008772" y="3169963"/>
            <a:ext cx="719999" cy="719999"/>
          </a:xfrm>
          <a:prstGeom prst="rect">
            <a:avLst/>
          </a:prstGeom>
        </p:spPr>
      </p:pic>
      <p:pic>
        <p:nvPicPr>
          <p:cNvPr id="167" name="Grafik 166">
            <a:extLst>
              <a:ext uri="{FF2B5EF4-FFF2-40B4-BE49-F238E27FC236}">
                <a16:creationId xmlns:a16="http://schemas.microsoft.com/office/drawing/2014/main" id="{E08E6D8D-40C7-F26C-2196-866447ED71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9171869" y="2225514"/>
            <a:ext cx="719999" cy="719999"/>
          </a:xfrm>
          <a:prstGeom prst="rect">
            <a:avLst/>
          </a:prstGeom>
        </p:spPr>
      </p:pic>
      <p:pic>
        <p:nvPicPr>
          <p:cNvPr id="168" name="Grafik 167">
            <a:extLst>
              <a:ext uri="{FF2B5EF4-FFF2-40B4-BE49-F238E27FC236}">
                <a16:creationId xmlns:a16="http://schemas.microsoft.com/office/drawing/2014/main" id="{D5833B63-D15D-DFB5-73ED-76D9AE3AD3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10008772" y="4171227"/>
            <a:ext cx="719999" cy="719999"/>
          </a:xfrm>
          <a:prstGeom prst="rect">
            <a:avLst/>
          </a:prstGeom>
        </p:spPr>
      </p:pic>
      <p:pic>
        <p:nvPicPr>
          <p:cNvPr id="169" name="Grafik 168">
            <a:extLst>
              <a:ext uri="{FF2B5EF4-FFF2-40B4-BE49-F238E27FC236}">
                <a16:creationId xmlns:a16="http://schemas.microsoft.com/office/drawing/2014/main" id="{56398A31-3BF2-F409-5C94-80F22B698E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9186108" y="3188179"/>
            <a:ext cx="719999" cy="719999"/>
          </a:xfrm>
          <a:prstGeom prst="rect">
            <a:avLst/>
          </a:prstGeom>
        </p:spPr>
      </p:pic>
      <p:pic>
        <p:nvPicPr>
          <p:cNvPr id="170" name="Grafik 169">
            <a:extLst>
              <a:ext uri="{FF2B5EF4-FFF2-40B4-BE49-F238E27FC236}">
                <a16:creationId xmlns:a16="http://schemas.microsoft.com/office/drawing/2014/main" id="{5674C6CC-1022-9FB6-F556-187AAB2A9C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8155241" y="3179069"/>
            <a:ext cx="719999" cy="719999"/>
          </a:xfrm>
          <a:prstGeom prst="rect">
            <a:avLst/>
          </a:prstGeom>
        </p:spPr>
      </p:pic>
      <p:pic>
        <p:nvPicPr>
          <p:cNvPr id="171" name="Grafik 170">
            <a:extLst>
              <a:ext uri="{FF2B5EF4-FFF2-40B4-BE49-F238E27FC236}">
                <a16:creationId xmlns:a16="http://schemas.microsoft.com/office/drawing/2014/main" id="{DD696158-CAD3-2B9A-172F-7BABAF2869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11019308" y="4170860"/>
            <a:ext cx="720733" cy="720733"/>
          </a:xfrm>
          <a:prstGeom prst="rect">
            <a:avLst/>
          </a:prstGeom>
        </p:spPr>
      </p:pic>
      <p:pic>
        <p:nvPicPr>
          <p:cNvPr id="172" name="Grafik 171">
            <a:extLst>
              <a:ext uri="{FF2B5EF4-FFF2-40B4-BE49-F238E27FC236}">
                <a16:creationId xmlns:a16="http://schemas.microsoft.com/office/drawing/2014/main" id="{B32D7E42-330A-BC6D-A7A4-37CCCB1B27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10974665" y="5072960"/>
            <a:ext cx="720733" cy="720733"/>
          </a:xfrm>
          <a:prstGeom prst="rect">
            <a:avLst/>
          </a:prstGeom>
        </p:spPr>
      </p:pic>
      <p:pic>
        <p:nvPicPr>
          <p:cNvPr id="173" name="Grafik 172">
            <a:extLst>
              <a:ext uri="{FF2B5EF4-FFF2-40B4-BE49-F238E27FC236}">
                <a16:creationId xmlns:a16="http://schemas.microsoft.com/office/drawing/2014/main" id="{10F3495B-8C78-0D6B-2B6E-5CEC24A405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10015308" y="5073327"/>
            <a:ext cx="720733" cy="720733"/>
          </a:xfrm>
          <a:prstGeom prst="rect">
            <a:avLst/>
          </a:prstGeom>
        </p:spPr>
      </p:pic>
      <p:pic>
        <p:nvPicPr>
          <p:cNvPr id="174" name="Grafik 173">
            <a:extLst>
              <a:ext uri="{FF2B5EF4-FFF2-40B4-BE49-F238E27FC236}">
                <a16:creationId xmlns:a16="http://schemas.microsoft.com/office/drawing/2014/main" id="{A0B7CD3F-7243-081D-3BDF-ED010E0921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11039639" y="3160122"/>
            <a:ext cx="720733" cy="720733"/>
          </a:xfrm>
          <a:prstGeom prst="rect">
            <a:avLst/>
          </a:prstGeom>
        </p:spPr>
      </p:pic>
      <p:sp>
        <p:nvSpPr>
          <p:cNvPr id="176" name="Rechteck 175">
            <a:extLst>
              <a:ext uri="{FF2B5EF4-FFF2-40B4-BE49-F238E27FC236}">
                <a16:creationId xmlns:a16="http://schemas.microsoft.com/office/drawing/2014/main" id="{0F862503-EF18-2739-AB69-55D76C1BAF58}"/>
              </a:ext>
            </a:extLst>
          </p:cNvPr>
          <p:cNvSpPr/>
          <p:nvPr/>
        </p:nvSpPr>
        <p:spPr>
          <a:xfrm>
            <a:off x="7467840" y="6117838"/>
            <a:ext cx="3052897" cy="461665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marL="11516">
              <a:spcBef>
                <a:spcPts val="308"/>
              </a:spcBef>
            </a:pPr>
            <a:r>
              <a:rPr lang="de-DE" sz="1200" b="0" i="0" u="none" strike="noStrike">
                <a:solidFill>
                  <a:srgbClr val="5E676C"/>
                </a:solidFill>
                <a:effectLst/>
              </a:rPr>
              <a:t>The “Material Symbols” </a:t>
            </a:r>
            <a:r>
              <a:rPr lang="de-DE" sz="1200" b="0" i="0" u="none" strike="noStrike" err="1">
                <a:solidFill>
                  <a:srgbClr val="5E676C"/>
                </a:solidFill>
                <a:effectLst/>
              </a:rPr>
              <a:t>from</a:t>
            </a:r>
            <a:r>
              <a:rPr lang="de-DE" sz="1200" b="0" i="0" u="none" strike="noStrike">
                <a:solidFill>
                  <a:srgbClr val="5E676C"/>
                </a:solidFill>
                <a:effectLst/>
              </a:rPr>
              <a:t> </a:t>
            </a:r>
            <a:r>
              <a:rPr lang="de-DE" sz="1200" i="0" u="none" strike="noStrike">
                <a:solidFill>
                  <a:schemeClr val="accent2"/>
                </a:solidFill>
                <a:effectLst/>
                <a:hlinkClick r:id="rId6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de-DE" sz="1200" i="0" u="none" strike="noStrike">
                <a:solidFill>
                  <a:srgbClr val="0D9AA9"/>
                </a:solidFill>
                <a:effectLst/>
                <a:hlinkClick r:id="rId6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 Fonts</a:t>
            </a:r>
            <a:r>
              <a:rPr lang="de-DE" sz="1200" i="0" u="none" strike="noStrike">
                <a:solidFill>
                  <a:srgbClr val="0D9AA9"/>
                </a:solidFill>
                <a:effectLst/>
              </a:rPr>
              <a:t> </a:t>
            </a:r>
            <a:r>
              <a:rPr lang="de-DE" sz="1200" err="1">
                <a:solidFill>
                  <a:schemeClr val="accent4"/>
                </a:solidFill>
              </a:rPr>
              <a:t>offer</a:t>
            </a:r>
            <a:r>
              <a:rPr lang="de-DE" sz="1200">
                <a:solidFill>
                  <a:schemeClr val="accent4"/>
                </a:solidFill>
              </a:rPr>
              <a:t> a large </a:t>
            </a:r>
            <a:r>
              <a:rPr lang="de-DE" sz="1200" err="1">
                <a:solidFill>
                  <a:schemeClr val="accent4"/>
                </a:solidFill>
              </a:rPr>
              <a:t>number</a:t>
            </a:r>
            <a:r>
              <a:rPr lang="de-DE" sz="1200">
                <a:solidFill>
                  <a:schemeClr val="accent4"/>
                </a:solidFill>
              </a:rPr>
              <a:t> </a:t>
            </a:r>
            <a:r>
              <a:rPr lang="de-DE" sz="1200" err="1">
                <a:solidFill>
                  <a:schemeClr val="accent4"/>
                </a:solidFill>
              </a:rPr>
              <a:t>of</a:t>
            </a:r>
            <a:r>
              <a:rPr lang="de-DE" sz="1200">
                <a:solidFill>
                  <a:schemeClr val="accent4"/>
                </a:solidFill>
              </a:rPr>
              <a:t> </a:t>
            </a:r>
            <a:r>
              <a:rPr lang="de-DE" sz="1200" err="1">
                <a:solidFill>
                  <a:schemeClr val="accent4"/>
                </a:solidFill>
              </a:rPr>
              <a:t>symbols</a:t>
            </a:r>
            <a:r>
              <a:rPr lang="de-DE" sz="1200">
                <a:solidFill>
                  <a:schemeClr val="accent4"/>
                </a:solidFill>
              </a:rPr>
              <a:t>.</a:t>
            </a:r>
            <a:endParaRPr lang="de-DE" sz="1400">
              <a:solidFill>
                <a:schemeClr val="accent4"/>
              </a:solidFill>
              <a:cs typeface="Arial" panose="020B0604020202020204" pitchFamily="34" charset="0"/>
            </a:endParaRPr>
          </a:p>
        </p:txBody>
      </p:sp>
      <p:pic>
        <p:nvPicPr>
          <p:cNvPr id="177" name="Grafik 176">
            <a:extLst>
              <a:ext uri="{FF2B5EF4-FFF2-40B4-BE49-F238E27FC236}">
                <a16:creationId xmlns:a16="http://schemas.microsoft.com/office/drawing/2014/main" id="{C57AA555-A37B-8313-12DF-5B71458063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6900664" y="5980687"/>
            <a:ext cx="652238" cy="652238"/>
          </a:xfrm>
          <a:prstGeom prst="rect">
            <a:avLst/>
          </a:prstGeom>
        </p:spPr>
      </p:pic>
      <p:sp>
        <p:nvSpPr>
          <p:cNvPr id="2" name="Foliennummernplatzhalter 3">
            <a:extLst>
              <a:ext uri="{FF2B5EF4-FFF2-40B4-BE49-F238E27FC236}">
                <a16:creationId xmlns:a16="http://schemas.microsoft.com/office/drawing/2014/main" id="{D9DC8A70-661A-CFA0-1A5A-93326506A49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941596" y="6307200"/>
            <a:ext cx="2743200" cy="252000"/>
          </a:xfrm>
        </p:spPr>
        <p:txBody>
          <a:bodyPr/>
          <a:lstStyle/>
          <a:p>
            <a:fld id="{3A9C953F-34B1-4DD2-A3DB-3A35190EAD1A}" type="slidenum">
              <a:rPr lang="de-DE" smtClean="0"/>
              <a:pPr/>
              <a:t>35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01838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005819CC-0CD8-509A-C808-D535E06D36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7211" y="3064071"/>
            <a:ext cx="718007" cy="718007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3BC1A8D5-0272-C156-A8DF-B584D16597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68353" y="4040372"/>
            <a:ext cx="718007" cy="718007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4512140-0C0E-DD30-F043-2E9A9D9B1E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28924" y="4189389"/>
            <a:ext cx="718007" cy="718007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90D74F54-4569-E7E0-8C78-FCC6BE7233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47590" y="3064071"/>
            <a:ext cx="718007" cy="718007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00E01FDF-B352-E84A-F289-35A10194B9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7211" y="4064262"/>
            <a:ext cx="718007" cy="718007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BAC8B2DF-447E-2E7A-1BEF-E9757B6008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61605" y="3064071"/>
            <a:ext cx="718007" cy="718007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209CC1B1-4A82-287C-7109-4067F60AF8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61984" y="3064071"/>
            <a:ext cx="718007" cy="718007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9C0F351D-E8AF-FECD-4010-C3DE0FC9FD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275999" y="3064071"/>
            <a:ext cx="718007" cy="718007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AA9F421B-B71F-D8CE-F69F-345E53759D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70927" y="2146301"/>
            <a:ext cx="718007" cy="718007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41C776E8-0F67-E0FE-377F-95724128A4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976379" y="3064071"/>
            <a:ext cx="718007" cy="718007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B4F44315-E343-7EBF-C159-227E3C7747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407782" y="4040372"/>
            <a:ext cx="718007" cy="718007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B1603497-C795-BE4A-0C7A-0E1AFD6846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019181" y="3064071"/>
            <a:ext cx="718007" cy="718007"/>
          </a:xfrm>
          <a:prstGeom prst="rect">
            <a:avLst/>
          </a:prstGeom>
        </p:spPr>
      </p:pic>
      <p:pic>
        <p:nvPicPr>
          <p:cNvPr id="31" name="Grafik 30">
            <a:extLst>
              <a:ext uri="{FF2B5EF4-FFF2-40B4-BE49-F238E27FC236}">
                <a16:creationId xmlns:a16="http://schemas.microsoft.com/office/drawing/2014/main" id="{38E22FF2-6AD8-168F-FB20-DCA735BD0E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285947" y="2146301"/>
            <a:ext cx="718007" cy="718007"/>
          </a:xfrm>
          <a:prstGeom prst="rect">
            <a:avLst/>
          </a:prstGeom>
        </p:spPr>
      </p:pic>
      <p:pic>
        <p:nvPicPr>
          <p:cNvPr id="33" name="Grafik 32">
            <a:extLst>
              <a:ext uri="{FF2B5EF4-FFF2-40B4-BE49-F238E27FC236}">
                <a16:creationId xmlns:a16="http://schemas.microsoft.com/office/drawing/2014/main" id="{A843FCF2-08F2-CD30-C11E-2D29B389C8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318802" y="3064071"/>
            <a:ext cx="718007" cy="718007"/>
          </a:xfrm>
          <a:prstGeom prst="rect">
            <a:avLst/>
          </a:prstGeom>
        </p:spPr>
      </p:pic>
      <p:pic>
        <p:nvPicPr>
          <p:cNvPr id="35" name="Grafik 34">
            <a:extLst>
              <a:ext uri="{FF2B5EF4-FFF2-40B4-BE49-F238E27FC236}">
                <a16:creationId xmlns:a16="http://schemas.microsoft.com/office/drawing/2014/main" id="{F7FBE528-0C8B-7E7F-A000-9BE89B16CC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104787" y="3064071"/>
            <a:ext cx="718007" cy="718007"/>
          </a:xfrm>
          <a:prstGeom prst="rect">
            <a:avLst/>
          </a:prstGeom>
        </p:spPr>
      </p:pic>
      <p:pic>
        <p:nvPicPr>
          <p:cNvPr id="37" name="Grafik 36">
            <a:extLst>
              <a:ext uri="{FF2B5EF4-FFF2-40B4-BE49-F238E27FC236}">
                <a16:creationId xmlns:a16="http://schemas.microsoft.com/office/drawing/2014/main" id="{F28D8F23-56B2-764C-F194-F55700392E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190393" y="3064071"/>
            <a:ext cx="718007" cy="718007"/>
          </a:xfrm>
          <a:prstGeom prst="rect">
            <a:avLst/>
          </a:prstGeom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416764AA-EF17-A7A7-16BA-E385F0AE83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233196" y="3064071"/>
            <a:ext cx="718007" cy="718007"/>
          </a:xfrm>
          <a:prstGeom prst="rect">
            <a:avLst/>
          </a:prstGeom>
        </p:spPr>
      </p:pic>
      <p:pic>
        <p:nvPicPr>
          <p:cNvPr id="41" name="Grafik 40">
            <a:extLst>
              <a:ext uri="{FF2B5EF4-FFF2-40B4-BE49-F238E27FC236}">
                <a16:creationId xmlns:a16="http://schemas.microsoft.com/office/drawing/2014/main" id="{DC694230-C9B9-BA45-6F5A-1DD4150E9B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963417" y="2146301"/>
            <a:ext cx="718007" cy="718007"/>
          </a:xfrm>
          <a:prstGeom prst="rect">
            <a:avLst/>
          </a:prstGeom>
        </p:spPr>
      </p:pic>
      <p:pic>
        <p:nvPicPr>
          <p:cNvPr id="43" name="Grafik 42">
            <a:extLst>
              <a:ext uri="{FF2B5EF4-FFF2-40B4-BE49-F238E27FC236}">
                <a16:creationId xmlns:a16="http://schemas.microsoft.com/office/drawing/2014/main" id="{412554AB-F971-F180-26C1-C77DB3973E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404408" y="3064071"/>
            <a:ext cx="718007" cy="718007"/>
          </a:xfrm>
          <a:prstGeom prst="rect">
            <a:avLst/>
          </a:prstGeom>
        </p:spPr>
      </p:pic>
      <p:pic>
        <p:nvPicPr>
          <p:cNvPr id="45" name="Grafik 44">
            <a:extLst>
              <a:ext uri="{FF2B5EF4-FFF2-40B4-BE49-F238E27FC236}">
                <a16:creationId xmlns:a16="http://schemas.microsoft.com/office/drawing/2014/main" id="{AAA1B538-1A24-DDF7-4D30-831C4F3AB3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855912" y="2146301"/>
            <a:ext cx="718007" cy="718007"/>
          </a:xfrm>
          <a:prstGeom prst="rect">
            <a:avLst/>
          </a:prstGeom>
        </p:spPr>
      </p:pic>
      <p:pic>
        <p:nvPicPr>
          <p:cNvPr id="47" name="Grafik 46">
            <a:extLst>
              <a:ext uri="{FF2B5EF4-FFF2-40B4-BE49-F238E27FC236}">
                <a16:creationId xmlns:a16="http://schemas.microsoft.com/office/drawing/2014/main" id="{6E24AF48-F367-0A67-B0DF-66287B30C3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047168" y="1305346"/>
            <a:ext cx="718007" cy="718007"/>
          </a:xfrm>
          <a:prstGeom prst="rect">
            <a:avLst/>
          </a:prstGeom>
        </p:spPr>
      </p:pic>
      <p:pic>
        <p:nvPicPr>
          <p:cNvPr id="49" name="Grafik 48">
            <a:extLst>
              <a:ext uri="{FF2B5EF4-FFF2-40B4-BE49-F238E27FC236}">
                <a16:creationId xmlns:a16="http://schemas.microsoft.com/office/drawing/2014/main" id="{5EE64A82-83EA-3EFA-C67F-4D4563CD96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178437" y="2146301"/>
            <a:ext cx="718007" cy="718007"/>
          </a:xfrm>
          <a:prstGeom prst="rect">
            <a:avLst/>
          </a:prstGeom>
        </p:spPr>
      </p:pic>
      <p:pic>
        <p:nvPicPr>
          <p:cNvPr id="51" name="Grafik 50">
            <a:extLst>
              <a:ext uri="{FF2B5EF4-FFF2-40B4-BE49-F238E27FC236}">
                <a16:creationId xmlns:a16="http://schemas.microsoft.com/office/drawing/2014/main" id="{B87BC623-F3FD-507D-FD2E-426557EA78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091743" y="1305346"/>
            <a:ext cx="718007" cy="718007"/>
          </a:xfrm>
          <a:prstGeom prst="rect">
            <a:avLst/>
          </a:prstGeom>
        </p:spPr>
      </p:pic>
      <p:pic>
        <p:nvPicPr>
          <p:cNvPr id="53" name="Grafik 52">
            <a:extLst>
              <a:ext uri="{FF2B5EF4-FFF2-40B4-BE49-F238E27FC236}">
                <a16:creationId xmlns:a16="http://schemas.microsoft.com/office/drawing/2014/main" id="{BA346F06-7263-9574-8EE3-96714F4878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9909662" y="2146301"/>
            <a:ext cx="718007" cy="718007"/>
          </a:xfrm>
          <a:prstGeom prst="rect">
            <a:avLst/>
          </a:prstGeom>
        </p:spPr>
      </p:pic>
      <p:pic>
        <p:nvPicPr>
          <p:cNvPr id="55" name="Grafik 54">
            <a:extLst>
              <a:ext uri="{FF2B5EF4-FFF2-40B4-BE49-F238E27FC236}">
                <a16:creationId xmlns:a16="http://schemas.microsoft.com/office/drawing/2014/main" id="{B37C171A-BEED-8637-8264-7051AB81F6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8017172" y="2146301"/>
            <a:ext cx="718007" cy="718007"/>
          </a:xfrm>
          <a:prstGeom prst="rect">
            <a:avLst/>
          </a:prstGeom>
        </p:spPr>
      </p:pic>
      <p:pic>
        <p:nvPicPr>
          <p:cNvPr id="57" name="Grafik 56">
            <a:extLst>
              <a:ext uri="{FF2B5EF4-FFF2-40B4-BE49-F238E27FC236}">
                <a16:creationId xmlns:a16="http://schemas.microsoft.com/office/drawing/2014/main" id="{A6ACBC4F-F653-9BEA-0E72-8EC7941863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393457" y="2146301"/>
            <a:ext cx="718007" cy="718007"/>
          </a:xfrm>
          <a:prstGeom prst="rect">
            <a:avLst/>
          </a:prstGeom>
        </p:spPr>
      </p:pic>
      <p:pic>
        <p:nvPicPr>
          <p:cNvPr id="59" name="Grafik 58">
            <a:extLst>
              <a:ext uri="{FF2B5EF4-FFF2-40B4-BE49-F238E27FC236}">
                <a16:creationId xmlns:a16="http://schemas.microsoft.com/office/drawing/2014/main" id="{D39675CF-6C19-BDB3-A151-6132EE88E9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124682" y="2146301"/>
            <a:ext cx="718007" cy="718007"/>
          </a:xfrm>
          <a:prstGeom prst="rect">
            <a:avLst/>
          </a:prstGeom>
        </p:spPr>
      </p:pic>
      <p:pic>
        <p:nvPicPr>
          <p:cNvPr id="61" name="Grafik 60">
            <a:extLst>
              <a:ext uri="{FF2B5EF4-FFF2-40B4-BE49-F238E27FC236}">
                <a16:creationId xmlns:a16="http://schemas.microsoft.com/office/drawing/2014/main" id="{415AF5F6-DFBE-9EFF-177D-96AC8DDFA0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6179762" y="1305346"/>
            <a:ext cx="718007" cy="718007"/>
          </a:xfrm>
          <a:prstGeom prst="rect">
            <a:avLst/>
          </a:prstGeom>
        </p:spPr>
      </p:pic>
      <p:pic>
        <p:nvPicPr>
          <p:cNvPr id="63" name="Grafik 62">
            <a:extLst>
              <a:ext uri="{FF2B5EF4-FFF2-40B4-BE49-F238E27FC236}">
                <a16:creationId xmlns:a16="http://schemas.microsoft.com/office/drawing/2014/main" id="{87666C1F-3F5D-6629-D85D-6E0F0F076B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2358062" y="1305346"/>
            <a:ext cx="718007" cy="718007"/>
          </a:xfrm>
          <a:prstGeom prst="rect">
            <a:avLst/>
          </a:prstGeom>
        </p:spPr>
      </p:pic>
      <p:pic>
        <p:nvPicPr>
          <p:cNvPr id="65" name="Grafik 64">
            <a:extLst>
              <a:ext uri="{FF2B5EF4-FFF2-40B4-BE49-F238E27FC236}">
                <a16:creationId xmlns:a16="http://schemas.microsoft.com/office/drawing/2014/main" id="{F5C7CE32-26AF-C24F-2F8A-E48EB693C9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4232192" y="2146301"/>
            <a:ext cx="718007" cy="718007"/>
          </a:xfrm>
          <a:prstGeom prst="rect">
            <a:avLst/>
          </a:prstGeom>
        </p:spPr>
      </p:pic>
      <p:pic>
        <p:nvPicPr>
          <p:cNvPr id="69" name="Grafik 68">
            <a:extLst>
              <a:ext uri="{FF2B5EF4-FFF2-40B4-BE49-F238E27FC236}">
                <a16:creationId xmlns:a16="http://schemas.microsoft.com/office/drawing/2014/main" id="{06F246D8-3F67-24CA-19D3-7EE5BD113C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3313487" y="1305346"/>
            <a:ext cx="718007" cy="718007"/>
          </a:xfrm>
          <a:prstGeom prst="rect">
            <a:avLst/>
          </a:prstGeom>
        </p:spPr>
      </p:pic>
      <p:pic>
        <p:nvPicPr>
          <p:cNvPr id="71" name="Grafik 70">
            <a:extLst>
              <a:ext uri="{FF2B5EF4-FFF2-40B4-BE49-F238E27FC236}">
                <a16:creationId xmlns:a16="http://schemas.microsoft.com/office/drawing/2014/main" id="{0BBBAECD-A722-BD2D-2E04-E0D986F62C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0002593" y="1305346"/>
            <a:ext cx="718007" cy="718007"/>
          </a:xfrm>
          <a:prstGeom prst="rect">
            <a:avLst/>
          </a:prstGeom>
        </p:spPr>
      </p:pic>
      <p:pic>
        <p:nvPicPr>
          <p:cNvPr id="73" name="Grafik 72">
            <a:extLst>
              <a:ext uri="{FF2B5EF4-FFF2-40B4-BE49-F238E27FC236}">
                <a16:creationId xmlns:a16="http://schemas.microsoft.com/office/drawing/2014/main" id="{D42C733E-D82B-4461-DAFC-C4441D0A8F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402637" y="1305346"/>
            <a:ext cx="718007" cy="718007"/>
          </a:xfrm>
          <a:prstGeom prst="rect">
            <a:avLst/>
          </a:prstGeom>
        </p:spPr>
      </p:pic>
      <p:pic>
        <p:nvPicPr>
          <p:cNvPr id="75" name="Grafik 74">
            <a:extLst>
              <a:ext uri="{FF2B5EF4-FFF2-40B4-BE49-F238E27FC236}">
                <a16:creationId xmlns:a16="http://schemas.microsoft.com/office/drawing/2014/main" id="{475E821B-18A1-7772-1389-3EB8D00879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5224337" y="1305346"/>
            <a:ext cx="718007" cy="718007"/>
          </a:xfrm>
          <a:prstGeom prst="rect">
            <a:avLst/>
          </a:prstGeom>
        </p:spPr>
      </p:pic>
      <p:pic>
        <p:nvPicPr>
          <p:cNvPr id="77" name="Grafik 76">
            <a:extLst>
              <a:ext uri="{FF2B5EF4-FFF2-40B4-BE49-F238E27FC236}">
                <a16:creationId xmlns:a16="http://schemas.microsoft.com/office/drawing/2014/main" id="{416F5144-E731-F518-5B8C-7B8D646BDE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447212" y="2146301"/>
            <a:ext cx="718007" cy="718007"/>
          </a:xfrm>
          <a:prstGeom prst="rect">
            <a:avLst/>
          </a:prstGeom>
        </p:spPr>
      </p:pic>
      <p:pic>
        <p:nvPicPr>
          <p:cNvPr id="79" name="Grafik 78">
            <a:extLst>
              <a:ext uri="{FF2B5EF4-FFF2-40B4-BE49-F238E27FC236}">
                <a16:creationId xmlns:a16="http://schemas.microsoft.com/office/drawing/2014/main" id="{04C82112-FBDA-7F97-960D-D0B1D1B91D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447212" y="1305346"/>
            <a:ext cx="718007" cy="718007"/>
          </a:xfrm>
          <a:prstGeom prst="rect">
            <a:avLst/>
          </a:prstGeom>
        </p:spPr>
      </p:pic>
      <p:pic>
        <p:nvPicPr>
          <p:cNvPr id="81" name="Grafik 80">
            <a:extLst>
              <a:ext uri="{FF2B5EF4-FFF2-40B4-BE49-F238E27FC236}">
                <a16:creationId xmlns:a16="http://schemas.microsoft.com/office/drawing/2014/main" id="{75131803-0F3C-C6EE-1D7A-D26D3BE82A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2339702" y="2146301"/>
            <a:ext cx="718007" cy="718007"/>
          </a:xfrm>
          <a:prstGeom prst="rect">
            <a:avLst/>
          </a:prstGeom>
        </p:spPr>
      </p:pic>
      <p:pic>
        <p:nvPicPr>
          <p:cNvPr id="83" name="Grafik 82">
            <a:extLst>
              <a:ext uri="{FF2B5EF4-FFF2-40B4-BE49-F238E27FC236}">
                <a16:creationId xmlns:a16="http://schemas.microsoft.com/office/drawing/2014/main" id="{D6000BC0-C01F-214E-B86D-1639AC289A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4268912" y="1305346"/>
            <a:ext cx="718007" cy="718007"/>
          </a:xfrm>
          <a:prstGeom prst="rect">
            <a:avLst/>
          </a:prstGeom>
        </p:spPr>
      </p:pic>
      <p:pic>
        <p:nvPicPr>
          <p:cNvPr id="85" name="Grafik 84">
            <a:extLst>
              <a:ext uri="{FF2B5EF4-FFF2-40B4-BE49-F238E27FC236}">
                <a16:creationId xmlns:a16="http://schemas.microsoft.com/office/drawing/2014/main" id="{9EDE50A6-BEC0-89A7-8762-63F1D740DF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7135187" y="1304780"/>
            <a:ext cx="719138" cy="719138"/>
          </a:xfrm>
          <a:prstGeom prst="rect">
            <a:avLst/>
          </a:prstGeom>
        </p:spPr>
      </p:pic>
      <p:pic>
        <p:nvPicPr>
          <p:cNvPr id="100" name="Grafik 99">
            <a:extLst>
              <a:ext uri="{FF2B5EF4-FFF2-40B4-BE49-F238E27FC236}">
                <a16:creationId xmlns:a16="http://schemas.microsoft.com/office/drawing/2014/main" id="{488B86E0-961B-489C-8582-0B09F1D5AE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9092350" y="3976732"/>
            <a:ext cx="718007" cy="718007"/>
          </a:xfrm>
          <a:prstGeom prst="rect">
            <a:avLst/>
          </a:prstGeom>
        </p:spPr>
      </p:pic>
      <p:pic>
        <p:nvPicPr>
          <p:cNvPr id="102" name="Grafik 101">
            <a:extLst>
              <a:ext uri="{FF2B5EF4-FFF2-40B4-BE49-F238E27FC236}">
                <a16:creationId xmlns:a16="http://schemas.microsoft.com/office/drawing/2014/main" id="{7791B65F-55D2-192D-E070-7B6FD57F61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10956887" y="1305346"/>
            <a:ext cx="718007" cy="718007"/>
          </a:xfrm>
          <a:prstGeom prst="rect">
            <a:avLst/>
          </a:prstGeom>
        </p:spPr>
      </p:pic>
      <p:pic>
        <p:nvPicPr>
          <p:cNvPr id="104" name="Grafik 103">
            <a:extLst>
              <a:ext uri="{FF2B5EF4-FFF2-40B4-BE49-F238E27FC236}">
                <a16:creationId xmlns:a16="http://schemas.microsoft.com/office/drawing/2014/main" id="{EC003D4F-641F-AC2B-394D-401346CAF9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10052921" y="3993693"/>
            <a:ext cx="718007" cy="718007"/>
          </a:xfrm>
          <a:prstGeom prst="rect">
            <a:avLst/>
          </a:prstGeom>
        </p:spPr>
      </p:pic>
      <p:pic>
        <p:nvPicPr>
          <p:cNvPr id="106" name="Grafik 105">
            <a:extLst>
              <a:ext uri="{FF2B5EF4-FFF2-40B4-BE49-F238E27FC236}">
                <a16:creationId xmlns:a16="http://schemas.microsoft.com/office/drawing/2014/main" id="{3D8D04D4-DE80-E330-B6E7-0161B442DD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4264342" y="5064453"/>
            <a:ext cx="718007" cy="718007"/>
          </a:xfrm>
          <a:prstGeom prst="rect">
            <a:avLst/>
          </a:prstGeom>
        </p:spPr>
      </p:pic>
      <p:pic>
        <p:nvPicPr>
          <p:cNvPr id="108" name="Grafik 107">
            <a:extLst>
              <a:ext uri="{FF2B5EF4-FFF2-40B4-BE49-F238E27FC236}">
                <a16:creationId xmlns:a16="http://schemas.microsoft.com/office/drawing/2014/main" id="{45749107-0412-A6D1-370D-EC2E044DAF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3309619" y="5057943"/>
            <a:ext cx="718007" cy="718007"/>
          </a:xfrm>
          <a:prstGeom prst="rect">
            <a:avLst/>
          </a:prstGeom>
        </p:spPr>
      </p:pic>
      <p:pic>
        <p:nvPicPr>
          <p:cNvPr id="110" name="Grafik 109">
            <a:extLst>
              <a:ext uri="{FF2B5EF4-FFF2-40B4-BE49-F238E27FC236}">
                <a16:creationId xmlns:a16="http://schemas.microsoft.com/office/drawing/2014/main" id="{D7A29944-7975-2FAD-41F1-45A90F7178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2354896" y="5057943"/>
            <a:ext cx="718007" cy="718007"/>
          </a:xfrm>
          <a:prstGeom prst="rect">
            <a:avLst/>
          </a:prstGeom>
        </p:spPr>
      </p:pic>
      <p:pic>
        <p:nvPicPr>
          <p:cNvPr id="112" name="Grafik 111">
            <a:extLst>
              <a:ext uri="{FF2B5EF4-FFF2-40B4-BE49-F238E27FC236}">
                <a16:creationId xmlns:a16="http://schemas.microsoft.com/office/drawing/2014/main" id="{C3933F11-1F3F-B809-4B44-73D3031236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1400173" y="5057943"/>
            <a:ext cx="718007" cy="718007"/>
          </a:xfrm>
          <a:prstGeom prst="rect">
            <a:avLst/>
          </a:prstGeom>
        </p:spPr>
      </p:pic>
      <p:pic>
        <p:nvPicPr>
          <p:cNvPr id="114" name="Grafik 113">
            <a:extLst>
              <a:ext uri="{FF2B5EF4-FFF2-40B4-BE49-F238E27FC236}">
                <a16:creationId xmlns:a16="http://schemas.microsoft.com/office/drawing/2014/main" id="{22C9E325-28BA-C82B-D25B-6250F995F6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6210637" y="4044383"/>
            <a:ext cx="718007" cy="718007"/>
          </a:xfrm>
          <a:prstGeom prst="rect">
            <a:avLst/>
          </a:prstGeom>
        </p:spPr>
      </p:pic>
      <p:pic>
        <p:nvPicPr>
          <p:cNvPr id="116" name="Grafik 115">
            <a:extLst>
              <a:ext uri="{FF2B5EF4-FFF2-40B4-BE49-F238E27FC236}">
                <a16:creationId xmlns:a16="http://schemas.microsoft.com/office/drawing/2014/main" id="{B4568988-8553-6684-A3EA-87939A5FFD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4289495" y="4064262"/>
            <a:ext cx="718007" cy="718007"/>
          </a:xfrm>
          <a:prstGeom prst="rect">
            <a:avLst/>
          </a:prstGeom>
        </p:spPr>
      </p:pic>
      <p:pic>
        <p:nvPicPr>
          <p:cNvPr id="118" name="Grafik 117">
            <a:extLst>
              <a:ext uri="{FF2B5EF4-FFF2-40B4-BE49-F238E27FC236}">
                <a16:creationId xmlns:a16="http://schemas.microsoft.com/office/drawing/2014/main" id="{A92D684A-2950-27C3-1911-87BC6887A8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5250066" y="4096848"/>
            <a:ext cx="718007" cy="718007"/>
          </a:xfrm>
          <a:prstGeom prst="rect">
            <a:avLst/>
          </a:prstGeom>
        </p:spPr>
      </p:pic>
      <p:pic>
        <p:nvPicPr>
          <p:cNvPr id="120" name="Grafik 119">
            <a:extLst>
              <a:ext uri="{FF2B5EF4-FFF2-40B4-BE49-F238E27FC236}">
                <a16:creationId xmlns:a16="http://schemas.microsoft.com/office/drawing/2014/main" id="{4CFEE55F-B682-2A46-EAEA-216AA2EAB3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445450" y="5057943"/>
            <a:ext cx="718007" cy="718007"/>
          </a:xfrm>
          <a:prstGeom prst="rect">
            <a:avLst/>
          </a:prstGeom>
        </p:spPr>
      </p:pic>
      <p:pic>
        <p:nvPicPr>
          <p:cNvPr id="122" name="Grafik 121">
            <a:extLst>
              <a:ext uri="{FF2B5EF4-FFF2-40B4-BE49-F238E27FC236}">
                <a16:creationId xmlns:a16="http://schemas.microsoft.com/office/drawing/2014/main" id="{C1EEC69E-F8AC-F51A-542C-38BAE1220D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7147590" y="4104224"/>
            <a:ext cx="718007" cy="718007"/>
          </a:xfrm>
          <a:prstGeom prst="rect">
            <a:avLst/>
          </a:prstGeom>
        </p:spPr>
      </p:pic>
      <p:pic>
        <p:nvPicPr>
          <p:cNvPr id="124" name="Grafik 123">
            <a:extLst>
              <a:ext uri="{FF2B5EF4-FFF2-40B4-BE49-F238E27FC236}">
                <a16:creationId xmlns:a16="http://schemas.microsoft.com/office/drawing/2014/main" id="{BB1B1AD5-AB81-BE71-D224-0A781072B9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8131779" y="4064261"/>
            <a:ext cx="718007" cy="718007"/>
          </a:xfrm>
          <a:prstGeom prst="rect">
            <a:avLst/>
          </a:prstGeom>
        </p:spPr>
      </p:pic>
      <p:sp>
        <p:nvSpPr>
          <p:cNvPr id="126" name="Titel 5">
            <a:extLst>
              <a:ext uri="{FF2B5EF4-FFF2-40B4-BE49-F238E27FC236}">
                <a16:creationId xmlns:a16="http://schemas.microsoft.com/office/drawing/2014/main" id="{C461A347-3333-0AC5-6232-DA7E48388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87" y="500444"/>
            <a:ext cx="9136463" cy="430887"/>
          </a:xfrm>
        </p:spPr>
        <p:txBody>
          <a:bodyPr/>
          <a:lstStyle/>
          <a:p>
            <a:r>
              <a:rPr lang="de-DE" b="0" i="0" u="none" strike="noStrike">
                <a:effectLst/>
              </a:rPr>
              <a:t>Icons</a:t>
            </a:r>
            <a:endParaRPr lang="de-DE"/>
          </a:p>
        </p:txBody>
      </p:sp>
      <p:sp>
        <p:nvSpPr>
          <p:cNvPr id="127" name="Textplatzhalter 6">
            <a:extLst>
              <a:ext uri="{FF2B5EF4-FFF2-40B4-BE49-F238E27FC236}">
                <a16:creationId xmlns:a16="http://schemas.microsoft.com/office/drawing/2014/main" id="{D220AB6A-1EF7-7818-772E-CF31FE4CAA9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09588" y="925200"/>
            <a:ext cx="9136062" cy="244800"/>
          </a:xfrm>
        </p:spPr>
        <p:txBody>
          <a:bodyPr/>
          <a:lstStyle/>
          <a:p>
            <a:r>
              <a:rPr lang="de-DE" err="1">
                <a:solidFill>
                  <a:srgbClr val="5E676C"/>
                </a:solidFill>
              </a:rPr>
              <a:t>Functional</a:t>
            </a:r>
            <a:r>
              <a:rPr lang="de-DE">
                <a:solidFill>
                  <a:srgbClr val="5E676C"/>
                </a:solidFill>
              </a:rPr>
              <a:t> Icons – Google Fonts</a:t>
            </a:r>
          </a:p>
          <a:p>
            <a:endParaRPr lang="de-DE">
              <a:solidFill>
                <a:srgbClr val="5E676C"/>
              </a:solidFill>
            </a:endParaRPr>
          </a:p>
        </p:txBody>
      </p:sp>
      <p:pic>
        <p:nvPicPr>
          <p:cNvPr id="129" name="Grafik 128">
            <a:extLst>
              <a:ext uri="{FF2B5EF4-FFF2-40B4-BE49-F238E27FC236}">
                <a16:creationId xmlns:a16="http://schemas.microsoft.com/office/drawing/2014/main" id="{7F97E0EF-1B82-4E9D-C6D8-FFBE094337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5255184" y="5056946"/>
            <a:ext cx="720000" cy="720000"/>
          </a:xfrm>
          <a:prstGeom prst="rect">
            <a:avLst/>
          </a:prstGeom>
        </p:spPr>
      </p:pic>
      <p:pic>
        <p:nvPicPr>
          <p:cNvPr id="131" name="Grafik 130">
            <a:extLst>
              <a:ext uri="{FF2B5EF4-FFF2-40B4-BE49-F238E27FC236}">
                <a16:creationId xmlns:a16="http://schemas.microsoft.com/office/drawing/2014/main" id="{495724BE-F77E-03D0-50F0-7343C9895F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6208644" y="5055950"/>
            <a:ext cx="720000" cy="720000"/>
          </a:xfrm>
          <a:prstGeom prst="rect">
            <a:avLst/>
          </a:prstGeom>
        </p:spPr>
      </p:pic>
      <p:sp>
        <p:nvSpPr>
          <p:cNvPr id="2" name="Foliennummernplatzhalter 3">
            <a:extLst>
              <a:ext uri="{FF2B5EF4-FFF2-40B4-BE49-F238E27FC236}">
                <a16:creationId xmlns:a16="http://schemas.microsoft.com/office/drawing/2014/main" id="{F3A20C78-8D3D-FD66-A6CB-998AAAEEB1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941596" y="6307200"/>
            <a:ext cx="2743200" cy="252000"/>
          </a:xfrm>
        </p:spPr>
        <p:txBody>
          <a:bodyPr/>
          <a:lstStyle/>
          <a:p>
            <a:fld id="{3A9C953F-34B1-4DD2-A3DB-3A35190EAD1A}" type="slidenum">
              <a:rPr lang="de-DE" smtClean="0"/>
              <a:pPr/>
              <a:t>36</a:t>
            </a:fld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043606E6-40ED-C66A-3C22-3B825121D4DE}"/>
              </a:ext>
            </a:extLst>
          </p:cNvPr>
          <p:cNvSpPr/>
          <p:nvPr/>
        </p:nvSpPr>
        <p:spPr>
          <a:xfrm>
            <a:off x="7467840" y="6117838"/>
            <a:ext cx="3083720" cy="461665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marL="11516">
              <a:spcBef>
                <a:spcPts val="308"/>
              </a:spcBef>
            </a:pPr>
            <a:r>
              <a:rPr lang="de-DE" sz="1200" b="0" i="0" u="none" strike="noStrike">
                <a:solidFill>
                  <a:srgbClr val="5E676C"/>
                </a:solidFill>
                <a:effectLst/>
              </a:rPr>
              <a:t>The “Material Symbols” </a:t>
            </a:r>
            <a:r>
              <a:rPr lang="de-DE" sz="1200" b="0" i="0" u="none" strike="noStrike" err="1">
                <a:solidFill>
                  <a:srgbClr val="5E676C"/>
                </a:solidFill>
                <a:effectLst/>
              </a:rPr>
              <a:t>from</a:t>
            </a:r>
            <a:r>
              <a:rPr lang="de-DE" sz="1200" b="0" i="0" u="none" strike="noStrike">
                <a:solidFill>
                  <a:srgbClr val="5E676C"/>
                </a:solidFill>
                <a:effectLst/>
              </a:rPr>
              <a:t> </a:t>
            </a:r>
            <a:r>
              <a:rPr lang="de-DE" sz="1200" i="0" u="none" strike="noStrike">
                <a:solidFill>
                  <a:schemeClr val="accent2"/>
                </a:solidFill>
                <a:effectLst/>
                <a:hlinkClick r:id="rId5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de-DE" sz="1200" i="0" u="none" strike="noStrike">
                <a:solidFill>
                  <a:srgbClr val="0D9AA9"/>
                </a:solidFill>
                <a:effectLst/>
                <a:hlinkClick r:id="rId5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 Fonts</a:t>
            </a:r>
            <a:r>
              <a:rPr lang="de-DE" sz="1200" i="0" u="none" strike="noStrike">
                <a:solidFill>
                  <a:srgbClr val="0D9AA9"/>
                </a:solidFill>
                <a:effectLst/>
              </a:rPr>
              <a:t> </a:t>
            </a:r>
            <a:r>
              <a:rPr lang="de-DE" sz="1200" err="1">
                <a:solidFill>
                  <a:schemeClr val="accent4"/>
                </a:solidFill>
              </a:rPr>
              <a:t>offer</a:t>
            </a:r>
            <a:r>
              <a:rPr lang="de-DE" sz="1200">
                <a:solidFill>
                  <a:schemeClr val="accent4"/>
                </a:solidFill>
              </a:rPr>
              <a:t> a large </a:t>
            </a:r>
            <a:r>
              <a:rPr lang="de-DE" sz="1200" err="1">
                <a:solidFill>
                  <a:schemeClr val="accent4"/>
                </a:solidFill>
              </a:rPr>
              <a:t>number</a:t>
            </a:r>
            <a:r>
              <a:rPr lang="de-DE" sz="1200">
                <a:solidFill>
                  <a:schemeClr val="accent4"/>
                </a:solidFill>
              </a:rPr>
              <a:t> </a:t>
            </a:r>
            <a:r>
              <a:rPr lang="de-DE" sz="1200" err="1">
                <a:solidFill>
                  <a:schemeClr val="accent4"/>
                </a:solidFill>
              </a:rPr>
              <a:t>of</a:t>
            </a:r>
            <a:r>
              <a:rPr lang="de-DE" sz="1200">
                <a:solidFill>
                  <a:schemeClr val="accent4"/>
                </a:solidFill>
              </a:rPr>
              <a:t> </a:t>
            </a:r>
            <a:r>
              <a:rPr lang="de-DE" sz="1200" err="1">
                <a:solidFill>
                  <a:schemeClr val="accent4"/>
                </a:solidFill>
              </a:rPr>
              <a:t>symbols</a:t>
            </a:r>
            <a:r>
              <a:rPr lang="de-DE" sz="1200">
                <a:solidFill>
                  <a:schemeClr val="accent4"/>
                </a:solidFill>
              </a:rPr>
              <a:t>.</a:t>
            </a:r>
            <a:endParaRPr lang="de-DE" sz="1400">
              <a:solidFill>
                <a:schemeClr val="accent4"/>
              </a:solidFill>
              <a:cs typeface="Arial" panose="020B0604020202020204" pitchFamily="34" charset="0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9047C3A-28EA-A2A7-7E37-A64C26382B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6900664" y="5980687"/>
            <a:ext cx="652238" cy="652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1710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1D9CB46D-A297-FDFE-47B5-AA9DE579B8D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008000" y="1670400"/>
            <a:ext cx="2702716" cy="298345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Basic colors</a:t>
            </a:r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7E39295F-E99A-CE81-8F5A-0E8CD2FA682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4681" y="1670400"/>
            <a:ext cx="2703600" cy="255650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Accent colors</a:t>
            </a:r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EDED44D9-E8FB-2558-900D-E5DF4F46D67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58200" y="2108549"/>
            <a:ext cx="2490537" cy="972394"/>
          </a:xfrm>
        </p:spPr>
        <p:txBody>
          <a:bodyPr/>
          <a:lstStyle/>
          <a:p>
            <a:r>
              <a:rPr lang="en-GB" sz="1400"/>
              <a:t>Only used to highlight negative and positive developments on charts and diagrams and in statistics</a:t>
            </a: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97F95821-4C33-7CCB-F58A-9B5E8921B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Color spectrum</a:t>
            </a:r>
          </a:p>
        </p:txBody>
      </p:sp>
      <p:sp>
        <p:nvSpPr>
          <p:cNvPr id="19" name="Inhaltsplatzhalter 10">
            <a:extLst>
              <a:ext uri="{FF2B5EF4-FFF2-40B4-BE49-F238E27FC236}">
                <a16:creationId xmlns:a16="http://schemas.microsoft.com/office/drawing/2014/main" id="{7E39295F-E99A-CE81-8F5A-0E8CD2FA682A}"/>
              </a:ext>
            </a:extLst>
          </p:cNvPr>
          <p:cNvSpPr txBox="1">
            <a:spLocks/>
          </p:cNvSpPr>
          <p:nvPr/>
        </p:nvSpPr>
        <p:spPr>
          <a:xfrm>
            <a:off x="5155983" y="2108549"/>
            <a:ext cx="2703600" cy="107992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162000" indent="-16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Char char="•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83200" indent="-19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Charité Text Office" pitchFamily="2" charset="0"/>
              <a:buChar char="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83200" indent="-19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Charité Text Office" pitchFamily="2" charset="0"/>
              <a:buChar char="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83200" indent="-19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Charité Text Office" pitchFamily="2" charset="0"/>
              <a:buChar char="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83200" indent="-19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Charité Text Office" pitchFamily="2" charset="0"/>
              <a:buChar char="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0" i="0">
                <a:solidFill>
                  <a:srgbClr val="002552"/>
                </a:solidFill>
                <a:effectLst/>
                <a:latin typeface="+mn-lt"/>
              </a:rPr>
              <a:t>use for positive emphasis</a:t>
            </a:r>
            <a:endParaRPr lang="en-US" sz="1400">
              <a:solidFill>
                <a:srgbClr val="002552"/>
              </a:solidFill>
            </a:endParaRPr>
          </a:p>
        </p:txBody>
      </p:sp>
      <p:sp>
        <p:nvSpPr>
          <p:cNvPr id="20" name="Inhaltsplatzhalter 10">
            <a:extLst>
              <a:ext uri="{FF2B5EF4-FFF2-40B4-BE49-F238E27FC236}">
                <a16:creationId xmlns:a16="http://schemas.microsoft.com/office/drawing/2014/main" id="{7E39295F-E99A-CE81-8F5A-0E8CD2FA682A}"/>
              </a:ext>
            </a:extLst>
          </p:cNvPr>
          <p:cNvSpPr txBox="1">
            <a:spLocks/>
          </p:cNvSpPr>
          <p:nvPr/>
        </p:nvSpPr>
        <p:spPr>
          <a:xfrm>
            <a:off x="1023849" y="2108549"/>
            <a:ext cx="3533517" cy="141350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162000" indent="-16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Char char="•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83200" indent="-19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Charité Text Office" pitchFamily="2" charset="0"/>
              <a:buChar char="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83200" indent="-19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Charité Text Office" pitchFamily="2" charset="0"/>
              <a:buChar char="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83200" indent="-19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Charité Text Office" pitchFamily="2" charset="0"/>
              <a:buChar char="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83200" indent="-19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Charité Text Office" pitchFamily="2" charset="0"/>
              <a:buChar char="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1941513" algn="l"/>
              </a:tabLst>
            </a:pPr>
            <a:r>
              <a:rPr lang="en-US" sz="1400">
                <a:solidFill>
                  <a:srgbClr val="002552"/>
                </a:solidFill>
              </a:rPr>
              <a:t>For differentiation of contents (show standard contents with one color, if possible, e.g. planning &gt; light blue, status quo &gt; blue; current year &gt; blue, previous year &gt; dark blue, other years &gt; gray, etc.)</a:t>
            </a:r>
          </a:p>
        </p:txBody>
      </p:sp>
      <p:sp>
        <p:nvSpPr>
          <p:cNvPr id="21" name="Inhaltsplatzhalter 11">
            <a:extLst>
              <a:ext uri="{FF2B5EF4-FFF2-40B4-BE49-F238E27FC236}">
                <a16:creationId xmlns:a16="http://schemas.microsoft.com/office/drawing/2014/main" id="{EDED44D9-E8FB-2558-900D-E5DF4F46D67D}"/>
              </a:ext>
            </a:extLst>
          </p:cNvPr>
          <p:cNvSpPr txBox="1">
            <a:spLocks/>
          </p:cNvSpPr>
          <p:nvPr/>
        </p:nvSpPr>
        <p:spPr>
          <a:xfrm>
            <a:off x="8469169" y="1670400"/>
            <a:ext cx="2703600" cy="34133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162000" indent="-16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Char char="•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83200" indent="-19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Charité Text Office" pitchFamily="2" charset="0"/>
              <a:buChar char="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83200" indent="-19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Charité Text Office" pitchFamily="2" charset="0"/>
              <a:buChar char="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83200" indent="-19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Charité Text Office" pitchFamily="2" charset="0"/>
              <a:buChar char="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83200" indent="-19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Charité Text Office" pitchFamily="2" charset="0"/>
              <a:buChar char="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02552"/>
                </a:solidFill>
              </a:rPr>
              <a:t>Functional colors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687F0AA3-838B-49A8-3A16-A2D1071274F1}"/>
              </a:ext>
            </a:extLst>
          </p:cNvPr>
          <p:cNvSpPr/>
          <p:nvPr/>
        </p:nvSpPr>
        <p:spPr>
          <a:xfrm>
            <a:off x="8458200" y="3538930"/>
            <a:ext cx="1111078" cy="489439"/>
          </a:xfrm>
          <a:prstGeom prst="rect">
            <a:avLst/>
          </a:prstGeom>
          <a:solidFill>
            <a:srgbClr val="D31D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tIns="72000" rIns="126000" bIns="72000" rtlCol="0" anchor="t" anchorCtr="0">
            <a:noAutofit/>
          </a:bodyPr>
          <a:lstStyle/>
          <a:p>
            <a:pPr>
              <a:spcAft>
                <a:spcPts val="600"/>
              </a:spcAft>
            </a:pPr>
            <a:r>
              <a:rPr lang="en-GB" sz="1200">
                <a:solidFill>
                  <a:schemeClr val="bg1"/>
                </a:solidFill>
              </a:rPr>
              <a:t>red: </a:t>
            </a:r>
            <a:br>
              <a:rPr lang="en-GB" sz="1200">
                <a:solidFill>
                  <a:schemeClr val="bg1"/>
                </a:solidFill>
              </a:rPr>
            </a:br>
            <a:r>
              <a:rPr lang="en-GB" sz="1200">
                <a:solidFill>
                  <a:schemeClr val="bg1"/>
                </a:solidFill>
              </a:rPr>
              <a:t>211 29 25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72ABED6B-8E08-F724-C178-6EF6D3DC77DE}"/>
              </a:ext>
            </a:extLst>
          </p:cNvPr>
          <p:cNvSpPr/>
          <p:nvPr/>
        </p:nvSpPr>
        <p:spPr>
          <a:xfrm>
            <a:off x="9678765" y="3538933"/>
            <a:ext cx="1111076" cy="489439"/>
          </a:xfrm>
          <a:prstGeom prst="rect">
            <a:avLst/>
          </a:prstGeom>
          <a:solidFill>
            <a:srgbClr val="78AD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tIns="72000" rIns="126000" bIns="72000" rtlCol="0" anchor="t" anchorCtr="0">
            <a:noAutofit/>
          </a:bodyPr>
          <a:lstStyle/>
          <a:p>
            <a:pPr>
              <a:spcAft>
                <a:spcPts val="600"/>
              </a:spcAft>
            </a:pPr>
            <a:r>
              <a:rPr lang="en-GB" sz="1200">
                <a:solidFill>
                  <a:schemeClr val="bg1"/>
                </a:solidFill>
              </a:rPr>
              <a:t>green: </a:t>
            </a:r>
            <a:br>
              <a:rPr lang="en-GB" sz="1200">
                <a:solidFill>
                  <a:schemeClr val="bg1"/>
                </a:solidFill>
              </a:rPr>
            </a:br>
            <a:r>
              <a:rPr lang="en-GB" sz="1200">
                <a:solidFill>
                  <a:schemeClr val="bg1"/>
                </a:solidFill>
              </a:rPr>
              <a:t>120 173 108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982A5E2-7F0F-C3A1-8B26-515085507A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en-GB" smtClean="0"/>
              <a:pPr/>
              <a:t>37</a:t>
            </a:fld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B582553-D669-4F9B-A35D-9BF27CFF7FCE}"/>
              </a:ext>
            </a:extLst>
          </p:cNvPr>
          <p:cNvSpPr/>
          <p:nvPr/>
        </p:nvSpPr>
        <p:spPr>
          <a:xfrm>
            <a:off x="1151195" y="3619370"/>
            <a:ext cx="1111076" cy="485775"/>
          </a:xfrm>
          <a:prstGeom prst="rect">
            <a:avLst/>
          </a:prstGeom>
          <a:solidFill>
            <a:srgbClr val="0025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tIns="72000" rIns="126000" bIns="72000" rtlCol="0" anchor="t">
            <a:noAutofit/>
          </a:bodyPr>
          <a:lstStyle/>
          <a:p>
            <a:pPr algn="l">
              <a:spcAft>
                <a:spcPts val="600"/>
              </a:spcAft>
            </a:pPr>
            <a:endParaRPr lang="ru-RU" sz="1200">
              <a:solidFill>
                <a:srgbClr val="16285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6F8557-47C7-0292-3599-E2C9975D9B71}"/>
              </a:ext>
            </a:extLst>
          </p:cNvPr>
          <p:cNvSpPr/>
          <p:nvPr/>
        </p:nvSpPr>
        <p:spPr>
          <a:xfrm>
            <a:off x="2379236" y="3619370"/>
            <a:ext cx="1111076" cy="485775"/>
          </a:xfrm>
          <a:prstGeom prst="rect">
            <a:avLst/>
          </a:prstGeom>
          <a:solidFill>
            <a:srgbClr val="5E67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tIns="72000" rIns="126000" bIns="72000" rtlCol="0" anchor="t">
            <a:noAutofit/>
          </a:bodyPr>
          <a:lstStyle/>
          <a:p>
            <a:pPr algn="l">
              <a:spcAft>
                <a:spcPts val="600"/>
              </a:spcAft>
            </a:pPr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43500E-37DF-F1D3-7718-3640C400D24E}"/>
              </a:ext>
            </a:extLst>
          </p:cNvPr>
          <p:cNvSpPr/>
          <p:nvPr/>
        </p:nvSpPr>
        <p:spPr>
          <a:xfrm>
            <a:off x="1150458" y="4637571"/>
            <a:ext cx="1111076" cy="485775"/>
          </a:xfrm>
          <a:prstGeom prst="rect">
            <a:avLst/>
          </a:prstGeom>
          <a:solidFill>
            <a:srgbClr val="CBCF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tIns="72000" rIns="126000" bIns="72000" rtlCol="0" anchor="t">
            <a:noAutofit/>
          </a:bodyPr>
          <a:lstStyle/>
          <a:p>
            <a:pPr algn="l">
              <a:spcAft>
                <a:spcPts val="600"/>
              </a:spcAft>
            </a:pPr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DEBF68-28DB-B807-18F1-9951B82165DC}"/>
              </a:ext>
            </a:extLst>
          </p:cNvPr>
          <p:cNvSpPr/>
          <p:nvPr/>
        </p:nvSpPr>
        <p:spPr>
          <a:xfrm>
            <a:off x="2378500" y="4637571"/>
            <a:ext cx="1111076" cy="485775"/>
          </a:xfrm>
          <a:prstGeom prst="rect">
            <a:avLst/>
          </a:prstGeom>
          <a:solidFill>
            <a:srgbClr val="CCDC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tIns="72000" rIns="126000" bIns="72000" rtlCol="0" anchor="t">
            <a:noAutofit/>
          </a:bodyPr>
          <a:lstStyle/>
          <a:p>
            <a:pPr algn="l">
              <a:spcAft>
                <a:spcPts val="600"/>
              </a:spcAft>
            </a:pPr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13857A-5254-C040-83BC-026A7FF937F9}"/>
              </a:ext>
            </a:extLst>
          </p:cNvPr>
          <p:cNvSpPr/>
          <p:nvPr/>
        </p:nvSpPr>
        <p:spPr>
          <a:xfrm>
            <a:off x="5222736" y="3615285"/>
            <a:ext cx="1111076" cy="485775"/>
          </a:xfrm>
          <a:prstGeom prst="rect">
            <a:avLst/>
          </a:prstGeom>
          <a:solidFill>
            <a:srgbClr val="0D9A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tIns="72000" rIns="126000" bIns="72000" rtlCol="0" anchor="t">
            <a:noAutofit/>
          </a:bodyPr>
          <a:lstStyle/>
          <a:p>
            <a:pPr algn="l">
              <a:spcAft>
                <a:spcPts val="600"/>
              </a:spcAft>
            </a:pPr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4A3800-41BC-E3EA-6402-6E3E2A8E687A}"/>
              </a:ext>
            </a:extLst>
          </p:cNvPr>
          <p:cNvSpPr txBox="1"/>
          <p:nvPr/>
        </p:nvSpPr>
        <p:spPr>
          <a:xfrm>
            <a:off x="1148021" y="4161324"/>
            <a:ext cx="102514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800">
                <a:solidFill>
                  <a:srgbClr val="002552"/>
                </a:solidFill>
                <a:latin typeface="+mn-lt"/>
              </a:rPr>
              <a:t>Hex#</a:t>
            </a:r>
            <a:r>
              <a:rPr lang="de-DE" sz="800" b="0" i="0">
                <a:solidFill>
                  <a:srgbClr val="002552"/>
                </a:solidFill>
                <a:effectLst/>
                <a:latin typeface="+mn-lt"/>
              </a:rPr>
              <a:t>002552 </a:t>
            </a:r>
          </a:p>
          <a:p>
            <a:pPr algn="l"/>
            <a:r>
              <a:rPr lang="de-DE" sz="800" b="0" i="0">
                <a:solidFill>
                  <a:srgbClr val="002552"/>
                </a:solidFill>
                <a:effectLst/>
                <a:latin typeface="+mn-lt"/>
              </a:rPr>
              <a:t>RGB 0, 37, 82</a:t>
            </a:r>
          </a:p>
          <a:p>
            <a:pPr algn="l">
              <a:buFont typeface="Arial" panose="020B0604020202020204" pitchFamily="34" charset="0"/>
              <a:buNone/>
            </a:pPr>
            <a:r>
              <a:rPr lang="de-DE" sz="800" b="0" i="0">
                <a:solidFill>
                  <a:srgbClr val="002552"/>
                </a:solidFill>
                <a:effectLst/>
                <a:latin typeface="+mn-lt"/>
              </a:rPr>
              <a:t>CMYK 100, 68, 0, 63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70147E-FCDF-BC32-F7AD-4F79C409EE02}"/>
              </a:ext>
            </a:extLst>
          </p:cNvPr>
          <p:cNvSpPr txBox="1"/>
          <p:nvPr/>
        </p:nvSpPr>
        <p:spPr>
          <a:xfrm>
            <a:off x="2388046" y="4161324"/>
            <a:ext cx="9703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buFont typeface="Arial" panose="020B0604020202020204" pitchFamily="34" charset="0"/>
              <a:buNone/>
            </a:pPr>
            <a:r>
              <a:rPr lang="en-US" sz="800">
                <a:solidFill>
                  <a:srgbClr val="002552"/>
                </a:solidFill>
              </a:rPr>
              <a:t>Hex#</a:t>
            </a:r>
            <a:r>
              <a:rPr lang="en-US" sz="800" b="0" i="0">
                <a:solidFill>
                  <a:srgbClr val="00255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800" b="0" i="0">
                <a:solidFill>
                  <a:srgbClr val="002552"/>
                </a:solidFill>
                <a:effectLst/>
                <a:latin typeface="+mn-lt"/>
              </a:rPr>
              <a:t>5e676c</a:t>
            </a:r>
            <a:r>
              <a:rPr lang="pl-PL" sz="800" b="0" i="0">
                <a:solidFill>
                  <a:srgbClr val="00255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l-PL" sz="800" b="0" i="0">
                <a:solidFill>
                  <a:srgbClr val="002552"/>
                </a:solidFill>
                <a:effectLst/>
                <a:latin typeface="+mn-lt"/>
              </a:rPr>
              <a:t>RGB94, 103, 108</a:t>
            </a:r>
          </a:p>
          <a:p>
            <a:pPr algn="l">
              <a:buFont typeface="Arial" panose="020B0604020202020204" pitchFamily="34" charset="0"/>
              <a:buNone/>
            </a:pPr>
            <a:r>
              <a:rPr lang="pl-PL" sz="800" b="0" i="0">
                <a:solidFill>
                  <a:srgbClr val="002552"/>
                </a:solidFill>
                <a:effectLst/>
                <a:latin typeface="+mn-lt"/>
              </a:rPr>
              <a:t>CMYK20, 0, 0, 70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39CB06-5121-78A6-5DFC-1F628078DD05}"/>
              </a:ext>
            </a:extLst>
          </p:cNvPr>
          <p:cNvSpPr txBox="1"/>
          <p:nvPr/>
        </p:nvSpPr>
        <p:spPr>
          <a:xfrm>
            <a:off x="1148021" y="5179524"/>
            <a:ext cx="89926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9550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rgbClr val="002552"/>
                </a:solidFill>
                <a:latin typeface="+mn-lt"/>
              </a:rPr>
              <a:t>Hex#</a:t>
            </a:r>
            <a:r>
              <a:rPr lang="en-US" sz="800" b="0" i="0">
                <a:solidFill>
                  <a:srgbClr val="002552"/>
                </a:solidFill>
                <a:effectLst/>
                <a:latin typeface="+mn-lt"/>
              </a:rPr>
              <a:t>cbcfd2</a:t>
            </a:r>
          </a:p>
          <a:p>
            <a:pPr marL="0" marR="0" lvl="0" indent="0" algn="l" defTabSz="99550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sz="800" b="0" i="0">
                <a:solidFill>
                  <a:srgbClr val="002552"/>
                </a:solidFill>
                <a:effectLst/>
                <a:latin typeface="+mn-lt"/>
              </a:rPr>
              <a:t>RGB 203, 207, 210</a:t>
            </a:r>
            <a:endParaRPr lang="en-US" sz="800" b="0" i="0">
              <a:solidFill>
                <a:srgbClr val="002552"/>
              </a:solidFill>
              <a:effectLst/>
              <a:latin typeface="+mn-lt"/>
            </a:endParaRPr>
          </a:p>
          <a:p>
            <a:pPr algn="l">
              <a:spcAft>
                <a:spcPts val="0"/>
              </a:spcAft>
            </a:pPr>
            <a:r>
              <a:rPr lang="pl-PL" sz="800" b="0" i="0">
                <a:solidFill>
                  <a:srgbClr val="002552"/>
                </a:solidFill>
                <a:effectLst/>
                <a:latin typeface="+mn-lt"/>
              </a:rPr>
              <a:t>CMYK 6, 0, 0, 22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5CD1AD-444A-771F-DAC0-975580404D04}"/>
              </a:ext>
            </a:extLst>
          </p:cNvPr>
          <p:cNvSpPr txBox="1"/>
          <p:nvPr/>
        </p:nvSpPr>
        <p:spPr>
          <a:xfrm>
            <a:off x="2388411" y="5179856"/>
            <a:ext cx="63379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US" sz="800" err="1">
                <a:solidFill>
                  <a:srgbClr val="002552"/>
                </a:solidFill>
              </a:rPr>
              <a:t>Hex#ccdceb</a:t>
            </a:r>
            <a:endParaRPr lang="ru-RU" sz="800" err="1">
              <a:solidFill>
                <a:srgbClr val="002552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47DF0F-4A3A-ABC8-EF4E-E1440BE7648D}"/>
              </a:ext>
            </a:extLst>
          </p:cNvPr>
          <p:cNvSpPr txBox="1"/>
          <p:nvPr/>
        </p:nvSpPr>
        <p:spPr>
          <a:xfrm>
            <a:off x="5222736" y="4157239"/>
            <a:ext cx="1069837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buFont typeface="Arial" panose="020B0604020202020204" pitchFamily="34" charset="0"/>
              <a:buNone/>
            </a:pPr>
            <a:r>
              <a:rPr lang="en-US" sz="800">
                <a:solidFill>
                  <a:srgbClr val="002552"/>
                </a:solidFill>
              </a:rPr>
              <a:t>Hex#0d9aa9 </a:t>
            </a:r>
          </a:p>
          <a:p>
            <a:pPr algn="l">
              <a:buFont typeface="Arial" panose="020B0604020202020204" pitchFamily="34" charset="0"/>
              <a:buNone/>
            </a:pPr>
            <a:r>
              <a:rPr lang="en-US" sz="800" b="0" i="0">
                <a:solidFill>
                  <a:srgbClr val="002552"/>
                </a:solidFill>
                <a:effectLst/>
                <a:latin typeface="+mn-lt"/>
              </a:rPr>
              <a:t>RGB: 0, 154, 169</a:t>
            </a:r>
          </a:p>
          <a:p>
            <a:pPr algn="l">
              <a:buFont typeface="Arial" panose="020B0604020202020204" pitchFamily="34" charset="0"/>
              <a:buNone/>
            </a:pPr>
            <a:r>
              <a:rPr lang="en-US" sz="800" b="0" i="0">
                <a:solidFill>
                  <a:srgbClr val="002552"/>
                </a:solidFill>
                <a:effectLst/>
                <a:latin typeface="+mn-lt"/>
              </a:rPr>
              <a:t>CMYK: 100, 0, 36, 1</a:t>
            </a:r>
          </a:p>
          <a:p>
            <a:pPr algn="l">
              <a:spcAft>
                <a:spcPts val="1200"/>
              </a:spcAft>
            </a:pPr>
            <a:endParaRPr lang="ru-RU" sz="800" err="1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3A09372-4850-73EF-9EC7-7C790B2299A3}"/>
              </a:ext>
            </a:extLst>
          </p:cNvPr>
          <p:cNvSpPr txBox="1"/>
          <p:nvPr/>
        </p:nvSpPr>
        <p:spPr>
          <a:xfrm>
            <a:off x="1288436" y="3700597"/>
            <a:ext cx="80911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US" sz="1000" i="0">
                <a:solidFill>
                  <a:schemeClr val="bg1"/>
                </a:solidFill>
                <a:effectLst/>
                <a:latin typeface="+mn-lt"/>
              </a:rPr>
              <a:t>Charité-</a:t>
            </a:r>
            <a:r>
              <a:rPr lang="en-US" sz="1000" i="0" err="1">
                <a:solidFill>
                  <a:schemeClr val="bg1"/>
                </a:solidFill>
                <a:effectLst/>
                <a:latin typeface="+mn-lt"/>
              </a:rPr>
              <a:t>Dunkelblau</a:t>
            </a:r>
            <a:endParaRPr lang="ru-RU" sz="1000" err="1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A511084-3FA1-6C1F-863C-E4832F28B256}"/>
              </a:ext>
            </a:extLst>
          </p:cNvPr>
          <p:cNvSpPr txBox="1"/>
          <p:nvPr/>
        </p:nvSpPr>
        <p:spPr>
          <a:xfrm>
            <a:off x="5338130" y="3777541"/>
            <a:ext cx="95444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i="0">
                <a:solidFill>
                  <a:schemeClr val="bg1"/>
                </a:solidFill>
                <a:effectLst/>
                <a:latin typeface="+mn-lt"/>
              </a:rPr>
              <a:t>Charité-Mineral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705D965-82DE-0826-155B-3CA6E5348BD8}"/>
              </a:ext>
            </a:extLst>
          </p:cNvPr>
          <p:cNvSpPr txBox="1"/>
          <p:nvPr/>
        </p:nvSpPr>
        <p:spPr>
          <a:xfrm>
            <a:off x="2519375" y="3785313"/>
            <a:ext cx="59966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US" sz="1000" i="0" err="1">
                <a:solidFill>
                  <a:schemeClr val="bg1"/>
                </a:solidFill>
                <a:effectLst/>
                <a:latin typeface="+mn-lt"/>
              </a:rPr>
              <a:t>Textgrau</a:t>
            </a:r>
            <a:endParaRPr lang="ru-RU" sz="1000" err="1">
              <a:solidFill>
                <a:schemeClr val="bg1"/>
              </a:solidFill>
              <a:latin typeface="+mn-lt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3977209-380D-FCB7-7A2F-4DAC0B117B86}"/>
              </a:ext>
            </a:extLst>
          </p:cNvPr>
          <p:cNvSpPr txBox="1"/>
          <p:nvPr/>
        </p:nvSpPr>
        <p:spPr>
          <a:xfrm>
            <a:off x="1263629" y="4810900"/>
            <a:ext cx="88473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US" sz="1000" i="0">
                <a:solidFill>
                  <a:srgbClr val="002552"/>
                </a:solidFill>
                <a:effectLst/>
                <a:latin typeface="+mn-lt"/>
              </a:rPr>
              <a:t>Charité-</a:t>
            </a:r>
            <a:r>
              <a:rPr lang="en-US" sz="1000" i="0" err="1">
                <a:solidFill>
                  <a:srgbClr val="002552"/>
                </a:solidFill>
                <a:effectLst/>
                <a:latin typeface="+mn-lt"/>
              </a:rPr>
              <a:t>Hellgrau</a:t>
            </a:r>
            <a:endParaRPr lang="ru-RU" sz="1000" err="1">
              <a:solidFill>
                <a:srgbClr val="002552"/>
              </a:solidFill>
              <a:latin typeface="+mn-lt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1CCCE57-ABE6-FEFC-7608-2E59857638ED}"/>
              </a:ext>
            </a:extLst>
          </p:cNvPr>
          <p:cNvSpPr txBox="1"/>
          <p:nvPr/>
        </p:nvSpPr>
        <p:spPr>
          <a:xfrm>
            <a:off x="2495411" y="4810900"/>
            <a:ext cx="914539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000" i="0">
                <a:solidFill>
                  <a:srgbClr val="002552"/>
                </a:solidFill>
                <a:effectLst/>
                <a:latin typeface="+mn-lt"/>
              </a:rPr>
              <a:t>Charité </a:t>
            </a:r>
            <a:r>
              <a:rPr lang="en-US" sz="1000" i="0" err="1">
                <a:solidFill>
                  <a:srgbClr val="002552"/>
                </a:solidFill>
                <a:effectLst/>
                <a:latin typeface="+mn-lt"/>
              </a:rPr>
              <a:t>Blau</a:t>
            </a:r>
            <a:r>
              <a:rPr lang="en-US" sz="1000" i="0">
                <a:solidFill>
                  <a:srgbClr val="002552"/>
                </a:solidFill>
                <a:effectLst/>
                <a:latin typeface="+mn-lt"/>
              </a:rPr>
              <a:t> 20</a:t>
            </a:r>
            <a:r>
              <a:rPr lang="en-US" sz="1000">
                <a:solidFill>
                  <a:srgbClr val="002552"/>
                </a:solidFill>
              </a:rPr>
              <a:t>%</a:t>
            </a:r>
            <a:endParaRPr lang="ru-RU" sz="1000" err="1">
              <a:solidFill>
                <a:srgbClr val="00255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972570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4E8CA3-C4BF-50DA-8F28-0D90469E9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Chart/diagram headline</a:t>
            </a:r>
          </a:p>
        </p:txBody>
      </p:sp>
      <p:graphicFrame>
        <p:nvGraphicFramePr>
          <p:cNvPr id="9" name="Inhaltsplatzhalter 8">
            <a:extLst>
              <a:ext uri="{FF2B5EF4-FFF2-40B4-BE49-F238E27FC236}">
                <a16:creationId xmlns:a16="http://schemas.microsoft.com/office/drawing/2014/main" id="{7B8EAF80-2D2C-5E63-3889-5EF9D47BABDC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2907809716"/>
              </p:ext>
            </p:extLst>
          </p:nvPr>
        </p:nvGraphicFramePr>
        <p:xfrm>
          <a:off x="1008063" y="1670050"/>
          <a:ext cx="10163175" cy="40401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platzhalter 5">
            <a:extLst>
              <a:ext uri="{FF2B5EF4-FFF2-40B4-BE49-F238E27FC236}">
                <a16:creationId xmlns:a16="http://schemas.microsoft.com/office/drawing/2014/main" id="{3EBB26A1-D3F4-45C0-C568-21938BF1EC3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/>
              <a:t>Subtitle (optional)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CCECA79-147C-C17A-D871-0CEC6E3D1DF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en-GB" smtClean="0"/>
              <a:pPr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4422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F4D49A-90D8-EA13-EA11-DF82B186E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Headline of a slide with text modules and graphic (chart, etc.)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5DB73A2A-4FDE-2E8A-6D9F-5E4BAEEF4F87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/>
              <a:t>Text modules with continuous text, 16 pt. Sum et </a:t>
            </a:r>
            <a:r>
              <a:rPr lang="en-GB" err="1"/>
              <a:t>quae</a:t>
            </a:r>
            <a:r>
              <a:rPr lang="en-GB"/>
              <a:t>. </a:t>
            </a:r>
            <a:r>
              <a:rPr lang="en-GB" err="1"/>
              <a:t>Iciur</a:t>
            </a:r>
            <a:r>
              <a:rPr lang="en-GB"/>
              <a:t>, </a:t>
            </a:r>
            <a:r>
              <a:rPr lang="en-GB" err="1"/>
              <a:t>simillante</a:t>
            </a:r>
            <a:r>
              <a:rPr lang="en-GB"/>
              <a:t> </a:t>
            </a:r>
            <a:r>
              <a:rPr lang="en-GB" err="1"/>
              <a:t>liquiae</a:t>
            </a:r>
            <a:r>
              <a:rPr lang="en-GB"/>
              <a:t> </a:t>
            </a:r>
            <a:r>
              <a:rPr lang="en-GB" err="1"/>
              <a:t>voluptur</a:t>
            </a:r>
            <a:r>
              <a:rPr lang="en-GB"/>
              <a:t>? Ovid maxima </a:t>
            </a:r>
            <a:r>
              <a:rPr lang="en-GB" err="1"/>
              <a:t>dolorrum</a:t>
            </a:r>
            <a:r>
              <a:rPr lang="en-GB"/>
              <a:t> </a:t>
            </a:r>
            <a:r>
              <a:rPr lang="en-GB" err="1"/>
              <a:t>nimoluptatur</a:t>
            </a:r>
            <a:r>
              <a:rPr lang="en-GB"/>
              <a:t> ad ma ped </a:t>
            </a:r>
            <a:r>
              <a:rPr lang="en-GB" err="1"/>
              <a:t>ut</a:t>
            </a:r>
            <a:r>
              <a:rPr lang="en-GB"/>
              <a:t> </a:t>
            </a:r>
            <a:r>
              <a:rPr lang="en-GB" err="1"/>
              <a:t>restiun</a:t>
            </a:r>
            <a:r>
              <a:rPr lang="en-GB"/>
              <a:t> </a:t>
            </a:r>
            <a:r>
              <a:rPr lang="en-GB" err="1"/>
              <a:t>ditiae</a:t>
            </a:r>
            <a:r>
              <a:rPr lang="en-GB"/>
              <a:t> pre </a:t>
            </a:r>
            <a:r>
              <a:rPr lang="en-GB" err="1"/>
              <a:t>santincto</a:t>
            </a:r>
            <a:r>
              <a:rPr lang="en-GB"/>
              <a:t> to </a:t>
            </a:r>
            <a:r>
              <a:rPr lang="en-GB" err="1"/>
              <a:t>dicitaturem</a:t>
            </a:r>
            <a:r>
              <a:rPr lang="en-GB"/>
              <a:t> et </a:t>
            </a:r>
            <a:r>
              <a:rPr lang="en-GB" err="1"/>
              <a:t>est</a:t>
            </a:r>
            <a:r>
              <a:rPr lang="en-GB"/>
              <a:t>, </a:t>
            </a:r>
            <a:r>
              <a:rPr lang="en-GB" err="1"/>
              <a:t>cora</a:t>
            </a:r>
            <a:r>
              <a:rPr lang="en-GB"/>
              <a:t> </a:t>
            </a:r>
            <a:r>
              <a:rPr lang="en-GB" err="1"/>
              <a:t>porum</a:t>
            </a:r>
            <a:r>
              <a:rPr lang="en-GB"/>
              <a:t> </a:t>
            </a:r>
            <a:r>
              <a:rPr lang="en-GB" err="1"/>
              <a:t>comni</a:t>
            </a:r>
            <a:r>
              <a:rPr lang="en-GB"/>
              <a:t> tecum, </a:t>
            </a:r>
            <a:r>
              <a:rPr lang="en-GB" err="1"/>
              <a:t>occate</a:t>
            </a:r>
            <a:r>
              <a:rPr lang="en-GB"/>
              <a:t> </a:t>
            </a:r>
            <a:r>
              <a:rPr lang="en-GB" err="1"/>
              <a:t>ium</a:t>
            </a:r>
            <a:r>
              <a:rPr lang="en-GB"/>
              <a:t> as </a:t>
            </a:r>
            <a:r>
              <a:rPr lang="en-GB" err="1"/>
              <a:t>esectat</a:t>
            </a:r>
            <a:r>
              <a:rPr lang="en-GB"/>
              <a:t> ad que </a:t>
            </a:r>
            <a:r>
              <a:rPr lang="en-GB" err="1"/>
              <a:t>apici</a:t>
            </a:r>
            <a:r>
              <a:rPr lang="en-GB"/>
              <a:t> </a:t>
            </a:r>
            <a:r>
              <a:rPr lang="en-GB" err="1"/>
              <a:t>rehenda</a:t>
            </a:r>
            <a:r>
              <a:rPr lang="en-GB"/>
              <a:t> </a:t>
            </a:r>
            <a:r>
              <a:rPr lang="en-GB" err="1"/>
              <a:t>ndeniae</a:t>
            </a:r>
            <a:r>
              <a:rPr lang="en-GB"/>
              <a:t> </a:t>
            </a:r>
            <a:r>
              <a:rPr lang="en-GB" err="1"/>
              <a:t>cepudic</a:t>
            </a:r>
            <a:r>
              <a:rPr lang="en-GB"/>
              <a:t> </a:t>
            </a:r>
            <a:r>
              <a:rPr lang="en-GB" err="1"/>
              <a:t>aborrovidunt</a:t>
            </a:r>
            <a:r>
              <a:rPr lang="en-GB"/>
              <a:t> </a:t>
            </a:r>
            <a:r>
              <a:rPr lang="en-GB" err="1"/>
              <a:t>optaqui</a:t>
            </a:r>
            <a:r>
              <a:rPr lang="en-GB"/>
              <a:t> </a:t>
            </a:r>
            <a:r>
              <a:rPr lang="en-GB" err="1"/>
              <a:t>sam</a:t>
            </a:r>
            <a:r>
              <a:rPr lang="en-GB"/>
              <a:t> </a:t>
            </a:r>
            <a:r>
              <a:rPr lang="en-GB" err="1"/>
              <a:t>quidercita</a:t>
            </a:r>
            <a:r>
              <a:rPr lang="en-GB"/>
              <a:t> </a:t>
            </a:r>
            <a:r>
              <a:rPr lang="en-GB" err="1"/>
              <a:t>dolorup</a:t>
            </a:r>
            <a:r>
              <a:rPr lang="en-GB"/>
              <a:t> </a:t>
            </a:r>
            <a:r>
              <a:rPr lang="en-GB" err="1"/>
              <a:t>tatiunt</a:t>
            </a:r>
            <a:r>
              <a:rPr lang="en-GB"/>
              <a:t>. </a:t>
            </a:r>
            <a:r>
              <a:rPr lang="en-GB" err="1"/>
              <a:t>Caes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</a:t>
            </a:r>
            <a:r>
              <a:rPr lang="en-GB" err="1"/>
              <a:t>officae</a:t>
            </a:r>
            <a:r>
              <a:rPr lang="en-GB"/>
              <a:t> </a:t>
            </a:r>
            <a:r>
              <a:rPr lang="en-GB" err="1"/>
              <a:t>nonsequo</a:t>
            </a:r>
            <a:r>
              <a:rPr lang="en-GB"/>
              <a:t> </a:t>
            </a:r>
            <a:r>
              <a:rPr lang="en-GB" err="1"/>
              <a:t>magnis</a:t>
            </a:r>
            <a:r>
              <a:rPr lang="en-GB"/>
              <a:t> </a:t>
            </a:r>
            <a:r>
              <a:rPr lang="en-GB" err="1"/>
              <a:t>cus</a:t>
            </a:r>
            <a:r>
              <a:rPr lang="en-GB"/>
              <a:t> </a:t>
            </a:r>
            <a:r>
              <a:rPr lang="en-GB" err="1"/>
              <a:t>aut</a:t>
            </a:r>
            <a:r>
              <a:rPr lang="en-GB"/>
              <a:t> </a:t>
            </a:r>
            <a:r>
              <a:rPr lang="en-GB" err="1"/>
              <a:t>aborum</a:t>
            </a:r>
            <a:r>
              <a:rPr lang="en-GB"/>
              <a:t> </a:t>
            </a:r>
            <a:r>
              <a:rPr lang="en-GB" err="1"/>
              <a:t>acepra</a:t>
            </a:r>
            <a:r>
              <a:rPr lang="en-GB"/>
              <a:t> et que </a:t>
            </a:r>
            <a:r>
              <a:rPr lang="en-GB" err="1"/>
              <a:t>autam</a:t>
            </a:r>
            <a:r>
              <a:rPr lang="en-GB"/>
              <a:t> </a:t>
            </a:r>
            <a:r>
              <a:rPr lang="en-GB" err="1"/>
              <a:t>harc</a:t>
            </a:r>
            <a:r>
              <a:rPr lang="en-GB"/>
              <a:t>.</a:t>
            </a:r>
          </a:p>
        </p:txBody>
      </p:sp>
      <p:graphicFrame>
        <p:nvGraphicFramePr>
          <p:cNvPr id="10" name="Inhaltsplatzhalter 9">
            <a:extLst>
              <a:ext uri="{FF2B5EF4-FFF2-40B4-BE49-F238E27FC236}">
                <a16:creationId xmlns:a16="http://schemas.microsoft.com/office/drawing/2014/main" id="{A5B4EFA5-1267-D81C-2B01-842FC0BD6788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921324832"/>
              </p:ext>
            </p:extLst>
          </p:nvPr>
        </p:nvGraphicFramePr>
        <p:xfrm>
          <a:off x="6596063" y="1670050"/>
          <a:ext cx="4575175" cy="40401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4A7418D4-CD0B-16AB-C8ED-FAA8E4E2A43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/>
              <a:t>Subtitle (optional)</a:t>
            </a:r>
          </a:p>
        </p:txBody>
      </p: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DC0B4899-CB78-0DA1-22BB-B5E37FA56685}"/>
              </a:ext>
            </a:extLst>
          </p:cNvPr>
          <p:cNvCxnSpPr>
            <a:cxnSpLocks/>
          </p:cNvCxnSpPr>
          <p:nvPr/>
        </p:nvCxnSpPr>
        <p:spPr>
          <a:xfrm>
            <a:off x="6608763" y="5031453"/>
            <a:ext cx="909637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2A4100F0-8DFF-8ECF-D8FF-D617EB741753}"/>
              </a:ext>
            </a:extLst>
          </p:cNvPr>
          <p:cNvCxnSpPr>
            <a:cxnSpLocks/>
          </p:cNvCxnSpPr>
          <p:nvPr/>
        </p:nvCxnSpPr>
        <p:spPr>
          <a:xfrm>
            <a:off x="6608763" y="3239150"/>
            <a:ext cx="909637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8B883F26-87D9-ED8B-6A1E-A0FFF36D5C9F}"/>
              </a:ext>
            </a:extLst>
          </p:cNvPr>
          <p:cNvCxnSpPr>
            <a:cxnSpLocks/>
          </p:cNvCxnSpPr>
          <p:nvPr/>
        </p:nvCxnSpPr>
        <p:spPr>
          <a:xfrm>
            <a:off x="10261601" y="3042300"/>
            <a:ext cx="909637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D9550E84-F3F9-669C-CF74-63DD9E74ABC9}"/>
              </a:ext>
            </a:extLst>
          </p:cNvPr>
          <p:cNvCxnSpPr>
            <a:cxnSpLocks/>
          </p:cNvCxnSpPr>
          <p:nvPr/>
        </p:nvCxnSpPr>
        <p:spPr>
          <a:xfrm>
            <a:off x="8870950" y="2439050"/>
            <a:ext cx="909637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3D9A30E4-8113-883A-B3DA-4A3A5F77517F}"/>
              </a:ext>
            </a:extLst>
          </p:cNvPr>
          <p:cNvCxnSpPr>
            <a:cxnSpLocks/>
          </p:cNvCxnSpPr>
          <p:nvPr/>
        </p:nvCxnSpPr>
        <p:spPr>
          <a:xfrm>
            <a:off x="7232650" y="2426350"/>
            <a:ext cx="90963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06652099-E559-8F4B-901B-1460D82C0C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en-GB" smtClean="0"/>
              <a:pPr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076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4" name="Gerader Verbinder 93"/>
          <p:cNvCxnSpPr/>
          <p:nvPr>
            <p:custDataLst>
              <p:tags r:id="rId1"/>
            </p:custDataLst>
          </p:nvPr>
        </p:nvCxnSpPr>
        <p:spPr bwMode="gray">
          <a:xfrm>
            <a:off x="8502651" y="3969936"/>
            <a:ext cx="482600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Gerader Verbinder 97"/>
          <p:cNvCxnSpPr/>
          <p:nvPr>
            <p:custDataLst>
              <p:tags r:id="rId2"/>
            </p:custDataLst>
          </p:nvPr>
        </p:nvCxnSpPr>
        <p:spPr bwMode="gray">
          <a:xfrm>
            <a:off x="9590617" y="4412319"/>
            <a:ext cx="482600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Gerader Verbinder 96"/>
          <p:cNvCxnSpPr/>
          <p:nvPr>
            <p:custDataLst>
              <p:tags r:id="rId3"/>
            </p:custDataLst>
          </p:nvPr>
        </p:nvCxnSpPr>
        <p:spPr bwMode="gray">
          <a:xfrm>
            <a:off x="7412567" y="3969936"/>
            <a:ext cx="482600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Gerader Verbinder 95"/>
          <p:cNvCxnSpPr/>
          <p:nvPr>
            <p:custDataLst>
              <p:tags r:id="rId4"/>
            </p:custDataLst>
          </p:nvPr>
        </p:nvCxnSpPr>
        <p:spPr bwMode="gray">
          <a:xfrm>
            <a:off x="1966384" y="2778252"/>
            <a:ext cx="482600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Gerader Verbinder 94"/>
          <p:cNvCxnSpPr/>
          <p:nvPr>
            <p:custDataLst>
              <p:tags r:id="rId5"/>
            </p:custDataLst>
          </p:nvPr>
        </p:nvCxnSpPr>
        <p:spPr bwMode="gray">
          <a:xfrm>
            <a:off x="3054351" y="3066119"/>
            <a:ext cx="482600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1" name="Gerader Verbinder 150"/>
          <p:cNvCxnSpPr/>
          <p:nvPr>
            <p:custDataLst>
              <p:tags r:id="rId6"/>
            </p:custDataLst>
          </p:nvPr>
        </p:nvCxnSpPr>
        <p:spPr bwMode="gray">
          <a:xfrm>
            <a:off x="4144433" y="2911603"/>
            <a:ext cx="482600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2" name="Gerader Verbinder 141"/>
          <p:cNvCxnSpPr/>
          <p:nvPr>
            <p:custDataLst>
              <p:tags r:id="rId7"/>
            </p:custDataLst>
          </p:nvPr>
        </p:nvCxnSpPr>
        <p:spPr bwMode="gray">
          <a:xfrm>
            <a:off x="5234517" y="2911603"/>
            <a:ext cx="482600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Gerader Verbinder 92"/>
          <p:cNvCxnSpPr/>
          <p:nvPr>
            <p:custDataLst>
              <p:tags r:id="rId8"/>
            </p:custDataLst>
          </p:nvPr>
        </p:nvCxnSpPr>
        <p:spPr bwMode="gray">
          <a:xfrm>
            <a:off x="6322484" y="3836586"/>
            <a:ext cx="482600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6" name="Chart 3"/>
          <p:cNvGraphicFramePr/>
          <p:nvPr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302000447"/>
              </p:ext>
            </p:extLst>
          </p:nvPr>
        </p:nvGraphicFramePr>
        <p:xfrm>
          <a:off x="1007534" y="2477686"/>
          <a:ext cx="10024533" cy="2336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8"/>
          </a:graphicData>
        </a:graphic>
      </p:graphicFrame>
      <p:sp>
        <p:nvSpPr>
          <p:cNvPr id="20" name="Rechteck 19"/>
          <p:cNvSpPr/>
          <p:nvPr>
            <p:custDataLst>
              <p:tags r:id="rId10"/>
            </p:custDataLst>
          </p:nvPr>
        </p:nvSpPr>
        <p:spPr bwMode="auto">
          <a:xfrm>
            <a:off x="6805084" y="3199470"/>
            <a:ext cx="607483" cy="46567"/>
          </a:xfrm>
          <a:prstGeom prst="rect">
            <a:avLst/>
          </a:prstGeom>
          <a:solidFill>
            <a:srgbClr val="78AD6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1867">
              <a:latin typeface="Charité Text Office" pitchFamily="2" charset="0"/>
            </a:endParaRPr>
          </a:p>
        </p:txBody>
      </p:sp>
      <p:sp>
        <p:nvSpPr>
          <p:cNvPr id="141" name="Rechteck 140"/>
          <p:cNvSpPr/>
          <p:nvPr>
            <p:custDataLst>
              <p:tags r:id="rId11"/>
            </p:custDataLst>
          </p:nvPr>
        </p:nvSpPr>
        <p:spPr bwMode="auto">
          <a:xfrm>
            <a:off x="5717119" y="3199470"/>
            <a:ext cx="605367" cy="46567"/>
          </a:xfrm>
          <a:prstGeom prst="rect">
            <a:avLst/>
          </a:prstGeom>
          <a:solidFill>
            <a:srgbClr val="D31D1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1867">
              <a:latin typeface="Charité Text Office" pitchFamily="2" charset="0"/>
            </a:endParaRPr>
          </a:p>
        </p:txBody>
      </p:sp>
      <p:sp>
        <p:nvSpPr>
          <p:cNvPr id="105" name="Rechteck 104"/>
          <p:cNvSpPr/>
          <p:nvPr>
            <p:custDataLst>
              <p:tags r:id="rId12"/>
            </p:custDataLst>
          </p:nvPr>
        </p:nvSpPr>
        <p:spPr bwMode="auto">
          <a:xfrm>
            <a:off x="1363134" y="5223405"/>
            <a:ext cx="596900" cy="24341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GB" altLang="en-US" sz="1200">
                <a:solidFill>
                  <a:srgbClr val="002552"/>
                </a:solidFill>
              </a:rPr>
              <a:t>Outset</a:t>
            </a:r>
            <a:endParaRPr lang="en-GB" sz="1200">
              <a:solidFill>
                <a:srgbClr val="002552"/>
              </a:solidFill>
            </a:endParaRPr>
          </a:p>
        </p:txBody>
      </p:sp>
      <p:sp>
        <p:nvSpPr>
          <p:cNvPr id="103" name="Rechteck 102"/>
          <p:cNvSpPr/>
          <p:nvPr>
            <p:custDataLst>
              <p:tags r:id="rId13"/>
            </p:custDataLst>
          </p:nvPr>
        </p:nvSpPr>
        <p:spPr bwMode="auto">
          <a:xfrm>
            <a:off x="6790267" y="5223405"/>
            <a:ext cx="637117" cy="24341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GB" altLang="en-US" sz="1200">
                <a:solidFill>
                  <a:srgbClr val="002552"/>
                </a:solidFill>
              </a:rPr>
              <a:t>Effect 4</a:t>
            </a:r>
            <a:endParaRPr lang="en-GB" sz="1200">
              <a:solidFill>
                <a:srgbClr val="002552"/>
              </a:solidFill>
            </a:endParaRPr>
          </a:p>
        </p:txBody>
      </p:sp>
      <p:sp>
        <p:nvSpPr>
          <p:cNvPr id="126" name="Rechteck 125"/>
          <p:cNvSpPr/>
          <p:nvPr>
            <p:custDataLst>
              <p:tags r:id="rId14"/>
            </p:custDataLst>
          </p:nvPr>
        </p:nvSpPr>
        <p:spPr bwMode="gray">
          <a:xfrm>
            <a:off x="2510365" y="2812119"/>
            <a:ext cx="482600" cy="22013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29633" tIns="0" rIns="29633" bIns="0" numCol="1" rtlCol="0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fld id="{0F176888-F491-4B73-9107-DEF4C8007660}" type="datetime'''-1''''''''''''0,0'''''">
              <a:rPr lang="en-GB" altLang="en-US" sz="1200" smtClean="0">
                <a:solidFill>
                  <a:schemeClr val="bg1"/>
                </a:solidFill>
              </a:rPr>
              <a:pPr algn="ctr">
                <a:lnSpc>
                  <a:spcPct val="90000"/>
                </a:lnSpc>
              </a:pPr>
              <a:t>-10,0</a:t>
            </a:fld>
            <a:endParaRPr lang="en-GB" sz="1200">
              <a:solidFill>
                <a:schemeClr val="bg1"/>
              </a:solidFill>
            </a:endParaRPr>
          </a:p>
        </p:txBody>
      </p:sp>
      <p:sp>
        <p:nvSpPr>
          <p:cNvPr id="106" name="Rechteck 105"/>
          <p:cNvSpPr/>
          <p:nvPr>
            <p:custDataLst>
              <p:tags r:id="rId15"/>
            </p:custDataLst>
          </p:nvPr>
        </p:nvSpPr>
        <p:spPr bwMode="auto">
          <a:xfrm>
            <a:off x="2434167" y="5223405"/>
            <a:ext cx="637117" cy="24341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GB" altLang="en-US" sz="1200">
                <a:solidFill>
                  <a:srgbClr val="002552"/>
                </a:solidFill>
              </a:rPr>
              <a:t>Effect 1</a:t>
            </a:r>
            <a:endParaRPr lang="en-GB" sz="1200">
              <a:solidFill>
                <a:srgbClr val="002552"/>
              </a:solidFill>
            </a:endParaRPr>
          </a:p>
        </p:txBody>
      </p:sp>
      <p:sp>
        <p:nvSpPr>
          <p:cNvPr id="104" name="Rechteck 103"/>
          <p:cNvSpPr/>
          <p:nvPr>
            <p:custDataLst>
              <p:tags r:id="rId16"/>
            </p:custDataLst>
          </p:nvPr>
        </p:nvSpPr>
        <p:spPr bwMode="auto">
          <a:xfrm>
            <a:off x="3522134" y="5223405"/>
            <a:ext cx="637117" cy="24341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GB" sz="1200">
                <a:solidFill>
                  <a:srgbClr val="002552"/>
                </a:solidFill>
              </a:rPr>
              <a:t>Effect 2</a:t>
            </a:r>
          </a:p>
        </p:txBody>
      </p:sp>
      <p:sp>
        <p:nvSpPr>
          <p:cNvPr id="13" name="Rechteck 12"/>
          <p:cNvSpPr/>
          <p:nvPr>
            <p:custDataLst>
              <p:tags r:id="rId17"/>
            </p:custDataLst>
          </p:nvPr>
        </p:nvSpPr>
        <p:spPr bwMode="gray">
          <a:xfrm>
            <a:off x="3680885" y="2877737"/>
            <a:ext cx="317500" cy="220133"/>
          </a:xfrm>
          <a:prstGeom prst="rect">
            <a:avLst/>
          </a:prstGeom>
          <a:solidFill>
            <a:srgbClr val="78AD6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29633" tIns="0" rIns="29633" bIns="0" numCol="1" rtlCol="0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fld id="{7113BF04-1B7E-4509-9787-2EE99BBB3CAA}" type="datetime'''''''''''''''''''''5'''''''',''''''''''''''''''''4'''">
              <a:rPr lang="en-GB" altLang="en-US" sz="1200" smtClean="0"/>
              <a:pPr algn="ctr">
                <a:lnSpc>
                  <a:spcPct val="90000"/>
                </a:lnSpc>
              </a:pPr>
              <a:t>5,4</a:t>
            </a:fld>
            <a:endParaRPr lang="en-GB" sz="1200"/>
          </a:p>
        </p:txBody>
      </p:sp>
      <p:sp>
        <p:nvSpPr>
          <p:cNvPr id="153" name="Rechteck 152"/>
          <p:cNvSpPr/>
          <p:nvPr>
            <p:custDataLst>
              <p:tags r:id="rId18"/>
            </p:custDataLst>
          </p:nvPr>
        </p:nvSpPr>
        <p:spPr bwMode="auto">
          <a:xfrm>
            <a:off x="4508501" y="5223405"/>
            <a:ext cx="842433" cy="48683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GB" altLang="en-US" sz="1200">
                <a:solidFill>
                  <a:srgbClr val="002552"/>
                </a:solidFill>
              </a:rPr>
              <a:t>Subtotal</a:t>
            </a:r>
            <a:endParaRPr lang="en-GB" sz="1200">
              <a:solidFill>
                <a:srgbClr val="002552"/>
              </a:solidFill>
            </a:endParaRPr>
          </a:p>
        </p:txBody>
      </p:sp>
      <p:sp>
        <p:nvSpPr>
          <p:cNvPr id="140" name="Rechteck 139"/>
          <p:cNvSpPr/>
          <p:nvPr>
            <p:custDataLst>
              <p:tags r:id="rId19"/>
            </p:custDataLst>
          </p:nvPr>
        </p:nvSpPr>
        <p:spPr bwMode="gray">
          <a:xfrm>
            <a:off x="5778499" y="3377270"/>
            <a:ext cx="482600" cy="22013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29633" tIns="0" rIns="29633" bIns="0" numCol="1" rtlCol="0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fld id="{A04909A6-4A70-448D-AAD3-F7A4E5E5E394}" type="datetime'''''''''''''''''''''''''''''-40'''''''''''''''',0'''''''''''">
              <a:rPr lang="en-GB" altLang="en-US" sz="1200" smtClean="0">
                <a:solidFill>
                  <a:schemeClr val="bg1"/>
                </a:solidFill>
              </a:rPr>
              <a:pPr algn="ctr">
                <a:lnSpc>
                  <a:spcPct val="90000"/>
                </a:lnSpc>
              </a:pPr>
              <a:t>-40,0</a:t>
            </a:fld>
            <a:endParaRPr lang="en-GB" sz="1200">
              <a:solidFill>
                <a:schemeClr val="bg1"/>
              </a:solidFill>
            </a:endParaRPr>
          </a:p>
        </p:txBody>
      </p:sp>
      <p:sp>
        <p:nvSpPr>
          <p:cNvPr id="110" name="Rechteck 109"/>
          <p:cNvSpPr/>
          <p:nvPr>
            <p:custDataLst>
              <p:tags r:id="rId20"/>
            </p:custDataLst>
          </p:nvPr>
        </p:nvSpPr>
        <p:spPr bwMode="auto">
          <a:xfrm>
            <a:off x="5702300" y="5223405"/>
            <a:ext cx="637117" cy="24341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GB" altLang="en-US" sz="1200">
                <a:solidFill>
                  <a:srgbClr val="002552"/>
                </a:solidFill>
              </a:rPr>
              <a:t>Effect 3</a:t>
            </a:r>
            <a:endParaRPr lang="en-GB" sz="1200">
              <a:solidFill>
                <a:srgbClr val="002552"/>
              </a:solidFill>
            </a:endParaRPr>
          </a:p>
        </p:txBody>
      </p:sp>
      <p:sp>
        <p:nvSpPr>
          <p:cNvPr id="111" name="Rechteck 110"/>
          <p:cNvSpPr/>
          <p:nvPr>
            <p:custDataLst>
              <p:tags r:id="rId21"/>
            </p:custDataLst>
          </p:nvPr>
        </p:nvSpPr>
        <p:spPr bwMode="gray">
          <a:xfrm>
            <a:off x="6898218" y="3358219"/>
            <a:ext cx="421217" cy="22013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29633" tIns="0" rIns="29633" bIns="0" numCol="1" rtlCol="0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fld id="{21074C44-D1AB-480F-91AC-805AD1810C3D}" type="datetime'''''25'''''''''''''''''''''''''''''''''''',''''5'">
              <a:rPr lang="en-GB" altLang="en-US" sz="1200" smtClean="0"/>
              <a:pPr algn="ctr">
                <a:lnSpc>
                  <a:spcPct val="90000"/>
                </a:lnSpc>
              </a:pPr>
              <a:t>25,5</a:t>
            </a:fld>
            <a:endParaRPr lang="en-GB" sz="1200"/>
          </a:p>
        </p:txBody>
      </p:sp>
      <p:sp>
        <p:nvSpPr>
          <p:cNvPr id="112" name="Rechteck 111"/>
          <p:cNvSpPr/>
          <p:nvPr>
            <p:custDataLst>
              <p:tags r:id="rId22"/>
            </p:custDataLst>
          </p:nvPr>
        </p:nvSpPr>
        <p:spPr bwMode="auto">
          <a:xfrm>
            <a:off x="7776634" y="5223405"/>
            <a:ext cx="842433" cy="48683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GB" altLang="en-US" sz="1200">
                <a:solidFill>
                  <a:srgbClr val="002552"/>
                </a:solidFill>
              </a:rPr>
              <a:t>Subtotal</a:t>
            </a:r>
            <a:endParaRPr lang="en-GB" sz="1200">
              <a:solidFill>
                <a:srgbClr val="002552"/>
              </a:solidFill>
            </a:endParaRPr>
          </a:p>
        </p:txBody>
      </p:sp>
      <p:sp>
        <p:nvSpPr>
          <p:cNvPr id="113" name="Rechteck 112"/>
          <p:cNvSpPr/>
          <p:nvPr>
            <p:custDataLst>
              <p:tags r:id="rId23"/>
            </p:custDataLst>
          </p:nvPr>
        </p:nvSpPr>
        <p:spPr bwMode="auto">
          <a:xfrm>
            <a:off x="8970434" y="5223405"/>
            <a:ext cx="637117" cy="24341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GB" sz="1200">
                <a:solidFill>
                  <a:srgbClr val="002552"/>
                </a:solidFill>
              </a:rPr>
              <a:t>Effect 5</a:t>
            </a:r>
          </a:p>
        </p:txBody>
      </p:sp>
      <p:sp>
        <p:nvSpPr>
          <p:cNvPr id="114" name="Rechteck 113"/>
          <p:cNvSpPr/>
          <p:nvPr>
            <p:custDataLst>
              <p:tags r:id="rId24"/>
            </p:custDataLst>
          </p:nvPr>
        </p:nvSpPr>
        <p:spPr bwMode="auto">
          <a:xfrm>
            <a:off x="10162118" y="5223405"/>
            <a:ext cx="429684" cy="24341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GB" altLang="en-US" sz="1200">
                <a:solidFill>
                  <a:srgbClr val="002552"/>
                </a:solidFill>
              </a:rPr>
              <a:t>Outcome</a:t>
            </a:r>
            <a:endParaRPr lang="en-GB" sz="1200">
              <a:solidFill>
                <a:srgbClr val="002552"/>
              </a:solidFill>
            </a:endParaRPr>
          </a:p>
        </p:txBody>
      </p:sp>
      <p:sp>
        <p:nvSpPr>
          <p:cNvPr id="19" name="Rechteck 18"/>
          <p:cNvSpPr/>
          <p:nvPr>
            <p:custDataLst>
              <p:tags r:id="rId25"/>
            </p:custDataLst>
          </p:nvPr>
        </p:nvSpPr>
        <p:spPr bwMode="gray">
          <a:xfrm>
            <a:off x="5778500" y="4099053"/>
            <a:ext cx="482600" cy="22013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29633" tIns="0" rIns="29633" bIns="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fld id="{DAD5A5BF-B74B-4CCA-BA7B-832029E2BB03}" type="datetime'-''3''''''''''''''''''''''2'',''''''''''''''''''1'''">
              <a:rPr lang="en-GB" altLang="en-US" sz="1200" smtClean="0">
                <a:solidFill>
                  <a:srgbClr val="002552"/>
                </a:solidFill>
              </a:rPr>
              <a:pPr algn="ctr">
                <a:lnSpc>
                  <a:spcPct val="90000"/>
                </a:lnSpc>
              </a:pPr>
              <a:t>-32,1</a:t>
            </a:fld>
            <a:endParaRPr lang="en-GB" sz="1200">
              <a:solidFill>
                <a:srgbClr val="002552"/>
              </a:solidFill>
            </a:endParaRPr>
          </a:p>
        </p:txBody>
      </p:sp>
      <p:sp>
        <p:nvSpPr>
          <p:cNvPr id="14" name="Rechteck 13"/>
          <p:cNvSpPr/>
          <p:nvPr>
            <p:custDataLst>
              <p:tags r:id="rId26"/>
            </p:custDataLst>
          </p:nvPr>
        </p:nvSpPr>
        <p:spPr bwMode="gray">
          <a:xfrm>
            <a:off x="6919385" y="4738286"/>
            <a:ext cx="378884" cy="22013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29633" tIns="0" rIns="29633" bIns="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fld id="{45502729-B0ED-4592-8C3C-BCC3A5C6B43D}" type="datetime'-''''''4'''''''''''''''''',''''''''''''6'''''''''''''''''''">
              <a:rPr lang="en-GB" altLang="en-US" sz="1200" smtClean="0">
                <a:solidFill>
                  <a:srgbClr val="002552"/>
                </a:solidFill>
              </a:rPr>
              <a:pPr algn="ctr">
                <a:lnSpc>
                  <a:spcPct val="90000"/>
                </a:lnSpc>
              </a:pPr>
              <a:t>-4,6</a:t>
            </a:fld>
            <a:endParaRPr lang="en-GB" sz="1200">
              <a:solidFill>
                <a:srgbClr val="002552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Waterfall chart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4294967295"/>
          </p:nvPr>
        </p:nvSpPr>
        <p:spPr>
          <a:xfrm>
            <a:off x="509588" y="925200"/>
            <a:ext cx="9136062" cy="244800"/>
          </a:xfrm>
        </p:spPr>
        <p:txBody>
          <a:bodyPr/>
          <a:lstStyle/>
          <a:p>
            <a:r>
              <a:rPr lang="en-GB"/>
              <a:t>Subtitle (optional)</a:t>
            </a:r>
          </a:p>
        </p:txBody>
      </p:sp>
      <p:sp>
        <p:nvSpPr>
          <p:cNvPr id="37" name="Sprechblase: rechteckig 9">
            <a:extLst>
              <a:ext uri="{FF2B5EF4-FFF2-40B4-BE49-F238E27FC236}">
                <a16:creationId xmlns:a16="http://schemas.microsoft.com/office/drawing/2014/main" id="{4A3DA954-2A88-6074-99CE-1E61AF623949}"/>
              </a:ext>
            </a:extLst>
          </p:cNvPr>
          <p:cNvSpPr/>
          <p:nvPr/>
        </p:nvSpPr>
        <p:spPr>
          <a:xfrm>
            <a:off x="6608401" y="1555195"/>
            <a:ext cx="3042374" cy="1068736"/>
          </a:xfrm>
          <a:prstGeom prst="wedgeRectCallout">
            <a:avLst>
              <a:gd name="adj1" fmla="val -33460"/>
              <a:gd name="adj2" fmla="val 61906"/>
            </a:avLst>
          </a:prstGeom>
          <a:solidFill>
            <a:schemeClr val="bg1"/>
          </a:solidFill>
          <a:ln w="9525">
            <a:solidFill>
              <a:srgbClr val="0025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6000" tIns="72000" rIns="126000" bIns="7200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GB" sz="1200" b="1">
                <a:solidFill>
                  <a:srgbClr val="002552"/>
                </a:solidFill>
              </a:rPr>
              <a:t>Callout. </a:t>
            </a:r>
            <a:r>
              <a:rPr lang="en-GB" sz="1200" err="1">
                <a:solidFill>
                  <a:srgbClr val="002552"/>
                </a:solidFill>
              </a:rPr>
              <a:t>Undis</a:t>
            </a:r>
            <a:r>
              <a:rPr lang="en-GB" sz="1200">
                <a:solidFill>
                  <a:srgbClr val="002552"/>
                </a:solidFill>
              </a:rPr>
              <a:t> </a:t>
            </a:r>
            <a:r>
              <a:rPr lang="en-GB" sz="1200" err="1">
                <a:solidFill>
                  <a:srgbClr val="002552"/>
                </a:solidFill>
              </a:rPr>
              <a:t>aut</a:t>
            </a:r>
            <a:r>
              <a:rPr lang="en-GB" sz="1200">
                <a:solidFill>
                  <a:srgbClr val="002552"/>
                </a:solidFill>
              </a:rPr>
              <a:t> </a:t>
            </a:r>
            <a:r>
              <a:rPr lang="en-GB" sz="1200" err="1">
                <a:solidFill>
                  <a:srgbClr val="002552"/>
                </a:solidFill>
              </a:rPr>
              <a:t>maio</a:t>
            </a:r>
            <a:r>
              <a:rPr lang="en-GB" sz="1200">
                <a:solidFill>
                  <a:srgbClr val="002552"/>
                </a:solidFill>
              </a:rPr>
              <a:t>. Ut quo </a:t>
            </a:r>
            <a:r>
              <a:rPr lang="en-GB" sz="1200" err="1">
                <a:solidFill>
                  <a:srgbClr val="002552"/>
                </a:solidFill>
              </a:rPr>
              <a:t>viducipsaero</a:t>
            </a:r>
            <a:r>
              <a:rPr lang="en-GB" sz="1200">
                <a:solidFill>
                  <a:srgbClr val="002552"/>
                </a:solidFill>
              </a:rPr>
              <a:t> </a:t>
            </a:r>
            <a:r>
              <a:rPr lang="en-GB" sz="1200" err="1">
                <a:solidFill>
                  <a:srgbClr val="002552"/>
                </a:solidFill>
              </a:rPr>
              <a:t>eos</a:t>
            </a:r>
            <a:r>
              <a:rPr lang="en-GB" sz="1200">
                <a:solidFill>
                  <a:srgbClr val="002552"/>
                </a:solidFill>
              </a:rPr>
              <a:t> </a:t>
            </a:r>
            <a:r>
              <a:rPr lang="en-GB" sz="1200" err="1">
                <a:solidFill>
                  <a:srgbClr val="002552"/>
                </a:solidFill>
              </a:rPr>
              <a:t>eario</a:t>
            </a:r>
            <a:r>
              <a:rPr lang="en-GB" sz="1200">
                <a:solidFill>
                  <a:srgbClr val="002552"/>
                </a:solidFill>
              </a:rPr>
              <a:t>. Am quid quos </a:t>
            </a:r>
            <a:r>
              <a:rPr lang="en-GB" sz="1200" err="1">
                <a:solidFill>
                  <a:srgbClr val="002552"/>
                </a:solidFill>
              </a:rPr>
              <a:t>explace</a:t>
            </a:r>
            <a:r>
              <a:rPr lang="en-GB" sz="1200">
                <a:solidFill>
                  <a:srgbClr val="002552"/>
                </a:solidFill>
              </a:rPr>
              <a:t> </a:t>
            </a:r>
            <a:r>
              <a:rPr lang="en-GB" sz="1200" err="1">
                <a:solidFill>
                  <a:srgbClr val="002552"/>
                </a:solidFill>
              </a:rPr>
              <a:t>riorat</a:t>
            </a:r>
            <a:r>
              <a:rPr lang="en-GB" sz="1200">
                <a:solidFill>
                  <a:srgbClr val="002552"/>
                </a:solidFill>
              </a:rPr>
              <a:t> prate </a:t>
            </a:r>
            <a:r>
              <a:rPr lang="en-GB" sz="1200" err="1">
                <a:solidFill>
                  <a:srgbClr val="002552"/>
                </a:solidFill>
              </a:rPr>
              <a:t>num</a:t>
            </a:r>
            <a:r>
              <a:rPr lang="en-GB" sz="1200">
                <a:solidFill>
                  <a:srgbClr val="002552"/>
                </a:solidFill>
              </a:rPr>
              <a:t> quid que </a:t>
            </a:r>
            <a:r>
              <a:rPr lang="en-GB" sz="1200" err="1">
                <a:solidFill>
                  <a:srgbClr val="002552"/>
                </a:solidFill>
              </a:rPr>
              <a:t>numque</a:t>
            </a:r>
            <a:r>
              <a:rPr lang="en-GB" sz="1200">
                <a:solidFill>
                  <a:srgbClr val="002552"/>
                </a:solidFill>
              </a:rPr>
              <a:t> </a:t>
            </a:r>
            <a:r>
              <a:rPr lang="en-GB" sz="1200" err="1">
                <a:solidFill>
                  <a:srgbClr val="002552"/>
                </a:solidFill>
              </a:rPr>
              <a:t>sitate</a:t>
            </a:r>
            <a:r>
              <a:rPr lang="en-GB" sz="1200">
                <a:solidFill>
                  <a:srgbClr val="002552"/>
                </a:solidFill>
              </a:rPr>
              <a:t> </a:t>
            </a:r>
            <a:r>
              <a:rPr lang="en-GB" sz="1200" err="1">
                <a:solidFill>
                  <a:srgbClr val="002552"/>
                </a:solidFill>
              </a:rPr>
              <a:t>eatem</a:t>
            </a:r>
            <a:r>
              <a:rPr lang="en-GB" sz="1200">
                <a:solidFill>
                  <a:srgbClr val="002552"/>
                </a:solidFill>
              </a:rPr>
              <a:t> </a:t>
            </a:r>
            <a:r>
              <a:rPr lang="en-GB" sz="1200" err="1">
                <a:solidFill>
                  <a:srgbClr val="002552"/>
                </a:solidFill>
              </a:rPr>
              <a:t>doloristis</a:t>
            </a:r>
            <a:r>
              <a:rPr lang="en-GB" sz="1200">
                <a:solidFill>
                  <a:srgbClr val="002552"/>
                </a:solidFill>
              </a:rPr>
              <a:t> </a:t>
            </a:r>
            <a:r>
              <a:rPr lang="en-GB" sz="1200" err="1">
                <a:solidFill>
                  <a:srgbClr val="002552"/>
                </a:solidFill>
              </a:rPr>
              <a:t>eturecearum</a:t>
            </a:r>
            <a:r>
              <a:rPr lang="en-GB" sz="1200">
                <a:solidFill>
                  <a:srgbClr val="002552"/>
                </a:solidFill>
              </a:rPr>
              <a:t> </a:t>
            </a:r>
            <a:r>
              <a:rPr lang="en-GB" sz="1200" err="1">
                <a:solidFill>
                  <a:srgbClr val="002552"/>
                </a:solidFill>
              </a:rPr>
              <a:t>eictot</a:t>
            </a:r>
            <a:r>
              <a:rPr lang="en-GB" sz="1200">
                <a:solidFill>
                  <a:srgbClr val="002552"/>
                </a:solidFill>
              </a:rPr>
              <a:t> as </a:t>
            </a:r>
            <a:r>
              <a:rPr lang="en-GB" sz="1200" err="1">
                <a:solidFill>
                  <a:srgbClr val="002552"/>
                </a:solidFill>
              </a:rPr>
              <a:t>maio</a:t>
            </a:r>
            <a:r>
              <a:rPr lang="en-GB" sz="1200">
                <a:solidFill>
                  <a:srgbClr val="002552"/>
                </a:solidFill>
              </a:rPr>
              <a:t>. </a:t>
            </a:r>
            <a:r>
              <a:rPr lang="en-GB" sz="1200" err="1">
                <a:solidFill>
                  <a:srgbClr val="002552"/>
                </a:solidFill>
              </a:rPr>
              <a:t>Otati</a:t>
            </a:r>
            <a:r>
              <a:rPr lang="en-GB" sz="1200">
                <a:solidFill>
                  <a:srgbClr val="002552"/>
                </a:solidFill>
              </a:rPr>
              <a:t> </a:t>
            </a:r>
            <a:r>
              <a:rPr lang="en-GB" sz="1200" err="1">
                <a:solidFill>
                  <a:srgbClr val="002552"/>
                </a:solidFill>
              </a:rPr>
              <a:t>corem</a:t>
            </a:r>
            <a:r>
              <a:rPr lang="en-GB" sz="1200">
                <a:solidFill>
                  <a:srgbClr val="002552"/>
                </a:solidFill>
              </a:rPr>
              <a:t> late </a:t>
            </a:r>
            <a:r>
              <a:rPr lang="en-GB" sz="1200" err="1">
                <a:solidFill>
                  <a:srgbClr val="002552"/>
                </a:solidFill>
              </a:rPr>
              <a:t>parchillut</a:t>
            </a:r>
            <a:r>
              <a:rPr lang="en-GB" sz="1200">
                <a:solidFill>
                  <a:srgbClr val="002552"/>
                </a:solidFill>
              </a:rPr>
              <a:t> </a:t>
            </a:r>
            <a:r>
              <a:rPr lang="en-GB" sz="1200" err="1">
                <a:solidFill>
                  <a:srgbClr val="002552"/>
                </a:solidFill>
              </a:rPr>
              <a:t>estent</a:t>
            </a:r>
            <a:r>
              <a:rPr lang="en-GB" sz="1200">
                <a:solidFill>
                  <a:srgbClr val="002552"/>
                </a:solidFill>
              </a:rPr>
              <a:t>.</a:t>
            </a:r>
          </a:p>
        </p:txBody>
      </p:sp>
      <p:pic>
        <p:nvPicPr>
          <p:cNvPr id="2062" name="Picture 14">
            <a:extLst>
              <a:ext uri="{FF2B5EF4-FFF2-40B4-BE49-F238E27FC236}">
                <a16:creationId xmlns:a16="http://schemas.microsoft.com/office/drawing/2014/main" id="{2E33CF4C-80AC-3EC1-812D-F9ED449696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FBE2C1-8F16-28AC-C74D-E63D68DC5F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en-GB" smtClean="0"/>
              <a:pPr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85672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2FD1F8-7D39-9106-7043-0E5F6DC7C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Table with numbers</a:t>
            </a:r>
          </a:p>
        </p:txBody>
      </p:sp>
      <p:graphicFrame>
        <p:nvGraphicFramePr>
          <p:cNvPr id="10" name="Tabelle 10">
            <a:extLst>
              <a:ext uri="{FF2B5EF4-FFF2-40B4-BE49-F238E27FC236}">
                <a16:creationId xmlns:a16="http://schemas.microsoft.com/office/drawing/2014/main" id="{1DC8E37D-7626-44F7-8879-E76CF8275941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427151441"/>
              </p:ext>
            </p:extLst>
          </p:nvPr>
        </p:nvGraphicFramePr>
        <p:xfrm>
          <a:off x="1018800" y="1713600"/>
          <a:ext cx="10198175" cy="3816000"/>
        </p:xfrm>
        <a:graphic>
          <a:graphicData uri="http://schemas.openxmlformats.org/drawingml/2006/table">
            <a:tbl>
              <a:tblPr firstRow="1" lastRow="1" bandRow="1">
                <a:tableStyleId>{FABFCF23-3B69-468F-B69F-88F6DE6A72F2}</a:tableStyleId>
              </a:tblPr>
              <a:tblGrid>
                <a:gridCol w="1058450">
                  <a:extLst>
                    <a:ext uri="{9D8B030D-6E8A-4147-A177-3AD203B41FA5}">
                      <a16:colId xmlns:a16="http://schemas.microsoft.com/office/drawing/2014/main" val="3709799786"/>
                    </a:ext>
                  </a:extLst>
                </a:gridCol>
                <a:gridCol w="1015525">
                  <a:extLst>
                    <a:ext uri="{9D8B030D-6E8A-4147-A177-3AD203B41FA5}">
                      <a16:colId xmlns:a16="http://schemas.microsoft.com/office/drawing/2014/main" val="3919477619"/>
                    </a:ext>
                  </a:extLst>
                </a:gridCol>
                <a:gridCol w="1015525">
                  <a:extLst>
                    <a:ext uri="{9D8B030D-6E8A-4147-A177-3AD203B41FA5}">
                      <a16:colId xmlns:a16="http://schemas.microsoft.com/office/drawing/2014/main" val="4181250185"/>
                    </a:ext>
                  </a:extLst>
                </a:gridCol>
                <a:gridCol w="1015525">
                  <a:extLst>
                    <a:ext uri="{9D8B030D-6E8A-4147-A177-3AD203B41FA5}">
                      <a16:colId xmlns:a16="http://schemas.microsoft.com/office/drawing/2014/main" val="102524119"/>
                    </a:ext>
                  </a:extLst>
                </a:gridCol>
                <a:gridCol w="1015525">
                  <a:extLst>
                    <a:ext uri="{9D8B030D-6E8A-4147-A177-3AD203B41FA5}">
                      <a16:colId xmlns:a16="http://schemas.microsoft.com/office/drawing/2014/main" val="1112010965"/>
                    </a:ext>
                  </a:extLst>
                </a:gridCol>
                <a:gridCol w="1015525">
                  <a:extLst>
                    <a:ext uri="{9D8B030D-6E8A-4147-A177-3AD203B41FA5}">
                      <a16:colId xmlns:a16="http://schemas.microsoft.com/office/drawing/2014/main" val="89304181"/>
                    </a:ext>
                  </a:extLst>
                </a:gridCol>
                <a:gridCol w="1015525">
                  <a:extLst>
                    <a:ext uri="{9D8B030D-6E8A-4147-A177-3AD203B41FA5}">
                      <a16:colId xmlns:a16="http://schemas.microsoft.com/office/drawing/2014/main" val="1982938364"/>
                    </a:ext>
                  </a:extLst>
                </a:gridCol>
                <a:gridCol w="1015525">
                  <a:extLst>
                    <a:ext uri="{9D8B030D-6E8A-4147-A177-3AD203B41FA5}">
                      <a16:colId xmlns:a16="http://schemas.microsoft.com/office/drawing/2014/main" val="1187154131"/>
                    </a:ext>
                  </a:extLst>
                </a:gridCol>
                <a:gridCol w="1015525">
                  <a:extLst>
                    <a:ext uri="{9D8B030D-6E8A-4147-A177-3AD203B41FA5}">
                      <a16:colId xmlns:a16="http://schemas.microsoft.com/office/drawing/2014/main" val="2639309524"/>
                    </a:ext>
                  </a:extLst>
                </a:gridCol>
                <a:gridCol w="1015525">
                  <a:extLst>
                    <a:ext uri="{9D8B030D-6E8A-4147-A177-3AD203B41FA5}">
                      <a16:colId xmlns:a16="http://schemas.microsoft.com/office/drawing/2014/main" val="3105391919"/>
                    </a:ext>
                  </a:extLst>
                </a:gridCol>
              </a:tblGrid>
              <a:tr h="381600">
                <a:tc>
                  <a:txBody>
                    <a:bodyPr/>
                    <a:lstStyle/>
                    <a:p>
                      <a:r>
                        <a:rPr lang="de-DE" sz="1400">
                          <a:solidFill>
                            <a:schemeClr val="bg1"/>
                          </a:solidFill>
                        </a:rPr>
                        <a:t>Column  1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67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err="1">
                          <a:solidFill>
                            <a:schemeClr val="bg1"/>
                          </a:solidFill>
                        </a:rPr>
                        <a:t>Column</a:t>
                      </a:r>
                      <a:r>
                        <a:rPr lang="de-DE" sz="1400">
                          <a:solidFill>
                            <a:schemeClr val="bg1"/>
                          </a:solidFill>
                        </a:rPr>
                        <a:t>  2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67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err="1">
                          <a:solidFill>
                            <a:schemeClr val="bg1"/>
                          </a:solidFill>
                        </a:rPr>
                        <a:t>Column</a:t>
                      </a:r>
                      <a:r>
                        <a:rPr lang="de-DE" sz="1400">
                          <a:solidFill>
                            <a:schemeClr val="bg1"/>
                          </a:solidFill>
                        </a:rPr>
                        <a:t>  3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67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err="1">
                          <a:solidFill>
                            <a:schemeClr val="bg1"/>
                          </a:solidFill>
                        </a:rPr>
                        <a:t>Column</a:t>
                      </a:r>
                      <a:r>
                        <a:rPr lang="de-DE" sz="1400">
                          <a:solidFill>
                            <a:schemeClr val="bg1"/>
                          </a:solidFill>
                        </a:rPr>
                        <a:t> 4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67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err="1">
                          <a:solidFill>
                            <a:schemeClr val="bg1"/>
                          </a:solidFill>
                        </a:rPr>
                        <a:t>Column</a:t>
                      </a:r>
                      <a:r>
                        <a:rPr lang="de-DE" sz="1400">
                          <a:solidFill>
                            <a:schemeClr val="bg1"/>
                          </a:solidFill>
                        </a:rPr>
                        <a:t> 5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67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err="1">
                          <a:solidFill>
                            <a:schemeClr val="bg1"/>
                          </a:solidFill>
                        </a:rPr>
                        <a:t>Column</a:t>
                      </a:r>
                      <a:r>
                        <a:rPr lang="de-DE" sz="1400">
                          <a:solidFill>
                            <a:schemeClr val="bg1"/>
                          </a:solidFill>
                        </a:rPr>
                        <a:t>  6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67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err="1">
                          <a:solidFill>
                            <a:schemeClr val="bg1"/>
                          </a:solidFill>
                        </a:rPr>
                        <a:t>Column</a:t>
                      </a:r>
                      <a:r>
                        <a:rPr lang="de-DE" sz="1400">
                          <a:solidFill>
                            <a:schemeClr val="bg1"/>
                          </a:solidFill>
                        </a:rPr>
                        <a:t> 7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67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err="1">
                          <a:solidFill>
                            <a:schemeClr val="bg1"/>
                          </a:solidFill>
                        </a:rPr>
                        <a:t>Column</a:t>
                      </a:r>
                      <a:r>
                        <a:rPr lang="de-DE" sz="1400">
                          <a:solidFill>
                            <a:schemeClr val="bg1"/>
                          </a:solidFill>
                        </a:rPr>
                        <a:t> 8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67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err="1">
                          <a:solidFill>
                            <a:schemeClr val="bg1"/>
                          </a:solidFill>
                        </a:rPr>
                        <a:t>Column</a:t>
                      </a:r>
                      <a:r>
                        <a:rPr lang="de-DE" sz="1400">
                          <a:solidFill>
                            <a:schemeClr val="bg1"/>
                          </a:solidFill>
                        </a:rPr>
                        <a:t>  9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67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err="1">
                          <a:solidFill>
                            <a:schemeClr val="bg1"/>
                          </a:solidFill>
                        </a:rPr>
                        <a:t>Column</a:t>
                      </a:r>
                      <a:r>
                        <a:rPr lang="de-DE" sz="1400">
                          <a:solidFill>
                            <a:schemeClr val="bg1"/>
                          </a:solidFill>
                        </a:rPr>
                        <a:t> 10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67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5538311"/>
                  </a:ext>
                </a:extLst>
              </a:tr>
              <a:tr h="381600">
                <a:tc>
                  <a:txBody>
                    <a:bodyPr/>
                    <a:lstStyle/>
                    <a:p>
                      <a:pPr algn="ctr"/>
                      <a:r>
                        <a:rPr lang="fr-FR" sz="1400" b="0">
                          <a:solidFill>
                            <a:schemeClr val="tx1"/>
                          </a:solidFill>
                        </a:rPr>
                        <a:t>101</a:t>
                      </a:r>
                      <a:endParaRPr lang="de-DE" sz="1400" b="0">
                        <a:solidFill>
                          <a:schemeClr val="tx1"/>
                        </a:solidFill>
                      </a:endParaRPr>
                    </a:p>
                  </a:txBody>
                  <a:tcPr marL="126000" marR="126000" marT="79200" marB="7920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>
                          <a:solidFill>
                            <a:schemeClr val="tx1"/>
                          </a:solidFill>
                        </a:rPr>
                        <a:t>88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>
                          <a:solidFill>
                            <a:schemeClr val="tx1"/>
                          </a:solidFill>
                        </a:rPr>
                        <a:t>222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>
                          <a:solidFill>
                            <a:schemeClr val="tx1"/>
                          </a:solidFill>
                        </a:rPr>
                        <a:t>101</a:t>
                      </a:r>
                      <a:endParaRPr lang="de-DE" sz="1400" b="0">
                        <a:solidFill>
                          <a:schemeClr val="tx1"/>
                        </a:solidFill>
                      </a:endParaRP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>
                          <a:solidFill>
                            <a:schemeClr val="tx1"/>
                          </a:solidFill>
                        </a:rPr>
                        <a:t>88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>
                          <a:solidFill>
                            <a:schemeClr val="tx1"/>
                          </a:solidFill>
                        </a:rPr>
                        <a:t>222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>
                          <a:solidFill>
                            <a:schemeClr val="tx1"/>
                          </a:solidFill>
                        </a:rPr>
                        <a:t>101</a:t>
                      </a:r>
                      <a:endParaRPr lang="de-DE" sz="1400" b="0">
                        <a:solidFill>
                          <a:schemeClr val="tx1"/>
                        </a:solidFill>
                      </a:endParaRP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>
                          <a:solidFill>
                            <a:schemeClr val="tx1"/>
                          </a:solidFill>
                        </a:rPr>
                        <a:t>88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9603551"/>
                  </a:ext>
                </a:extLst>
              </a:tr>
              <a:tr h="381600">
                <a:tc>
                  <a:txBody>
                    <a:bodyPr/>
                    <a:lstStyle/>
                    <a:p>
                      <a:pPr algn="ctr"/>
                      <a:r>
                        <a:rPr lang="fr-FR" sz="1400" b="0">
                          <a:solidFill>
                            <a:schemeClr val="tx1"/>
                          </a:solidFill>
                        </a:rPr>
                        <a:t>103</a:t>
                      </a:r>
                      <a:endParaRPr lang="de-DE" sz="1400" b="0">
                        <a:solidFill>
                          <a:schemeClr val="tx1"/>
                        </a:solidFill>
                      </a:endParaRPr>
                    </a:p>
                  </a:txBody>
                  <a:tcPr marL="126000" marR="126000" marT="79200" marB="7920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>
                          <a:solidFill>
                            <a:schemeClr val="tx1"/>
                          </a:solidFill>
                        </a:rPr>
                        <a:t>94</a:t>
                      </a:r>
                      <a:endParaRPr lang="de-DE" sz="1400" b="0">
                        <a:solidFill>
                          <a:schemeClr val="tx1"/>
                        </a:solidFill>
                      </a:endParaRP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>
                          <a:solidFill>
                            <a:schemeClr val="tx1"/>
                          </a:solidFill>
                        </a:rPr>
                        <a:t>35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>
                          <a:solidFill>
                            <a:schemeClr val="tx1"/>
                          </a:solidFill>
                        </a:rPr>
                        <a:t>1.554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>
                          <a:solidFill>
                            <a:schemeClr val="tx1"/>
                          </a:solidFill>
                        </a:rPr>
                        <a:t>103</a:t>
                      </a:r>
                      <a:endParaRPr lang="de-DE" sz="1400" b="0">
                        <a:solidFill>
                          <a:schemeClr val="tx1"/>
                        </a:solidFill>
                      </a:endParaRP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>
                          <a:solidFill>
                            <a:schemeClr val="tx1"/>
                          </a:solidFill>
                        </a:rPr>
                        <a:t>94</a:t>
                      </a:r>
                      <a:endParaRPr lang="de-DE" sz="1400" b="0">
                        <a:solidFill>
                          <a:schemeClr val="tx1"/>
                        </a:solidFill>
                      </a:endParaRP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>
                          <a:solidFill>
                            <a:schemeClr val="tx1"/>
                          </a:solidFill>
                        </a:rPr>
                        <a:t>35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>
                          <a:solidFill>
                            <a:schemeClr val="tx1"/>
                          </a:solidFill>
                        </a:rPr>
                        <a:t>1.554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>
                          <a:solidFill>
                            <a:schemeClr val="tx1"/>
                          </a:solidFill>
                        </a:rPr>
                        <a:t>103</a:t>
                      </a:r>
                      <a:endParaRPr lang="de-DE" sz="1400" b="0">
                        <a:solidFill>
                          <a:schemeClr val="tx1"/>
                        </a:solidFill>
                      </a:endParaRP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>
                          <a:solidFill>
                            <a:schemeClr val="tx1"/>
                          </a:solidFill>
                        </a:rPr>
                        <a:t>94</a:t>
                      </a:r>
                      <a:endParaRPr lang="de-DE" sz="1400" b="0">
                        <a:solidFill>
                          <a:schemeClr val="tx1"/>
                        </a:solidFill>
                      </a:endParaRP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896199"/>
                  </a:ext>
                </a:extLst>
              </a:tr>
              <a:tr h="381600">
                <a:tc>
                  <a:txBody>
                    <a:bodyPr/>
                    <a:lstStyle/>
                    <a:p>
                      <a:pPr algn="ctr"/>
                      <a:r>
                        <a:rPr lang="fr-FR" sz="1400" b="0">
                          <a:solidFill>
                            <a:schemeClr val="tx1"/>
                          </a:solidFill>
                        </a:rPr>
                        <a:t>105</a:t>
                      </a:r>
                      <a:endParaRPr lang="de-DE" sz="1400" b="0">
                        <a:solidFill>
                          <a:schemeClr val="tx1"/>
                        </a:solidFill>
                      </a:endParaRPr>
                    </a:p>
                  </a:txBody>
                  <a:tcPr marL="126000" marR="126000" marT="79200" marB="7920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de-DE" sz="1400" b="0">
                        <a:solidFill>
                          <a:schemeClr val="tx1"/>
                        </a:solidFill>
                      </a:endParaRP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>
                          <a:solidFill>
                            <a:schemeClr val="tx1"/>
                          </a:solidFill>
                        </a:rPr>
                        <a:t>48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>
                          <a:solidFill>
                            <a:schemeClr val="tx1"/>
                          </a:solidFill>
                        </a:rPr>
                        <a:t>2.886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>
                          <a:solidFill>
                            <a:schemeClr val="tx1"/>
                          </a:solidFill>
                        </a:rPr>
                        <a:t>105</a:t>
                      </a:r>
                      <a:endParaRPr lang="de-DE" sz="1400" b="0">
                        <a:solidFill>
                          <a:schemeClr val="tx1"/>
                        </a:solidFill>
                      </a:endParaRP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de-DE" sz="1400" b="0">
                        <a:solidFill>
                          <a:schemeClr val="tx1"/>
                        </a:solidFill>
                      </a:endParaRP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>
                          <a:solidFill>
                            <a:schemeClr val="tx1"/>
                          </a:solidFill>
                        </a:rPr>
                        <a:t>48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>
                          <a:solidFill>
                            <a:schemeClr val="tx1"/>
                          </a:solidFill>
                        </a:rPr>
                        <a:t>2.886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>
                          <a:solidFill>
                            <a:schemeClr val="tx1"/>
                          </a:solidFill>
                        </a:rPr>
                        <a:t>105</a:t>
                      </a:r>
                      <a:endParaRPr lang="de-DE" sz="1400" b="0">
                        <a:solidFill>
                          <a:schemeClr val="tx1"/>
                        </a:solidFill>
                      </a:endParaRP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de-DE" sz="1400" b="0">
                        <a:solidFill>
                          <a:schemeClr val="tx1"/>
                        </a:solidFill>
                      </a:endParaRP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8357100"/>
                  </a:ext>
                </a:extLst>
              </a:tr>
              <a:tr h="381600">
                <a:tc>
                  <a:txBody>
                    <a:bodyPr/>
                    <a:lstStyle/>
                    <a:p>
                      <a:pPr algn="ctr"/>
                      <a:r>
                        <a:rPr lang="it-IT" sz="1400" b="0">
                          <a:solidFill>
                            <a:schemeClr val="tx1"/>
                          </a:solidFill>
                        </a:rPr>
                        <a:t>107</a:t>
                      </a:r>
                      <a:endParaRPr lang="de-DE" sz="1400" b="0">
                        <a:solidFill>
                          <a:schemeClr val="tx1"/>
                        </a:solidFill>
                      </a:endParaRPr>
                    </a:p>
                  </a:txBody>
                  <a:tcPr marL="126000" marR="126000" marT="79200" marB="7920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>
                          <a:solidFill>
                            <a:schemeClr val="tx1"/>
                          </a:solidFill>
                        </a:rPr>
                        <a:t>106</a:t>
                      </a:r>
                      <a:endParaRPr lang="de-DE" sz="1400" b="0">
                        <a:solidFill>
                          <a:schemeClr val="tx1"/>
                        </a:solidFill>
                      </a:endParaRP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>
                          <a:solidFill>
                            <a:schemeClr val="tx1"/>
                          </a:solidFill>
                        </a:rPr>
                        <a:t>61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>
                          <a:solidFill>
                            <a:schemeClr val="tx1"/>
                          </a:solidFill>
                        </a:rPr>
                        <a:t>4.218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>
                          <a:solidFill>
                            <a:schemeClr val="tx1"/>
                          </a:solidFill>
                        </a:rPr>
                        <a:t>107</a:t>
                      </a:r>
                      <a:endParaRPr lang="de-DE" sz="1400" b="0">
                        <a:solidFill>
                          <a:schemeClr val="tx1"/>
                        </a:solidFill>
                      </a:endParaRP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>
                          <a:solidFill>
                            <a:schemeClr val="tx1"/>
                          </a:solidFill>
                        </a:rPr>
                        <a:t>106</a:t>
                      </a:r>
                      <a:endParaRPr lang="de-DE" sz="1400" b="0">
                        <a:solidFill>
                          <a:schemeClr val="tx1"/>
                        </a:solidFill>
                      </a:endParaRP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>
                          <a:solidFill>
                            <a:schemeClr val="tx1"/>
                          </a:solidFill>
                        </a:rPr>
                        <a:t>61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>
                          <a:solidFill>
                            <a:schemeClr val="tx1"/>
                          </a:solidFill>
                        </a:rPr>
                        <a:t>4.218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>
                          <a:solidFill>
                            <a:schemeClr val="tx1"/>
                          </a:solidFill>
                        </a:rPr>
                        <a:t>107</a:t>
                      </a:r>
                      <a:endParaRPr lang="de-DE" sz="1400" b="0">
                        <a:solidFill>
                          <a:schemeClr val="tx1"/>
                        </a:solidFill>
                      </a:endParaRP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>
                          <a:solidFill>
                            <a:schemeClr val="tx1"/>
                          </a:solidFill>
                        </a:rPr>
                        <a:t>106</a:t>
                      </a:r>
                      <a:endParaRPr lang="de-DE" sz="1400" b="0">
                        <a:solidFill>
                          <a:schemeClr val="tx1"/>
                        </a:solidFill>
                      </a:endParaRP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0475087"/>
                  </a:ext>
                </a:extLst>
              </a:tr>
              <a:tr h="381600">
                <a:tc>
                  <a:txBody>
                    <a:bodyPr/>
                    <a:lstStyle/>
                    <a:p>
                      <a:pPr algn="ctr"/>
                      <a:r>
                        <a:rPr lang="de-DE" sz="1400" b="0">
                          <a:solidFill>
                            <a:schemeClr val="tx1"/>
                          </a:solidFill>
                        </a:rPr>
                        <a:t>109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>
                          <a:solidFill>
                            <a:schemeClr val="tx1"/>
                          </a:solidFill>
                        </a:rPr>
                        <a:t>112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>
                          <a:solidFill>
                            <a:schemeClr val="tx1"/>
                          </a:solidFill>
                        </a:rPr>
                        <a:t>74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>
                          <a:solidFill>
                            <a:schemeClr val="tx1"/>
                          </a:solidFill>
                        </a:rPr>
                        <a:t>5.550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>
                          <a:solidFill>
                            <a:schemeClr val="tx1"/>
                          </a:solidFill>
                        </a:rPr>
                        <a:t>109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>
                          <a:solidFill>
                            <a:schemeClr val="tx1"/>
                          </a:solidFill>
                        </a:rPr>
                        <a:t>112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>
                          <a:solidFill>
                            <a:schemeClr val="tx1"/>
                          </a:solidFill>
                        </a:rPr>
                        <a:t>74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>
                          <a:solidFill>
                            <a:schemeClr val="tx1"/>
                          </a:solidFill>
                        </a:rPr>
                        <a:t>5.550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>
                          <a:solidFill>
                            <a:schemeClr val="tx1"/>
                          </a:solidFill>
                        </a:rPr>
                        <a:t>109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>
                          <a:solidFill>
                            <a:schemeClr val="tx1"/>
                          </a:solidFill>
                        </a:rPr>
                        <a:t>112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9117676"/>
                  </a:ext>
                </a:extLst>
              </a:tr>
              <a:tr h="381600">
                <a:tc>
                  <a:txBody>
                    <a:bodyPr/>
                    <a:lstStyle/>
                    <a:p>
                      <a:pPr algn="ctr"/>
                      <a:r>
                        <a:rPr lang="de-DE" sz="1400" b="0">
                          <a:solidFill>
                            <a:schemeClr val="tx1"/>
                          </a:solidFill>
                        </a:rPr>
                        <a:t>111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>
                          <a:solidFill>
                            <a:schemeClr val="tx1"/>
                          </a:solidFill>
                        </a:rPr>
                        <a:t>118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>
                          <a:solidFill>
                            <a:schemeClr val="tx1"/>
                          </a:solidFill>
                        </a:rPr>
                        <a:t>87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>
                          <a:solidFill>
                            <a:schemeClr val="tx1"/>
                          </a:solidFill>
                        </a:rPr>
                        <a:t>6.882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>
                          <a:solidFill>
                            <a:schemeClr val="tx1"/>
                          </a:solidFill>
                        </a:rPr>
                        <a:t>111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>
                          <a:solidFill>
                            <a:schemeClr val="tx1"/>
                          </a:solidFill>
                        </a:rPr>
                        <a:t>118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>
                          <a:solidFill>
                            <a:schemeClr val="tx1"/>
                          </a:solidFill>
                        </a:rPr>
                        <a:t>87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>
                          <a:solidFill>
                            <a:schemeClr val="tx1"/>
                          </a:solidFill>
                        </a:rPr>
                        <a:t>6.882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>
                          <a:solidFill>
                            <a:schemeClr val="tx1"/>
                          </a:solidFill>
                        </a:rPr>
                        <a:t>111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>
                          <a:solidFill>
                            <a:schemeClr val="tx1"/>
                          </a:solidFill>
                        </a:rPr>
                        <a:t>118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0133750"/>
                  </a:ext>
                </a:extLst>
              </a:tr>
              <a:tr h="381600">
                <a:tc>
                  <a:txBody>
                    <a:bodyPr/>
                    <a:lstStyle/>
                    <a:p>
                      <a:pPr algn="ctr"/>
                      <a:r>
                        <a:rPr lang="de-DE" sz="1400" b="0">
                          <a:solidFill>
                            <a:schemeClr val="tx1"/>
                          </a:solidFill>
                        </a:rPr>
                        <a:t>113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>
                          <a:solidFill>
                            <a:schemeClr val="tx1"/>
                          </a:solidFill>
                        </a:rPr>
                        <a:t>124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>
                          <a:solidFill>
                            <a:schemeClr val="tx1"/>
                          </a:solidFill>
                        </a:rPr>
                        <a:t>8.214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>
                          <a:solidFill>
                            <a:schemeClr val="tx1"/>
                          </a:solidFill>
                        </a:rPr>
                        <a:t>113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>
                          <a:solidFill>
                            <a:schemeClr val="tx1"/>
                          </a:solidFill>
                        </a:rPr>
                        <a:t>124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>
                          <a:solidFill>
                            <a:schemeClr val="tx1"/>
                          </a:solidFill>
                        </a:rPr>
                        <a:t>8.214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>
                          <a:solidFill>
                            <a:schemeClr val="tx1"/>
                          </a:solidFill>
                        </a:rPr>
                        <a:t>113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>
                          <a:solidFill>
                            <a:schemeClr val="tx1"/>
                          </a:solidFill>
                        </a:rPr>
                        <a:t>124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7864974"/>
                  </a:ext>
                </a:extLst>
              </a:tr>
              <a:tr h="381600">
                <a:tc>
                  <a:txBody>
                    <a:bodyPr/>
                    <a:lstStyle/>
                    <a:p>
                      <a:pPr algn="ctr"/>
                      <a:r>
                        <a:rPr lang="de-DE" sz="1400" b="0">
                          <a:solidFill>
                            <a:schemeClr val="tx1"/>
                          </a:solidFill>
                        </a:rPr>
                        <a:t>115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D9A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>
                          <a:solidFill>
                            <a:schemeClr val="tx1"/>
                          </a:solidFill>
                        </a:rPr>
                        <a:t>130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D9A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>
                          <a:solidFill>
                            <a:schemeClr val="tx1"/>
                          </a:solidFill>
                        </a:rPr>
                        <a:t>113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D9A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>
                          <a:solidFill>
                            <a:schemeClr val="tx1"/>
                          </a:solidFill>
                        </a:rPr>
                        <a:t>9.546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D9A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>
                          <a:solidFill>
                            <a:schemeClr val="tx1"/>
                          </a:solidFill>
                        </a:rPr>
                        <a:t>115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D9A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>
                          <a:solidFill>
                            <a:schemeClr val="tx1"/>
                          </a:solidFill>
                        </a:rPr>
                        <a:t>130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D9A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>
                          <a:solidFill>
                            <a:schemeClr val="tx1"/>
                          </a:solidFill>
                        </a:rPr>
                        <a:t>113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D9A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>
                          <a:solidFill>
                            <a:schemeClr val="tx1"/>
                          </a:solidFill>
                        </a:rPr>
                        <a:t>9.546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D9A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>
                          <a:solidFill>
                            <a:schemeClr val="tx1"/>
                          </a:solidFill>
                        </a:rPr>
                        <a:t>115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D9A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>
                          <a:solidFill>
                            <a:schemeClr val="tx1"/>
                          </a:solidFill>
                        </a:rPr>
                        <a:t>130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D9A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674641"/>
                  </a:ext>
                </a:extLst>
              </a:tr>
              <a:tr h="381600">
                <a:tc>
                  <a:txBody>
                    <a:bodyPr/>
                    <a:lstStyle/>
                    <a:p>
                      <a:pPr algn="ctr"/>
                      <a:r>
                        <a:rPr lang="de-DE" sz="1400" b="1">
                          <a:solidFill>
                            <a:schemeClr val="tx1"/>
                          </a:solidFill>
                        </a:rPr>
                        <a:t>117</a:t>
                      </a:r>
                    </a:p>
                  </a:txBody>
                  <a:tcPr marL="126000" marR="126000" marT="79200" marB="79200" anchor="ctr">
                    <a:lnL w="19050" cap="flat" cmpd="sng" algn="ctr">
                      <a:solidFill>
                        <a:srgbClr val="0D9A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D9A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D9A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1">
                          <a:solidFill>
                            <a:schemeClr val="tx1"/>
                          </a:solidFill>
                        </a:rPr>
                        <a:t>136</a:t>
                      </a:r>
                    </a:p>
                  </a:txBody>
                  <a:tcPr marL="126000" marR="126000" marT="79200" marB="7920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D9A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D9A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1">
                          <a:solidFill>
                            <a:schemeClr val="tx1"/>
                          </a:solidFill>
                        </a:rPr>
                        <a:t>126</a:t>
                      </a:r>
                    </a:p>
                  </a:txBody>
                  <a:tcPr marL="126000" marR="126000" marT="79200" marB="7920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D9A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D9A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1">
                          <a:solidFill>
                            <a:schemeClr val="tx1"/>
                          </a:solidFill>
                        </a:rPr>
                        <a:t>10.878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D9A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D9A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1">
                          <a:solidFill>
                            <a:schemeClr val="tx1"/>
                          </a:solidFill>
                        </a:rPr>
                        <a:t>117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D9A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D9A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1">
                          <a:solidFill>
                            <a:schemeClr val="tx1"/>
                          </a:solidFill>
                        </a:rPr>
                        <a:t>136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D9A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D9A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1">
                          <a:solidFill>
                            <a:schemeClr val="tx1"/>
                          </a:solidFill>
                        </a:rPr>
                        <a:t>126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D9A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D9A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1">
                          <a:solidFill>
                            <a:schemeClr val="tx1"/>
                          </a:solidFill>
                        </a:rPr>
                        <a:t>10.878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D9A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D9A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1">
                          <a:solidFill>
                            <a:schemeClr val="tx1"/>
                          </a:solidFill>
                        </a:rPr>
                        <a:t>117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D9A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D9A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1">
                          <a:solidFill>
                            <a:schemeClr val="tx1"/>
                          </a:solidFill>
                        </a:rPr>
                        <a:t>136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D9A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D9A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D9A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096181"/>
                  </a:ext>
                </a:extLst>
              </a:tr>
            </a:tbl>
          </a:graphicData>
        </a:graphic>
      </p:graphicFrame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81DB6CB-A77F-C38A-522A-D42AD5EA34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/>
              <a:t>Subtitle (optional)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0BC26D-EAA1-7F58-3163-D9FF33A9603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en-GB" smtClean="0"/>
              <a:pPr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40072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2FD1F8-7D39-9106-7043-0E5F6DC7C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Table with text</a:t>
            </a:r>
          </a:p>
        </p:txBody>
      </p:sp>
      <p:graphicFrame>
        <p:nvGraphicFramePr>
          <p:cNvPr id="10" name="Tabelle 10">
            <a:extLst>
              <a:ext uri="{FF2B5EF4-FFF2-40B4-BE49-F238E27FC236}">
                <a16:creationId xmlns:a16="http://schemas.microsoft.com/office/drawing/2014/main" id="{1DC8E37D-7626-44F7-8879-E76CF8275941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2275283273"/>
              </p:ext>
            </p:extLst>
          </p:nvPr>
        </p:nvGraphicFramePr>
        <p:xfrm>
          <a:off x="1018800" y="1713600"/>
          <a:ext cx="10163172" cy="43641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40127">
                  <a:extLst>
                    <a:ext uri="{9D8B030D-6E8A-4147-A177-3AD203B41FA5}">
                      <a16:colId xmlns:a16="http://schemas.microsoft.com/office/drawing/2014/main" val="440171692"/>
                    </a:ext>
                  </a:extLst>
                </a:gridCol>
                <a:gridCol w="1824609">
                  <a:extLst>
                    <a:ext uri="{9D8B030D-6E8A-4147-A177-3AD203B41FA5}">
                      <a16:colId xmlns:a16="http://schemas.microsoft.com/office/drawing/2014/main" val="3709799786"/>
                    </a:ext>
                  </a:extLst>
                </a:gridCol>
                <a:gridCol w="1824609">
                  <a:extLst>
                    <a:ext uri="{9D8B030D-6E8A-4147-A177-3AD203B41FA5}">
                      <a16:colId xmlns:a16="http://schemas.microsoft.com/office/drawing/2014/main" val="1084623681"/>
                    </a:ext>
                  </a:extLst>
                </a:gridCol>
                <a:gridCol w="1824609">
                  <a:extLst>
                    <a:ext uri="{9D8B030D-6E8A-4147-A177-3AD203B41FA5}">
                      <a16:colId xmlns:a16="http://schemas.microsoft.com/office/drawing/2014/main" val="1727586150"/>
                    </a:ext>
                  </a:extLst>
                </a:gridCol>
                <a:gridCol w="1824609">
                  <a:extLst>
                    <a:ext uri="{9D8B030D-6E8A-4147-A177-3AD203B41FA5}">
                      <a16:colId xmlns:a16="http://schemas.microsoft.com/office/drawing/2014/main" val="850042380"/>
                    </a:ext>
                  </a:extLst>
                </a:gridCol>
                <a:gridCol w="1824609">
                  <a:extLst>
                    <a:ext uri="{9D8B030D-6E8A-4147-A177-3AD203B41FA5}">
                      <a16:colId xmlns:a16="http://schemas.microsoft.com/office/drawing/2014/main" val="2890658995"/>
                    </a:ext>
                  </a:extLst>
                </a:gridCol>
              </a:tblGrid>
              <a:tr h="217116">
                <a:tc>
                  <a:txBody>
                    <a:bodyPr/>
                    <a:lstStyle/>
                    <a:p>
                      <a:r>
                        <a:rPr lang="de-DE" sz="1400" b="1" i="0">
                          <a:solidFill>
                            <a:schemeClr val="bg1"/>
                          </a:solidFill>
                          <a:latin typeface="+mn-lt"/>
                        </a:rPr>
                        <a:t>Column 1</a:t>
                      </a:r>
                    </a:p>
                  </a:txBody>
                  <a:tcPr marL="126000" marR="126000" marT="79200" marB="7920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solidFill>
                            <a:schemeClr val="bg1"/>
                          </a:solidFill>
                        </a:rPr>
                        <a:t>Column 2 with more text over two rows</a:t>
                      </a:r>
                      <a:endParaRPr lang="de-DE" sz="1400">
                        <a:solidFill>
                          <a:schemeClr val="bg1"/>
                        </a:solidFill>
                      </a:endParaRP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67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solidFill>
                            <a:schemeClr val="bg1"/>
                          </a:solidFill>
                        </a:rPr>
                        <a:t>Column 3 with more text over two rows</a:t>
                      </a:r>
                      <a:endParaRPr lang="de-DE" sz="1400">
                        <a:solidFill>
                          <a:schemeClr val="bg1"/>
                        </a:solidFill>
                      </a:endParaRP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67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solidFill>
                            <a:schemeClr val="bg1"/>
                          </a:solidFill>
                        </a:rPr>
                        <a:t>Column 4 with more text over two rows</a:t>
                      </a:r>
                      <a:endParaRPr lang="de-DE" sz="1400">
                        <a:solidFill>
                          <a:schemeClr val="bg1"/>
                        </a:solidFill>
                      </a:endParaRP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67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solidFill>
                            <a:schemeClr val="bg1"/>
                          </a:solidFill>
                        </a:rPr>
                        <a:t>Column 5 with more text over two rows</a:t>
                      </a:r>
                      <a:endParaRPr lang="de-DE" sz="1400">
                        <a:solidFill>
                          <a:schemeClr val="bg1"/>
                        </a:solidFill>
                      </a:endParaRP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67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solidFill>
                            <a:schemeClr val="bg1"/>
                          </a:solidFill>
                        </a:rPr>
                        <a:t>Column 6 with more text over two rows</a:t>
                      </a:r>
                      <a:endParaRPr lang="de-DE" sz="1400">
                        <a:solidFill>
                          <a:schemeClr val="bg1"/>
                        </a:solidFill>
                      </a:endParaRP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67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5538311"/>
                  </a:ext>
                </a:extLst>
              </a:tr>
              <a:tr h="975416">
                <a:tc>
                  <a:txBody>
                    <a:bodyPr/>
                    <a:lstStyle/>
                    <a:p>
                      <a:r>
                        <a:rPr lang="de-DE" sz="1400" b="1" i="0">
                          <a:solidFill>
                            <a:srgbClr val="002552"/>
                          </a:solidFill>
                          <a:latin typeface="+mn-lt"/>
                        </a:rPr>
                        <a:t>Row 1</a:t>
                      </a:r>
                    </a:p>
                  </a:txBody>
                  <a:tcPr marL="126000" marR="126000" marT="79200" marB="79200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E6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0" err="1">
                          <a:solidFill>
                            <a:srgbClr val="002552"/>
                          </a:solidFill>
                        </a:rPr>
                        <a:t>Facillabore</a:t>
                      </a:r>
                      <a:r>
                        <a:rPr lang="fr-FR" sz="1400" b="0">
                          <a:solidFill>
                            <a:srgbClr val="002552"/>
                          </a:solidFill>
                        </a:rPr>
                        <a:t> </a:t>
                      </a:r>
                      <a:r>
                        <a:rPr lang="fr-FR" sz="1400" b="0" err="1">
                          <a:solidFill>
                            <a:srgbClr val="002552"/>
                          </a:solidFill>
                        </a:rPr>
                        <a:t>coremo</a:t>
                      </a:r>
                      <a:r>
                        <a:rPr lang="fr-FR" sz="1400" b="0">
                          <a:solidFill>
                            <a:srgbClr val="002552"/>
                          </a:solidFill>
                        </a:rPr>
                        <a:t>-dis qui </a:t>
                      </a:r>
                      <a:r>
                        <a:rPr lang="fr-FR" sz="1400" b="0" err="1">
                          <a:solidFill>
                            <a:srgbClr val="002552"/>
                          </a:solidFill>
                        </a:rPr>
                        <a:t>officit</a:t>
                      </a:r>
                      <a:r>
                        <a:rPr lang="fr-FR" sz="1400" b="0">
                          <a:solidFill>
                            <a:srgbClr val="002552"/>
                          </a:solidFill>
                        </a:rPr>
                        <a:t> </a:t>
                      </a:r>
                      <a:r>
                        <a:rPr lang="fr-FR" sz="1400" b="0" err="1">
                          <a:solidFill>
                            <a:srgbClr val="002552"/>
                          </a:solidFill>
                        </a:rPr>
                        <a:t>aut</a:t>
                      </a:r>
                      <a:r>
                        <a:rPr lang="fr-FR" sz="1400" b="0">
                          <a:solidFill>
                            <a:srgbClr val="002552"/>
                          </a:solidFill>
                        </a:rPr>
                        <a:t> et. </a:t>
                      </a:r>
                      <a:r>
                        <a:rPr lang="fr-FR" sz="1400" b="0" err="1">
                          <a:solidFill>
                            <a:srgbClr val="002552"/>
                          </a:solidFill>
                        </a:rPr>
                        <a:t>Nonsequis</a:t>
                      </a:r>
                      <a:r>
                        <a:rPr lang="fr-FR" sz="1400" b="0">
                          <a:solidFill>
                            <a:srgbClr val="002552"/>
                          </a:solidFill>
                        </a:rPr>
                        <a:t> </a:t>
                      </a:r>
                      <a:r>
                        <a:rPr lang="fr-FR" sz="1400" b="0" err="1">
                          <a:solidFill>
                            <a:srgbClr val="002552"/>
                          </a:solidFill>
                        </a:rPr>
                        <a:t>estia</a:t>
                      </a:r>
                      <a:r>
                        <a:rPr lang="fr-FR" sz="1400" b="0">
                          <a:solidFill>
                            <a:srgbClr val="002552"/>
                          </a:solidFill>
                        </a:rPr>
                        <a:t> </a:t>
                      </a:r>
                      <a:r>
                        <a:rPr lang="fr-FR" sz="1400" b="0" err="1">
                          <a:solidFill>
                            <a:srgbClr val="002552"/>
                          </a:solidFill>
                        </a:rPr>
                        <a:t>vel</a:t>
                      </a:r>
                      <a:r>
                        <a:rPr lang="fr-FR" sz="1400" b="0">
                          <a:solidFill>
                            <a:srgbClr val="002552"/>
                          </a:solidFill>
                        </a:rPr>
                        <a:t> </a:t>
                      </a:r>
                      <a:r>
                        <a:rPr lang="fr-FR" sz="1400" b="0" err="1">
                          <a:solidFill>
                            <a:srgbClr val="002552"/>
                          </a:solidFill>
                        </a:rPr>
                        <a:t>idellam</a:t>
                      </a:r>
                      <a:r>
                        <a:rPr lang="fr-FR" sz="1400" b="0">
                          <a:solidFill>
                            <a:srgbClr val="002552"/>
                          </a:solidFill>
                        </a:rPr>
                        <a:t>, </a:t>
                      </a:r>
                      <a:r>
                        <a:rPr lang="fr-FR" sz="1400" b="0" err="1">
                          <a:solidFill>
                            <a:srgbClr val="002552"/>
                          </a:solidFill>
                        </a:rPr>
                        <a:t>seque</a:t>
                      </a:r>
                      <a:endParaRPr lang="de-DE" sz="1400" b="0">
                        <a:solidFill>
                          <a:srgbClr val="002552"/>
                        </a:solidFill>
                      </a:endParaRPr>
                    </a:p>
                  </a:txBody>
                  <a:tcPr marL="126000" marR="126000" marT="79200" marB="792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E6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b="0" err="1">
                          <a:solidFill>
                            <a:srgbClr val="002552"/>
                          </a:solidFill>
                        </a:rPr>
                        <a:t>Vel</a:t>
                      </a:r>
                      <a:r>
                        <a:rPr lang="de-DE" sz="1400" b="0">
                          <a:solidFill>
                            <a:srgbClr val="002552"/>
                          </a:solidFill>
                        </a:rPr>
                        <a:t> </a:t>
                      </a:r>
                      <a:r>
                        <a:rPr lang="de-DE" sz="1400" b="0" err="1">
                          <a:solidFill>
                            <a:srgbClr val="002552"/>
                          </a:solidFill>
                        </a:rPr>
                        <a:t>ium</a:t>
                      </a:r>
                      <a:r>
                        <a:rPr lang="de-DE" sz="1400" b="0">
                          <a:solidFill>
                            <a:srgbClr val="002552"/>
                          </a:solidFill>
                        </a:rPr>
                        <a:t> </a:t>
                      </a:r>
                      <a:r>
                        <a:rPr lang="de-DE" sz="1400" b="0" err="1">
                          <a:solidFill>
                            <a:srgbClr val="002552"/>
                          </a:solidFill>
                        </a:rPr>
                        <a:t>velescim</a:t>
                      </a:r>
                      <a:r>
                        <a:rPr lang="de-DE" sz="1400" b="0">
                          <a:solidFill>
                            <a:srgbClr val="002552"/>
                          </a:solidFill>
                        </a:rPr>
                        <a:t> se </a:t>
                      </a:r>
                      <a:r>
                        <a:rPr lang="de-DE" sz="1400" b="0" err="1">
                          <a:solidFill>
                            <a:srgbClr val="002552"/>
                          </a:solidFill>
                        </a:rPr>
                        <a:t>sitat</a:t>
                      </a:r>
                      <a:r>
                        <a:rPr lang="de-DE" sz="1400" b="0">
                          <a:solidFill>
                            <a:srgbClr val="002552"/>
                          </a:solidFill>
                        </a:rPr>
                        <a:t> </a:t>
                      </a:r>
                      <a:r>
                        <a:rPr lang="de-DE" sz="1400" b="0" err="1">
                          <a:solidFill>
                            <a:srgbClr val="002552"/>
                          </a:solidFill>
                        </a:rPr>
                        <a:t>re</a:t>
                      </a:r>
                      <a:r>
                        <a:rPr lang="de-DE" sz="1400" b="0">
                          <a:solidFill>
                            <a:srgbClr val="002552"/>
                          </a:solidFill>
                        </a:rPr>
                        <a:t>, </a:t>
                      </a:r>
                      <a:r>
                        <a:rPr lang="de-DE" sz="1400" b="0" err="1">
                          <a:solidFill>
                            <a:srgbClr val="002552"/>
                          </a:solidFill>
                        </a:rPr>
                        <a:t>officil</a:t>
                      </a:r>
                      <a:r>
                        <a:rPr lang="de-DE" sz="1400" b="0">
                          <a:solidFill>
                            <a:srgbClr val="002552"/>
                          </a:solidFill>
                        </a:rPr>
                        <a:t> </a:t>
                      </a:r>
                      <a:r>
                        <a:rPr lang="de-DE" sz="1400" b="0" err="1">
                          <a:solidFill>
                            <a:srgbClr val="002552"/>
                          </a:solidFill>
                        </a:rPr>
                        <a:t>lorehen</a:t>
                      </a:r>
                      <a:r>
                        <a:rPr lang="de-DE" sz="1400" b="0">
                          <a:solidFill>
                            <a:srgbClr val="002552"/>
                          </a:solidFill>
                        </a:rPr>
                        <a:t> </a:t>
                      </a:r>
                      <a:r>
                        <a:rPr lang="de-DE" sz="1400" b="0" err="1">
                          <a:solidFill>
                            <a:srgbClr val="002552"/>
                          </a:solidFill>
                        </a:rPr>
                        <a:t>dipsam</a:t>
                      </a:r>
                      <a:r>
                        <a:rPr lang="de-DE" sz="1400" b="0">
                          <a:solidFill>
                            <a:srgbClr val="002552"/>
                          </a:solidFill>
                        </a:rPr>
                        <a:t> </a:t>
                      </a:r>
                      <a:r>
                        <a:rPr lang="de-DE" sz="1400" b="0" err="1">
                          <a:solidFill>
                            <a:srgbClr val="002552"/>
                          </a:solidFill>
                        </a:rPr>
                        <a:t>nosae</a:t>
                      </a:r>
                      <a:r>
                        <a:rPr lang="de-DE" sz="1400" b="0">
                          <a:solidFill>
                            <a:srgbClr val="002552"/>
                          </a:solidFill>
                        </a:rPr>
                        <a:t> </a:t>
                      </a:r>
                      <a:r>
                        <a:rPr lang="de-DE" sz="1400" b="0" err="1">
                          <a:solidFill>
                            <a:srgbClr val="002552"/>
                          </a:solidFill>
                        </a:rPr>
                        <a:t>essit</a:t>
                      </a:r>
                      <a:r>
                        <a:rPr lang="de-DE" sz="1400" b="0">
                          <a:solidFill>
                            <a:srgbClr val="002552"/>
                          </a:solidFill>
                        </a:rPr>
                        <a:t> </a:t>
                      </a:r>
                      <a:r>
                        <a:rPr lang="de-DE" sz="1400" b="0" err="1">
                          <a:solidFill>
                            <a:srgbClr val="002552"/>
                          </a:solidFill>
                        </a:rPr>
                        <a:t>optus</a:t>
                      </a:r>
                      <a:endParaRPr lang="de-DE" sz="1400" b="0">
                        <a:solidFill>
                          <a:srgbClr val="002552"/>
                        </a:solidFill>
                      </a:endParaRPr>
                    </a:p>
                  </a:txBody>
                  <a:tcPr marL="126000" marR="126000" marT="79200" marB="792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E6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>
                          <a:solidFill>
                            <a:srgbClr val="002552"/>
                          </a:solidFill>
                        </a:rPr>
                        <a:t>Nonsequis estia vel idellam, seque vel ium velescim se sitat re, officil lorehen</a:t>
                      </a:r>
                      <a:endParaRPr lang="de-DE" sz="1400" b="0">
                        <a:solidFill>
                          <a:srgbClr val="002552"/>
                        </a:solidFill>
                      </a:endParaRPr>
                    </a:p>
                  </a:txBody>
                  <a:tcPr marL="126000" marR="126000" marT="79200" marB="792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E6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b="0" err="1">
                          <a:solidFill>
                            <a:srgbClr val="002552"/>
                          </a:solidFill>
                        </a:rPr>
                        <a:t>Aliciamus</a:t>
                      </a:r>
                      <a:r>
                        <a:rPr lang="de-DE" sz="1400" b="0">
                          <a:solidFill>
                            <a:srgbClr val="002552"/>
                          </a:solidFill>
                        </a:rPr>
                        <a:t> </a:t>
                      </a:r>
                      <a:r>
                        <a:rPr lang="de-DE" sz="1400" b="0" err="1">
                          <a:solidFill>
                            <a:srgbClr val="002552"/>
                          </a:solidFill>
                        </a:rPr>
                        <a:t>doluptatum</a:t>
                      </a:r>
                      <a:r>
                        <a:rPr lang="de-DE" sz="1400" b="0">
                          <a:solidFill>
                            <a:srgbClr val="002552"/>
                          </a:solidFill>
                        </a:rPr>
                        <a:t>, </a:t>
                      </a:r>
                      <a:r>
                        <a:rPr lang="de-DE" sz="1400" b="0" err="1">
                          <a:solidFill>
                            <a:srgbClr val="002552"/>
                          </a:solidFill>
                        </a:rPr>
                        <a:t>ape</a:t>
                      </a:r>
                      <a:r>
                        <a:rPr lang="de-DE" sz="1400" b="0">
                          <a:solidFill>
                            <a:srgbClr val="002552"/>
                          </a:solidFill>
                        </a:rPr>
                        <a:t> </a:t>
                      </a:r>
                      <a:r>
                        <a:rPr lang="de-DE" sz="1400" b="0" err="1">
                          <a:solidFill>
                            <a:srgbClr val="002552"/>
                          </a:solidFill>
                        </a:rPr>
                        <a:t>sape</a:t>
                      </a:r>
                      <a:r>
                        <a:rPr lang="de-DE" sz="1400" b="0">
                          <a:solidFill>
                            <a:srgbClr val="002552"/>
                          </a:solidFill>
                        </a:rPr>
                        <a:t> </a:t>
                      </a:r>
                      <a:r>
                        <a:rPr lang="de-DE" sz="1400" b="0" err="1">
                          <a:solidFill>
                            <a:srgbClr val="002552"/>
                          </a:solidFill>
                        </a:rPr>
                        <a:t>nonseque</a:t>
                      </a:r>
                      <a:r>
                        <a:rPr lang="de-DE" sz="1400" b="0">
                          <a:solidFill>
                            <a:srgbClr val="002552"/>
                          </a:solidFill>
                        </a:rPr>
                        <a:t> </a:t>
                      </a:r>
                      <a:r>
                        <a:rPr lang="de-DE" sz="1400" b="0" err="1">
                          <a:solidFill>
                            <a:srgbClr val="002552"/>
                          </a:solidFill>
                        </a:rPr>
                        <a:t>adi</a:t>
                      </a:r>
                      <a:r>
                        <a:rPr lang="de-DE" sz="1400" b="0">
                          <a:solidFill>
                            <a:srgbClr val="002552"/>
                          </a:solidFill>
                        </a:rPr>
                        <a:t> </a:t>
                      </a:r>
                      <a:r>
                        <a:rPr lang="de-DE" sz="1400" b="0" err="1">
                          <a:solidFill>
                            <a:srgbClr val="002552"/>
                          </a:solidFill>
                        </a:rPr>
                        <a:t>audae</a:t>
                      </a:r>
                      <a:r>
                        <a:rPr lang="de-DE" sz="1400" b="0">
                          <a:solidFill>
                            <a:srgbClr val="002552"/>
                          </a:solidFill>
                        </a:rPr>
                        <a:t> </a:t>
                      </a:r>
                      <a:r>
                        <a:rPr lang="de-DE" sz="1400" b="0" err="1">
                          <a:solidFill>
                            <a:srgbClr val="002552"/>
                          </a:solidFill>
                        </a:rPr>
                        <a:t>ni</a:t>
                      </a:r>
                      <a:r>
                        <a:rPr lang="de-DE" sz="1400" b="0">
                          <a:solidFill>
                            <a:srgbClr val="002552"/>
                          </a:solidFill>
                        </a:rPr>
                        <a:t> </a:t>
                      </a:r>
                      <a:r>
                        <a:rPr lang="de-DE" sz="1400" b="0" err="1">
                          <a:solidFill>
                            <a:srgbClr val="002552"/>
                          </a:solidFill>
                        </a:rPr>
                        <a:t>comnim</a:t>
                      </a:r>
                      <a:endParaRPr lang="de-DE" sz="1400" b="0">
                        <a:solidFill>
                          <a:srgbClr val="002552"/>
                        </a:solidFill>
                      </a:endParaRPr>
                    </a:p>
                  </a:txBody>
                  <a:tcPr marL="126000" marR="126000" marT="79200" marB="792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E6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b="0" err="1">
                          <a:solidFill>
                            <a:srgbClr val="002552"/>
                          </a:solidFill>
                        </a:rPr>
                        <a:t>Que</a:t>
                      </a:r>
                      <a:r>
                        <a:rPr lang="de-DE" sz="1400" b="0">
                          <a:solidFill>
                            <a:srgbClr val="002552"/>
                          </a:solidFill>
                        </a:rPr>
                        <a:t> </a:t>
                      </a:r>
                      <a:r>
                        <a:rPr lang="de-DE" sz="1400" b="0" err="1">
                          <a:solidFill>
                            <a:srgbClr val="002552"/>
                          </a:solidFill>
                        </a:rPr>
                        <a:t>videlli</a:t>
                      </a:r>
                      <a:r>
                        <a:rPr lang="de-DE" sz="1400" b="0">
                          <a:solidFill>
                            <a:srgbClr val="002552"/>
                          </a:solidFill>
                        </a:rPr>
                        <a:t> </a:t>
                      </a:r>
                      <a:r>
                        <a:rPr lang="de-DE" sz="1400" b="0" err="1">
                          <a:solidFill>
                            <a:srgbClr val="002552"/>
                          </a:solidFill>
                        </a:rPr>
                        <a:t>quamet</a:t>
                      </a:r>
                      <a:r>
                        <a:rPr lang="de-DE" sz="1400" b="0">
                          <a:solidFill>
                            <a:srgbClr val="002552"/>
                          </a:solidFill>
                        </a:rPr>
                        <a:t> </a:t>
                      </a:r>
                      <a:r>
                        <a:rPr lang="de-DE" sz="1400" b="0" err="1">
                          <a:solidFill>
                            <a:srgbClr val="002552"/>
                          </a:solidFill>
                        </a:rPr>
                        <a:t>illa</a:t>
                      </a:r>
                      <a:r>
                        <a:rPr lang="de-DE" sz="1400" b="0">
                          <a:solidFill>
                            <a:srgbClr val="002552"/>
                          </a:solidFill>
                        </a:rPr>
                        <a:t> </a:t>
                      </a:r>
                      <a:r>
                        <a:rPr lang="de-DE" sz="1400" b="0" err="1">
                          <a:solidFill>
                            <a:srgbClr val="002552"/>
                          </a:solidFill>
                        </a:rPr>
                        <a:t>dit</a:t>
                      </a:r>
                      <a:r>
                        <a:rPr lang="de-DE" sz="1400" b="0">
                          <a:solidFill>
                            <a:srgbClr val="002552"/>
                          </a:solidFill>
                        </a:rPr>
                        <a:t> </a:t>
                      </a:r>
                      <a:r>
                        <a:rPr lang="de-DE" sz="1400" b="0" err="1">
                          <a:solidFill>
                            <a:srgbClr val="002552"/>
                          </a:solidFill>
                        </a:rPr>
                        <a:t>lam</a:t>
                      </a:r>
                      <a:r>
                        <a:rPr lang="de-DE" sz="1400" b="0">
                          <a:solidFill>
                            <a:srgbClr val="002552"/>
                          </a:solidFill>
                        </a:rPr>
                        <a:t> </a:t>
                      </a:r>
                      <a:r>
                        <a:rPr lang="de-DE" sz="1400" b="0" err="1">
                          <a:solidFill>
                            <a:srgbClr val="002552"/>
                          </a:solidFill>
                        </a:rPr>
                        <a:t>dio</a:t>
                      </a:r>
                      <a:r>
                        <a:rPr lang="de-DE" sz="1400" b="0">
                          <a:solidFill>
                            <a:srgbClr val="002552"/>
                          </a:solidFill>
                        </a:rPr>
                        <a:t> di </a:t>
                      </a:r>
                      <a:r>
                        <a:rPr lang="de-DE" sz="1400" b="0" err="1">
                          <a:solidFill>
                            <a:srgbClr val="002552"/>
                          </a:solidFill>
                        </a:rPr>
                        <a:t>nonseriorro</a:t>
                      </a:r>
                      <a:r>
                        <a:rPr lang="de-DE" sz="1400" b="0">
                          <a:solidFill>
                            <a:srgbClr val="002552"/>
                          </a:solidFill>
                        </a:rPr>
                        <a:t> </a:t>
                      </a:r>
                      <a:r>
                        <a:rPr lang="de-DE" sz="1400" b="0" err="1">
                          <a:solidFill>
                            <a:srgbClr val="002552"/>
                          </a:solidFill>
                        </a:rPr>
                        <a:t>to</a:t>
                      </a:r>
                      <a:r>
                        <a:rPr lang="de-DE" sz="1400" b="0">
                          <a:solidFill>
                            <a:srgbClr val="002552"/>
                          </a:solidFill>
                        </a:rPr>
                        <a:t> </a:t>
                      </a:r>
                      <a:r>
                        <a:rPr lang="de-DE" sz="1400" b="0" err="1">
                          <a:solidFill>
                            <a:srgbClr val="002552"/>
                          </a:solidFill>
                        </a:rPr>
                        <a:t>inum</a:t>
                      </a:r>
                      <a:r>
                        <a:rPr lang="de-DE" sz="1400" b="0">
                          <a:solidFill>
                            <a:srgbClr val="002552"/>
                          </a:solidFill>
                        </a:rPr>
                        <a:t> </a:t>
                      </a:r>
                      <a:r>
                        <a:rPr lang="de-DE" sz="1400" b="0" err="1">
                          <a:solidFill>
                            <a:srgbClr val="002552"/>
                          </a:solidFill>
                        </a:rPr>
                        <a:t>sum</a:t>
                      </a:r>
                      <a:r>
                        <a:rPr lang="de-DE" sz="1400" b="0">
                          <a:solidFill>
                            <a:srgbClr val="002552"/>
                          </a:solidFill>
                        </a:rPr>
                        <a:t> </a:t>
                      </a:r>
                      <a:r>
                        <a:rPr lang="de-DE" sz="1400" b="0" err="1">
                          <a:solidFill>
                            <a:srgbClr val="002552"/>
                          </a:solidFill>
                        </a:rPr>
                        <a:t>que</a:t>
                      </a:r>
                      <a:endParaRPr lang="de-DE" sz="1400" b="0">
                        <a:solidFill>
                          <a:srgbClr val="002552"/>
                        </a:solidFill>
                      </a:endParaRPr>
                    </a:p>
                  </a:txBody>
                  <a:tcPr marL="126000" marR="126000" marT="79200" marB="792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D9A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9603551"/>
                  </a:ext>
                </a:extLst>
              </a:tr>
              <a:tr h="771190">
                <a:tc>
                  <a:txBody>
                    <a:bodyPr/>
                    <a:lstStyle/>
                    <a:p>
                      <a:r>
                        <a:rPr lang="de-DE" sz="1400" b="1" i="0">
                          <a:solidFill>
                            <a:srgbClr val="002552"/>
                          </a:solidFill>
                          <a:latin typeface="+mn-lt"/>
                        </a:rPr>
                        <a:t>Row 2</a:t>
                      </a:r>
                    </a:p>
                  </a:txBody>
                  <a:tcPr marL="126000" marR="126000" marT="79200" marB="79200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E6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E6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0">
                          <a:solidFill>
                            <a:srgbClr val="002552"/>
                          </a:solidFill>
                        </a:rPr>
                        <a:t>Que </a:t>
                      </a:r>
                      <a:r>
                        <a:rPr lang="fr-FR" sz="1400" b="0" err="1">
                          <a:solidFill>
                            <a:srgbClr val="002552"/>
                          </a:solidFill>
                        </a:rPr>
                        <a:t>videlli</a:t>
                      </a:r>
                      <a:r>
                        <a:rPr lang="fr-FR" sz="1400" b="0">
                          <a:solidFill>
                            <a:srgbClr val="002552"/>
                          </a:solidFill>
                        </a:rPr>
                        <a:t> </a:t>
                      </a:r>
                      <a:r>
                        <a:rPr lang="fr-FR" sz="1400" b="0" err="1">
                          <a:solidFill>
                            <a:srgbClr val="002552"/>
                          </a:solidFill>
                        </a:rPr>
                        <a:t>quamet</a:t>
                      </a:r>
                      <a:r>
                        <a:rPr lang="fr-FR" sz="1400" b="0">
                          <a:solidFill>
                            <a:srgbClr val="002552"/>
                          </a:solidFill>
                        </a:rPr>
                        <a:t> </a:t>
                      </a:r>
                      <a:r>
                        <a:rPr lang="fr-FR" sz="1400" b="0" err="1">
                          <a:solidFill>
                            <a:srgbClr val="002552"/>
                          </a:solidFill>
                        </a:rPr>
                        <a:t>illa</a:t>
                      </a:r>
                      <a:r>
                        <a:rPr lang="fr-FR" sz="1400" b="0">
                          <a:solidFill>
                            <a:srgbClr val="002552"/>
                          </a:solidFill>
                        </a:rPr>
                        <a:t> dit </a:t>
                      </a:r>
                      <a:r>
                        <a:rPr lang="fr-FR" sz="1400" b="0" err="1">
                          <a:solidFill>
                            <a:srgbClr val="002552"/>
                          </a:solidFill>
                        </a:rPr>
                        <a:t>lam</a:t>
                      </a:r>
                      <a:r>
                        <a:rPr lang="fr-FR" sz="1400" b="0">
                          <a:solidFill>
                            <a:srgbClr val="002552"/>
                          </a:solidFill>
                        </a:rPr>
                        <a:t> </a:t>
                      </a:r>
                      <a:r>
                        <a:rPr lang="fr-FR" sz="1400" b="0" err="1">
                          <a:solidFill>
                            <a:srgbClr val="002552"/>
                          </a:solidFill>
                        </a:rPr>
                        <a:t>dio</a:t>
                      </a:r>
                      <a:endParaRPr lang="de-DE" sz="1400" b="0">
                        <a:solidFill>
                          <a:srgbClr val="002552"/>
                        </a:solidFill>
                      </a:endParaRPr>
                    </a:p>
                  </a:txBody>
                  <a:tcPr marL="126000" marR="126000" marT="79200" marB="792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E6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E6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b="0" err="1">
                          <a:solidFill>
                            <a:srgbClr val="002552"/>
                          </a:solidFill>
                        </a:rPr>
                        <a:t>Aliciamus</a:t>
                      </a:r>
                      <a:r>
                        <a:rPr lang="de-DE" sz="1400" b="0">
                          <a:solidFill>
                            <a:srgbClr val="002552"/>
                          </a:solidFill>
                        </a:rPr>
                        <a:t> </a:t>
                      </a:r>
                      <a:r>
                        <a:rPr lang="de-DE" sz="1400" b="0" err="1">
                          <a:solidFill>
                            <a:srgbClr val="002552"/>
                          </a:solidFill>
                        </a:rPr>
                        <a:t>dolupta-tum</a:t>
                      </a:r>
                      <a:r>
                        <a:rPr lang="de-DE" sz="1400" b="0">
                          <a:solidFill>
                            <a:srgbClr val="002552"/>
                          </a:solidFill>
                        </a:rPr>
                        <a:t>, </a:t>
                      </a:r>
                      <a:r>
                        <a:rPr lang="de-DE" sz="1400" b="0" err="1">
                          <a:solidFill>
                            <a:srgbClr val="002552"/>
                          </a:solidFill>
                        </a:rPr>
                        <a:t>ape</a:t>
                      </a:r>
                      <a:r>
                        <a:rPr lang="de-DE" sz="1400" b="0">
                          <a:solidFill>
                            <a:srgbClr val="002552"/>
                          </a:solidFill>
                        </a:rPr>
                        <a:t> </a:t>
                      </a:r>
                      <a:r>
                        <a:rPr lang="de-DE" sz="1400" b="0" err="1">
                          <a:solidFill>
                            <a:srgbClr val="002552"/>
                          </a:solidFill>
                        </a:rPr>
                        <a:t>sape</a:t>
                      </a:r>
                      <a:r>
                        <a:rPr lang="de-DE" sz="1400" b="0">
                          <a:solidFill>
                            <a:srgbClr val="002552"/>
                          </a:solidFill>
                        </a:rPr>
                        <a:t> </a:t>
                      </a:r>
                      <a:r>
                        <a:rPr lang="de-DE" sz="1400" b="0" err="1">
                          <a:solidFill>
                            <a:srgbClr val="002552"/>
                          </a:solidFill>
                        </a:rPr>
                        <a:t>nonseque</a:t>
                      </a:r>
                      <a:r>
                        <a:rPr lang="de-DE" sz="1400" b="0">
                          <a:solidFill>
                            <a:srgbClr val="002552"/>
                          </a:solidFill>
                        </a:rPr>
                        <a:t> </a:t>
                      </a:r>
                      <a:r>
                        <a:rPr lang="de-DE" sz="1400" b="0" err="1">
                          <a:solidFill>
                            <a:srgbClr val="002552"/>
                          </a:solidFill>
                        </a:rPr>
                        <a:t>adi</a:t>
                      </a:r>
                      <a:r>
                        <a:rPr lang="de-DE" sz="1400" b="0">
                          <a:solidFill>
                            <a:srgbClr val="002552"/>
                          </a:solidFill>
                        </a:rPr>
                        <a:t> </a:t>
                      </a:r>
                      <a:r>
                        <a:rPr lang="de-DE" sz="1400" b="0" err="1">
                          <a:solidFill>
                            <a:srgbClr val="002552"/>
                          </a:solidFill>
                        </a:rPr>
                        <a:t>audae</a:t>
                      </a:r>
                      <a:endParaRPr lang="de-DE" sz="1400" b="0">
                        <a:solidFill>
                          <a:srgbClr val="002552"/>
                        </a:solidFill>
                      </a:endParaRPr>
                    </a:p>
                  </a:txBody>
                  <a:tcPr marL="126000" marR="126000" marT="79200" marB="792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E6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E6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0" err="1">
                          <a:solidFill>
                            <a:srgbClr val="002552"/>
                          </a:solidFill>
                        </a:rPr>
                        <a:t>Facillabore</a:t>
                      </a:r>
                      <a:r>
                        <a:rPr lang="fr-FR" sz="1400" b="0">
                          <a:solidFill>
                            <a:srgbClr val="002552"/>
                          </a:solidFill>
                        </a:rPr>
                        <a:t> </a:t>
                      </a:r>
                      <a:r>
                        <a:rPr lang="fr-FR" sz="1400" b="0" err="1">
                          <a:solidFill>
                            <a:srgbClr val="002552"/>
                          </a:solidFill>
                        </a:rPr>
                        <a:t>coremo</a:t>
                      </a:r>
                      <a:r>
                        <a:rPr lang="fr-FR" sz="1400" b="0">
                          <a:solidFill>
                            <a:srgbClr val="002552"/>
                          </a:solidFill>
                        </a:rPr>
                        <a:t>-dis qui </a:t>
                      </a:r>
                      <a:r>
                        <a:rPr lang="fr-FR" sz="1400" b="0" err="1">
                          <a:solidFill>
                            <a:srgbClr val="002552"/>
                          </a:solidFill>
                        </a:rPr>
                        <a:t>officit</a:t>
                      </a:r>
                      <a:r>
                        <a:rPr lang="fr-FR" sz="1400" b="0">
                          <a:solidFill>
                            <a:srgbClr val="002552"/>
                          </a:solidFill>
                        </a:rPr>
                        <a:t> </a:t>
                      </a:r>
                      <a:r>
                        <a:rPr lang="fr-FR" sz="1400" b="0" err="1">
                          <a:solidFill>
                            <a:srgbClr val="002552"/>
                          </a:solidFill>
                        </a:rPr>
                        <a:t>aut</a:t>
                      </a:r>
                      <a:r>
                        <a:rPr lang="fr-FR" sz="1400" b="0">
                          <a:solidFill>
                            <a:srgbClr val="002552"/>
                          </a:solidFill>
                        </a:rPr>
                        <a:t> et</a:t>
                      </a:r>
                      <a:endParaRPr lang="de-DE" sz="1400" b="0">
                        <a:solidFill>
                          <a:srgbClr val="002552"/>
                        </a:solidFill>
                      </a:endParaRPr>
                    </a:p>
                  </a:txBody>
                  <a:tcPr marL="126000" marR="126000" marT="79200" marB="792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E6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E6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>
                          <a:solidFill>
                            <a:srgbClr val="002552"/>
                          </a:solidFill>
                        </a:rPr>
                        <a:t>Nonsequis estia vel idellam, seque vel ium velescim</a:t>
                      </a:r>
                      <a:endParaRPr lang="de-DE" sz="1400" b="0">
                        <a:solidFill>
                          <a:srgbClr val="002552"/>
                        </a:solidFill>
                      </a:endParaRPr>
                    </a:p>
                  </a:txBody>
                  <a:tcPr marL="126000" marR="126000" marT="79200" marB="792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D9A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E6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E6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b="0" err="1">
                          <a:solidFill>
                            <a:srgbClr val="002552"/>
                          </a:solidFill>
                        </a:rPr>
                        <a:t>Vel</a:t>
                      </a:r>
                      <a:r>
                        <a:rPr lang="de-DE" sz="1400" b="0">
                          <a:solidFill>
                            <a:srgbClr val="002552"/>
                          </a:solidFill>
                        </a:rPr>
                        <a:t> </a:t>
                      </a:r>
                      <a:r>
                        <a:rPr lang="de-DE" sz="1400" b="0" err="1">
                          <a:solidFill>
                            <a:srgbClr val="002552"/>
                          </a:solidFill>
                        </a:rPr>
                        <a:t>ium</a:t>
                      </a:r>
                      <a:r>
                        <a:rPr lang="de-DE" sz="1400" b="0">
                          <a:solidFill>
                            <a:srgbClr val="002552"/>
                          </a:solidFill>
                        </a:rPr>
                        <a:t> </a:t>
                      </a:r>
                      <a:r>
                        <a:rPr lang="de-DE" sz="1400" b="0" err="1">
                          <a:solidFill>
                            <a:srgbClr val="002552"/>
                          </a:solidFill>
                        </a:rPr>
                        <a:t>velescim</a:t>
                      </a:r>
                      <a:r>
                        <a:rPr lang="de-DE" sz="1400" b="0">
                          <a:solidFill>
                            <a:srgbClr val="002552"/>
                          </a:solidFill>
                        </a:rPr>
                        <a:t> se </a:t>
                      </a:r>
                      <a:r>
                        <a:rPr lang="de-DE" sz="1400" b="0" err="1">
                          <a:solidFill>
                            <a:srgbClr val="002552"/>
                          </a:solidFill>
                        </a:rPr>
                        <a:t>sitat</a:t>
                      </a:r>
                      <a:r>
                        <a:rPr lang="de-DE" sz="1400" b="0">
                          <a:solidFill>
                            <a:srgbClr val="002552"/>
                          </a:solidFill>
                        </a:rPr>
                        <a:t> </a:t>
                      </a:r>
                      <a:r>
                        <a:rPr lang="de-DE" sz="1400" b="0" err="1">
                          <a:solidFill>
                            <a:srgbClr val="002552"/>
                          </a:solidFill>
                        </a:rPr>
                        <a:t>re</a:t>
                      </a:r>
                      <a:r>
                        <a:rPr lang="de-DE" sz="1400" b="0">
                          <a:solidFill>
                            <a:srgbClr val="002552"/>
                          </a:solidFill>
                        </a:rPr>
                        <a:t>, </a:t>
                      </a:r>
                      <a:r>
                        <a:rPr lang="de-DE" sz="1400" b="0" err="1">
                          <a:solidFill>
                            <a:srgbClr val="002552"/>
                          </a:solidFill>
                        </a:rPr>
                        <a:t>officil</a:t>
                      </a:r>
                      <a:r>
                        <a:rPr lang="de-DE" sz="1400" b="0">
                          <a:solidFill>
                            <a:srgbClr val="002552"/>
                          </a:solidFill>
                        </a:rPr>
                        <a:t> </a:t>
                      </a:r>
                      <a:r>
                        <a:rPr lang="de-DE" sz="1400" b="0" err="1">
                          <a:solidFill>
                            <a:srgbClr val="002552"/>
                          </a:solidFill>
                        </a:rPr>
                        <a:t>lorehen</a:t>
                      </a:r>
                      <a:r>
                        <a:rPr lang="de-DE" sz="1400" b="0">
                          <a:solidFill>
                            <a:srgbClr val="002552"/>
                          </a:solidFill>
                        </a:rPr>
                        <a:t> </a:t>
                      </a:r>
                      <a:r>
                        <a:rPr lang="de-DE" sz="1400" b="0" err="1">
                          <a:solidFill>
                            <a:srgbClr val="002552"/>
                          </a:solidFill>
                        </a:rPr>
                        <a:t>dipsam</a:t>
                      </a:r>
                      <a:endParaRPr lang="de-DE" sz="1400" b="0">
                        <a:solidFill>
                          <a:srgbClr val="002552"/>
                        </a:solidFill>
                      </a:endParaRPr>
                    </a:p>
                  </a:txBody>
                  <a:tcPr marL="126000" marR="126000" marT="79200" marB="79200">
                    <a:lnL w="19050" cap="flat" cmpd="sng" algn="ctr">
                      <a:solidFill>
                        <a:srgbClr val="0D9A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D9A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D9A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D9A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896199"/>
                  </a:ext>
                </a:extLst>
              </a:tr>
              <a:tr h="771190">
                <a:tc>
                  <a:txBody>
                    <a:bodyPr/>
                    <a:lstStyle/>
                    <a:p>
                      <a:r>
                        <a:rPr lang="de-DE" sz="1400" b="1" i="0">
                          <a:solidFill>
                            <a:srgbClr val="002552"/>
                          </a:solidFill>
                          <a:latin typeface="+mn-lt"/>
                        </a:rPr>
                        <a:t>Row 3</a:t>
                      </a:r>
                    </a:p>
                  </a:txBody>
                  <a:tcPr marL="126000" marR="126000" marT="79200" marB="79200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E6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E6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0" err="1">
                          <a:solidFill>
                            <a:srgbClr val="002552"/>
                          </a:solidFill>
                        </a:rPr>
                        <a:t>Facillabore</a:t>
                      </a:r>
                      <a:r>
                        <a:rPr lang="fr-FR" sz="1400" b="0">
                          <a:solidFill>
                            <a:srgbClr val="002552"/>
                          </a:solidFill>
                        </a:rPr>
                        <a:t> </a:t>
                      </a:r>
                      <a:r>
                        <a:rPr lang="fr-FR" sz="1400" b="0" err="1">
                          <a:solidFill>
                            <a:srgbClr val="002552"/>
                          </a:solidFill>
                        </a:rPr>
                        <a:t>coremo</a:t>
                      </a:r>
                      <a:r>
                        <a:rPr lang="fr-FR" sz="1400" b="0">
                          <a:solidFill>
                            <a:srgbClr val="002552"/>
                          </a:solidFill>
                        </a:rPr>
                        <a:t>-dis qui </a:t>
                      </a:r>
                      <a:r>
                        <a:rPr lang="fr-FR" sz="1400" b="0" err="1">
                          <a:solidFill>
                            <a:srgbClr val="002552"/>
                          </a:solidFill>
                        </a:rPr>
                        <a:t>officit</a:t>
                      </a:r>
                      <a:r>
                        <a:rPr lang="fr-FR" sz="1400" b="0">
                          <a:solidFill>
                            <a:srgbClr val="002552"/>
                          </a:solidFill>
                        </a:rPr>
                        <a:t> </a:t>
                      </a:r>
                      <a:r>
                        <a:rPr lang="fr-FR" sz="1400" b="0" err="1">
                          <a:solidFill>
                            <a:srgbClr val="002552"/>
                          </a:solidFill>
                        </a:rPr>
                        <a:t>aut</a:t>
                      </a:r>
                      <a:r>
                        <a:rPr lang="fr-FR" sz="1400" b="0">
                          <a:solidFill>
                            <a:srgbClr val="002552"/>
                          </a:solidFill>
                        </a:rPr>
                        <a:t> et</a:t>
                      </a:r>
                      <a:endParaRPr lang="de-DE" sz="1400" b="0">
                        <a:solidFill>
                          <a:srgbClr val="002552"/>
                        </a:solidFill>
                      </a:endParaRPr>
                    </a:p>
                  </a:txBody>
                  <a:tcPr marL="126000" marR="126000" marT="79200" marB="792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E6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E6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b="0" err="1">
                          <a:solidFill>
                            <a:srgbClr val="002552"/>
                          </a:solidFill>
                        </a:rPr>
                        <a:t>Vel</a:t>
                      </a:r>
                      <a:r>
                        <a:rPr lang="de-DE" sz="1400" b="0">
                          <a:solidFill>
                            <a:srgbClr val="002552"/>
                          </a:solidFill>
                        </a:rPr>
                        <a:t> </a:t>
                      </a:r>
                      <a:r>
                        <a:rPr lang="de-DE" sz="1400" b="0" err="1">
                          <a:solidFill>
                            <a:srgbClr val="002552"/>
                          </a:solidFill>
                        </a:rPr>
                        <a:t>ium</a:t>
                      </a:r>
                      <a:r>
                        <a:rPr lang="de-DE" sz="1400" b="0">
                          <a:solidFill>
                            <a:srgbClr val="002552"/>
                          </a:solidFill>
                        </a:rPr>
                        <a:t> </a:t>
                      </a:r>
                      <a:r>
                        <a:rPr lang="de-DE" sz="1400" b="0" err="1">
                          <a:solidFill>
                            <a:srgbClr val="002552"/>
                          </a:solidFill>
                        </a:rPr>
                        <a:t>velescim</a:t>
                      </a:r>
                      <a:r>
                        <a:rPr lang="de-DE" sz="1400" b="0">
                          <a:solidFill>
                            <a:srgbClr val="002552"/>
                          </a:solidFill>
                        </a:rPr>
                        <a:t> se </a:t>
                      </a:r>
                      <a:r>
                        <a:rPr lang="de-DE" sz="1400" b="0" err="1">
                          <a:solidFill>
                            <a:srgbClr val="002552"/>
                          </a:solidFill>
                        </a:rPr>
                        <a:t>sitat</a:t>
                      </a:r>
                      <a:r>
                        <a:rPr lang="de-DE" sz="1400" b="0">
                          <a:solidFill>
                            <a:srgbClr val="002552"/>
                          </a:solidFill>
                        </a:rPr>
                        <a:t> </a:t>
                      </a:r>
                      <a:r>
                        <a:rPr lang="de-DE" sz="1400" b="0" err="1">
                          <a:solidFill>
                            <a:srgbClr val="002552"/>
                          </a:solidFill>
                        </a:rPr>
                        <a:t>re</a:t>
                      </a:r>
                      <a:r>
                        <a:rPr lang="de-DE" sz="1400" b="0">
                          <a:solidFill>
                            <a:srgbClr val="002552"/>
                          </a:solidFill>
                        </a:rPr>
                        <a:t>, </a:t>
                      </a:r>
                      <a:r>
                        <a:rPr lang="de-DE" sz="1400" b="0" err="1">
                          <a:solidFill>
                            <a:srgbClr val="002552"/>
                          </a:solidFill>
                        </a:rPr>
                        <a:t>officil</a:t>
                      </a:r>
                      <a:r>
                        <a:rPr lang="de-DE" sz="1400" b="0">
                          <a:solidFill>
                            <a:srgbClr val="002552"/>
                          </a:solidFill>
                        </a:rPr>
                        <a:t> </a:t>
                      </a:r>
                      <a:r>
                        <a:rPr lang="de-DE" sz="1400" b="0" err="1">
                          <a:solidFill>
                            <a:srgbClr val="002552"/>
                          </a:solidFill>
                        </a:rPr>
                        <a:t>lorehen</a:t>
                      </a:r>
                      <a:r>
                        <a:rPr lang="de-DE" sz="1400" b="0">
                          <a:solidFill>
                            <a:srgbClr val="002552"/>
                          </a:solidFill>
                        </a:rPr>
                        <a:t> </a:t>
                      </a:r>
                      <a:r>
                        <a:rPr lang="de-DE" sz="1400" b="0" err="1">
                          <a:solidFill>
                            <a:srgbClr val="002552"/>
                          </a:solidFill>
                        </a:rPr>
                        <a:t>dipsam</a:t>
                      </a:r>
                      <a:endParaRPr lang="de-DE" sz="1400" b="0">
                        <a:solidFill>
                          <a:srgbClr val="002552"/>
                        </a:solidFill>
                      </a:endParaRPr>
                    </a:p>
                  </a:txBody>
                  <a:tcPr marL="126000" marR="126000" marT="79200" marB="792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E6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E6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>
                          <a:solidFill>
                            <a:srgbClr val="002552"/>
                          </a:solidFill>
                        </a:rPr>
                        <a:t>Nonsequis estia vel idellam, seque vel ium velescim</a:t>
                      </a:r>
                      <a:endParaRPr lang="de-DE" sz="1400" b="0">
                        <a:solidFill>
                          <a:srgbClr val="002552"/>
                        </a:solidFill>
                      </a:endParaRPr>
                    </a:p>
                  </a:txBody>
                  <a:tcPr marL="126000" marR="126000" marT="79200" marB="792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E6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E6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b="0" err="1">
                          <a:solidFill>
                            <a:srgbClr val="002552"/>
                          </a:solidFill>
                        </a:rPr>
                        <a:t>Aliciamus</a:t>
                      </a:r>
                      <a:r>
                        <a:rPr lang="de-DE" sz="1400" b="0">
                          <a:solidFill>
                            <a:srgbClr val="002552"/>
                          </a:solidFill>
                        </a:rPr>
                        <a:t> </a:t>
                      </a:r>
                      <a:r>
                        <a:rPr lang="de-DE" sz="1400" b="0" err="1">
                          <a:solidFill>
                            <a:srgbClr val="002552"/>
                          </a:solidFill>
                        </a:rPr>
                        <a:t>doluptatum</a:t>
                      </a:r>
                      <a:r>
                        <a:rPr lang="de-DE" sz="1400" b="0">
                          <a:solidFill>
                            <a:srgbClr val="002552"/>
                          </a:solidFill>
                        </a:rPr>
                        <a:t>, </a:t>
                      </a:r>
                      <a:r>
                        <a:rPr lang="de-DE" sz="1400" b="0" err="1">
                          <a:solidFill>
                            <a:srgbClr val="002552"/>
                          </a:solidFill>
                        </a:rPr>
                        <a:t>ape</a:t>
                      </a:r>
                      <a:r>
                        <a:rPr lang="de-DE" sz="1400" b="0">
                          <a:solidFill>
                            <a:srgbClr val="002552"/>
                          </a:solidFill>
                        </a:rPr>
                        <a:t> </a:t>
                      </a:r>
                      <a:r>
                        <a:rPr lang="de-DE" sz="1400" b="0" err="1">
                          <a:solidFill>
                            <a:srgbClr val="002552"/>
                          </a:solidFill>
                        </a:rPr>
                        <a:t>sape</a:t>
                      </a:r>
                      <a:endParaRPr lang="de-DE" sz="1400" b="0">
                        <a:solidFill>
                          <a:srgbClr val="002552"/>
                        </a:solidFill>
                      </a:endParaRPr>
                    </a:p>
                  </a:txBody>
                  <a:tcPr marL="126000" marR="126000" marT="79200" marB="792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E6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E6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400" b="0" err="1">
                          <a:solidFill>
                            <a:srgbClr val="002552"/>
                          </a:solidFill>
                        </a:rPr>
                        <a:t>Que</a:t>
                      </a:r>
                      <a:r>
                        <a:rPr lang="it-IT" sz="1400" b="0">
                          <a:solidFill>
                            <a:srgbClr val="002552"/>
                          </a:solidFill>
                        </a:rPr>
                        <a:t> </a:t>
                      </a:r>
                      <a:r>
                        <a:rPr lang="it-IT" sz="1400" b="0" err="1">
                          <a:solidFill>
                            <a:srgbClr val="002552"/>
                          </a:solidFill>
                        </a:rPr>
                        <a:t>videlli</a:t>
                      </a:r>
                      <a:r>
                        <a:rPr lang="it-IT" sz="1400" b="0">
                          <a:solidFill>
                            <a:srgbClr val="002552"/>
                          </a:solidFill>
                        </a:rPr>
                        <a:t> </a:t>
                      </a:r>
                      <a:r>
                        <a:rPr lang="it-IT" sz="1400" b="0" err="1">
                          <a:solidFill>
                            <a:srgbClr val="002552"/>
                          </a:solidFill>
                        </a:rPr>
                        <a:t>quamet</a:t>
                      </a:r>
                      <a:r>
                        <a:rPr lang="it-IT" sz="1400" b="0">
                          <a:solidFill>
                            <a:srgbClr val="002552"/>
                          </a:solidFill>
                        </a:rPr>
                        <a:t> </a:t>
                      </a:r>
                      <a:r>
                        <a:rPr lang="it-IT" sz="1400" b="0" err="1">
                          <a:solidFill>
                            <a:srgbClr val="002552"/>
                          </a:solidFill>
                        </a:rPr>
                        <a:t>illa</a:t>
                      </a:r>
                      <a:r>
                        <a:rPr lang="it-IT" sz="1400" b="0">
                          <a:solidFill>
                            <a:srgbClr val="002552"/>
                          </a:solidFill>
                        </a:rPr>
                        <a:t> </a:t>
                      </a:r>
                      <a:r>
                        <a:rPr lang="it-IT" sz="1400" b="0" err="1">
                          <a:solidFill>
                            <a:srgbClr val="002552"/>
                          </a:solidFill>
                        </a:rPr>
                        <a:t>dit</a:t>
                      </a:r>
                      <a:r>
                        <a:rPr lang="it-IT" sz="1400" b="0">
                          <a:solidFill>
                            <a:srgbClr val="002552"/>
                          </a:solidFill>
                        </a:rPr>
                        <a:t> </a:t>
                      </a:r>
                      <a:r>
                        <a:rPr lang="it-IT" sz="1400" b="0" err="1">
                          <a:solidFill>
                            <a:srgbClr val="002552"/>
                          </a:solidFill>
                        </a:rPr>
                        <a:t>lam</a:t>
                      </a:r>
                      <a:r>
                        <a:rPr lang="it-IT" sz="1400" b="0">
                          <a:solidFill>
                            <a:srgbClr val="002552"/>
                          </a:solidFill>
                        </a:rPr>
                        <a:t>.</a:t>
                      </a:r>
                      <a:endParaRPr lang="de-DE" sz="1400" b="0">
                        <a:solidFill>
                          <a:srgbClr val="002552"/>
                        </a:solidFill>
                      </a:endParaRPr>
                    </a:p>
                  </a:txBody>
                  <a:tcPr marL="126000" marR="126000" marT="79200" marB="792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0D9A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E6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8357100"/>
                  </a:ext>
                </a:extLst>
              </a:tr>
              <a:tr h="771190">
                <a:tc>
                  <a:txBody>
                    <a:bodyPr/>
                    <a:lstStyle/>
                    <a:p>
                      <a:r>
                        <a:rPr lang="de-DE" sz="1400" b="1" i="0">
                          <a:solidFill>
                            <a:srgbClr val="002552"/>
                          </a:solidFill>
                          <a:latin typeface="+mn-lt"/>
                        </a:rPr>
                        <a:t>Row 4</a:t>
                      </a:r>
                    </a:p>
                  </a:txBody>
                  <a:tcPr marL="126000" marR="126000" marT="79200" marB="79200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E6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E6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400" b="0" err="1">
                          <a:solidFill>
                            <a:srgbClr val="002552"/>
                          </a:solidFill>
                        </a:rPr>
                        <a:t>Que</a:t>
                      </a:r>
                      <a:r>
                        <a:rPr lang="it-IT" sz="1400" b="0">
                          <a:solidFill>
                            <a:srgbClr val="002552"/>
                          </a:solidFill>
                        </a:rPr>
                        <a:t> </a:t>
                      </a:r>
                      <a:r>
                        <a:rPr lang="it-IT" sz="1400" b="0" err="1">
                          <a:solidFill>
                            <a:srgbClr val="002552"/>
                          </a:solidFill>
                        </a:rPr>
                        <a:t>videlli</a:t>
                      </a:r>
                      <a:r>
                        <a:rPr lang="it-IT" sz="1400" b="0">
                          <a:solidFill>
                            <a:srgbClr val="002552"/>
                          </a:solidFill>
                        </a:rPr>
                        <a:t> </a:t>
                      </a:r>
                      <a:r>
                        <a:rPr lang="it-IT" sz="1400" b="0" err="1">
                          <a:solidFill>
                            <a:srgbClr val="002552"/>
                          </a:solidFill>
                        </a:rPr>
                        <a:t>quamet</a:t>
                      </a:r>
                      <a:r>
                        <a:rPr lang="it-IT" sz="1400" b="0">
                          <a:solidFill>
                            <a:srgbClr val="002552"/>
                          </a:solidFill>
                        </a:rPr>
                        <a:t> </a:t>
                      </a:r>
                      <a:r>
                        <a:rPr lang="it-IT" sz="1400" b="0" err="1">
                          <a:solidFill>
                            <a:srgbClr val="002552"/>
                          </a:solidFill>
                        </a:rPr>
                        <a:t>illa</a:t>
                      </a:r>
                      <a:r>
                        <a:rPr lang="it-IT" sz="1400" b="0">
                          <a:solidFill>
                            <a:srgbClr val="002552"/>
                          </a:solidFill>
                        </a:rPr>
                        <a:t> </a:t>
                      </a:r>
                      <a:r>
                        <a:rPr lang="it-IT" sz="1400" b="0" err="1">
                          <a:solidFill>
                            <a:srgbClr val="002552"/>
                          </a:solidFill>
                        </a:rPr>
                        <a:t>dit</a:t>
                      </a:r>
                      <a:r>
                        <a:rPr lang="it-IT" sz="1400" b="0">
                          <a:solidFill>
                            <a:srgbClr val="002552"/>
                          </a:solidFill>
                        </a:rPr>
                        <a:t> </a:t>
                      </a:r>
                      <a:r>
                        <a:rPr lang="it-IT" sz="1400" b="0" err="1">
                          <a:solidFill>
                            <a:srgbClr val="002552"/>
                          </a:solidFill>
                        </a:rPr>
                        <a:t>lam</a:t>
                      </a:r>
                      <a:r>
                        <a:rPr lang="it-IT" sz="1400" b="0">
                          <a:solidFill>
                            <a:srgbClr val="002552"/>
                          </a:solidFill>
                        </a:rPr>
                        <a:t> dio di </a:t>
                      </a:r>
                      <a:r>
                        <a:rPr lang="it-IT" sz="1400" b="0" err="1">
                          <a:solidFill>
                            <a:srgbClr val="002552"/>
                          </a:solidFill>
                        </a:rPr>
                        <a:t>nonseriorro</a:t>
                      </a:r>
                      <a:endParaRPr lang="de-DE" sz="1400" b="0">
                        <a:solidFill>
                          <a:srgbClr val="002552"/>
                        </a:solidFill>
                      </a:endParaRPr>
                    </a:p>
                  </a:txBody>
                  <a:tcPr marL="126000" marR="126000" marT="79200" marB="792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E6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E6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b="0" err="1">
                          <a:solidFill>
                            <a:srgbClr val="002552"/>
                          </a:solidFill>
                        </a:rPr>
                        <a:t>Aliciamus</a:t>
                      </a:r>
                      <a:r>
                        <a:rPr lang="de-DE" sz="1400" b="0">
                          <a:solidFill>
                            <a:srgbClr val="002552"/>
                          </a:solidFill>
                        </a:rPr>
                        <a:t> </a:t>
                      </a:r>
                      <a:r>
                        <a:rPr lang="de-DE" sz="1400" b="0" err="1">
                          <a:solidFill>
                            <a:srgbClr val="002552"/>
                          </a:solidFill>
                        </a:rPr>
                        <a:t>doluptatum</a:t>
                      </a:r>
                      <a:r>
                        <a:rPr lang="de-DE" sz="1400" b="0">
                          <a:solidFill>
                            <a:srgbClr val="002552"/>
                          </a:solidFill>
                        </a:rPr>
                        <a:t>, </a:t>
                      </a:r>
                      <a:r>
                        <a:rPr lang="de-DE" sz="1400" b="0" err="1">
                          <a:solidFill>
                            <a:srgbClr val="002552"/>
                          </a:solidFill>
                        </a:rPr>
                        <a:t>ape</a:t>
                      </a:r>
                      <a:r>
                        <a:rPr lang="de-DE" sz="1400" b="0">
                          <a:solidFill>
                            <a:srgbClr val="002552"/>
                          </a:solidFill>
                        </a:rPr>
                        <a:t> </a:t>
                      </a:r>
                      <a:r>
                        <a:rPr lang="de-DE" sz="1400" b="0" err="1">
                          <a:solidFill>
                            <a:srgbClr val="002552"/>
                          </a:solidFill>
                        </a:rPr>
                        <a:t>sape</a:t>
                      </a:r>
                      <a:endParaRPr lang="de-DE" sz="1400" b="0">
                        <a:solidFill>
                          <a:srgbClr val="002552"/>
                        </a:solidFill>
                      </a:endParaRPr>
                    </a:p>
                  </a:txBody>
                  <a:tcPr marL="126000" marR="126000" marT="79200" marB="792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E6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E6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0" err="1">
                          <a:solidFill>
                            <a:srgbClr val="002552"/>
                          </a:solidFill>
                        </a:rPr>
                        <a:t>Facillabore</a:t>
                      </a:r>
                      <a:r>
                        <a:rPr lang="fr-FR" sz="1400" b="0">
                          <a:solidFill>
                            <a:srgbClr val="002552"/>
                          </a:solidFill>
                        </a:rPr>
                        <a:t> </a:t>
                      </a:r>
                      <a:r>
                        <a:rPr lang="fr-FR" sz="1400" b="0" err="1">
                          <a:solidFill>
                            <a:srgbClr val="002552"/>
                          </a:solidFill>
                        </a:rPr>
                        <a:t>coremo</a:t>
                      </a:r>
                      <a:r>
                        <a:rPr lang="fr-FR" sz="1400" b="0">
                          <a:solidFill>
                            <a:srgbClr val="002552"/>
                          </a:solidFill>
                        </a:rPr>
                        <a:t>-dis qui </a:t>
                      </a:r>
                      <a:r>
                        <a:rPr lang="fr-FR" sz="1400" b="0" err="1">
                          <a:solidFill>
                            <a:srgbClr val="002552"/>
                          </a:solidFill>
                        </a:rPr>
                        <a:t>officit</a:t>
                      </a:r>
                      <a:r>
                        <a:rPr lang="fr-FR" sz="1400" b="0">
                          <a:solidFill>
                            <a:srgbClr val="002552"/>
                          </a:solidFill>
                        </a:rPr>
                        <a:t> </a:t>
                      </a:r>
                      <a:r>
                        <a:rPr lang="fr-FR" sz="1400" b="0" err="1">
                          <a:solidFill>
                            <a:srgbClr val="002552"/>
                          </a:solidFill>
                        </a:rPr>
                        <a:t>aut</a:t>
                      </a:r>
                      <a:r>
                        <a:rPr lang="fr-FR" sz="1400" b="0">
                          <a:solidFill>
                            <a:srgbClr val="002552"/>
                          </a:solidFill>
                        </a:rPr>
                        <a:t> et. </a:t>
                      </a:r>
                      <a:r>
                        <a:rPr lang="fr-FR" sz="1400" b="0" err="1">
                          <a:solidFill>
                            <a:srgbClr val="002552"/>
                          </a:solidFill>
                        </a:rPr>
                        <a:t>Nonsequis</a:t>
                      </a:r>
                      <a:r>
                        <a:rPr lang="fr-FR" sz="1400" b="0">
                          <a:solidFill>
                            <a:srgbClr val="002552"/>
                          </a:solidFill>
                        </a:rPr>
                        <a:t> </a:t>
                      </a:r>
                      <a:r>
                        <a:rPr lang="fr-FR" sz="1400" b="0" err="1">
                          <a:solidFill>
                            <a:srgbClr val="002552"/>
                          </a:solidFill>
                        </a:rPr>
                        <a:t>estia</a:t>
                      </a:r>
                      <a:endParaRPr lang="de-DE" sz="1400" b="0">
                        <a:solidFill>
                          <a:srgbClr val="002552"/>
                        </a:solidFill>
                      </a:endParaRPr>
                    </a:p>
                  </a:txBody>
                  <a:tcPr marL="126000" marR="126000" marT="79200" marB="792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E6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E6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>
                          <a:solidFill>
                            <a:srgbClr val="002552"/>
                          </a:solidFill>
                        </a:rPr>
                        <a:t>Nonsequis estia vel idellam, seque vel ium velescim</a:t>
                      </a:r>
                      <a:endParaRPr lang="de-DE" sz="1400" b="0">
                        <a:solidFill>
                          <a:srgbClr val="002552"/>
                        </a:solidFill>
                      </a:endParaRPr>
                    </a:p>
                  </a:txBody>
                  <a:tcPr marL="126000" marR="126000" marT="79200" marB="792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E6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E6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n-NO" sz="1400" b="0">
                          <a:solidFill>
                            <a:srgbClr val="002552"/>
                          </a:solidFill>
                        </a:rPr>
                        <a:t>Vel ium velescim se sitat re, officil</a:t>
                      </a:r>
                      <a:endParaRPr lang="de-DE" sz="1400" b="0">
                        <a:solidFill>
                          <a:srgbClr val="002552"/>
                        </a:solidFill>
                      </a:endParaRPr>
                    </a:p>
                  </a:txBody>
                  <a:tcPr marL="126000" marR="126000" marT="79200" marB="792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5E6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E6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475087"/>
                  </a:ext>
                </a:extLst>
              </a:tr>
              <a:tr h="362737">
                <a:tc>
                  <a:txBody>
                    <a:bodyPr/>
                    <a:lstStyle/>
                    <a:p>
                      <a:endParaRPr lang="de-DE" sz="1400" b="1" i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126000" marR="126000" marT="79200" marB="79200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E6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400" b="0">
                        <a:solidFill>
                          <a:schemeClr val="tx1"/>
                        </a:solidFill>
                      </a:endParaRPr>
                    </a:p>
                  </a:txBody>
                  <a:tcPr marL="126000" marR="126000" marT="79200" marB="792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E6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400" b="0">
                        <a:solidFill>
                          <a:schemeClr val="tx1"/>
                        </a:solidFill>
                      </a:endParaRPr>
                    </a:p>
                  </a:txBody>
                  <a:tcPr marL="126000" marR="126000" marT="79200" marB="792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E6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400" b="0">
                        <a:solidFill>
                          <a:schemeClr val="tx1"/>
                        </a:solidFill>
                      </a:endParaRPr>
                    </a:p>
                  </a:txBody>
                  <a:tcPr marL="126000" marR="126000" marT="79200" marB="792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E6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400" b="0">
                        <a:solidFill>
                          <a:schemeClr val="tx1"/>
                        </a:solidFill>
                      </a:endParaRPr>
                    </a:p>
                  </a:txBody>
                  <a:tcPr marL="126000" marR="126000" marT="79200" marB="792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E6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400" b="0">
                        <a:solidFill>
                          <a:schemeClr val="tx1"/>
                        </a:solidFill>
                      </a:endParaRPr>
                    </a:p>
                  </a:txBody>
                  <a:tcPr marL="126000" marR="126000" marT="79200" marB="792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5E6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9117676"/>
                  </a:ext>
                </a:extLst>
              </a:tr>
            </a:tbl>
          </a:graphicData>
        </a:graphic>
      </p:graphicFrame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81DB6CB-A77F-C38A-522A-D42AD5EA34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/>
              <a:t>Subtitle (optional)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29AB8CC-AF32-5BC4-B7C9-36E53E634EC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en-GB" smtClean="0"/>
              <a:pPr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97747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49AAE979-FA6B-DCEB-5530-505EA07CC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Headline of a slide with longer text and table on left side</a:t>
            </a:r>
            <a:br>
              <a:rPr lang="en-GB"/>
            </a:br>
            <a:endParaRPr lang="en-GB"/>
          </a:p>
        </p:txBody>
      </p:sp>
      <p:graphicFrame>
        <p:nvGraphicFramePr>
          <p:cNvPr id="11" name="Tabelle 11">
            <a:extLst>
              <a:ext uri="{FF2B5EF4-FFF2-40B4-BE49-F238E27FC236}">
                <a16:creationId xmlns:a16="http://schemas.microsoft.com/office/drawing/2014/main" id="{BB857699-4278-6F53-4313-AF1A81D98568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2877313020"/>
              </p:ext>
            </p:extLst>
          </p:nvPr>
        </p:nvGraphicFramePr>
        <p:xfrm>
          <a:off x="1018800" y="1713600"/>
          <a:ext cx="4920824" cy="399574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914717">
                  <a:extLst>
                    <a:ext uri="{9D8B030D-6E8A-4147-A177-3AD203B41FA5}">
                      <a16:colId xmlns:a16="http://schemas.microsoft.com/office/drawing/2014/main" val="2841023449"/>
                    </a:ext>
                  </a:extLst>
                </a:gridCol>
                <a:gridCol w="1051223">
                  <a:extLst>
                    <a:ext uri="{9D8B030D-6E8A-4147-A177-3AD203B41FA5}">
                      <a16:colId xmlns:a16="http://schemas.microsoft.com/office/drawing/2014/main" val="2474567267"/>
                    </a:ext>
                  </a:extLst>
                </a:gridCol>
                <a:gridCol w="940279">
                  <a:extLst>
                    <a:ext uri="{9D8B030D-6E8A-4147-A177-3AD203B41FA5}">
                      <a16:colId xmlns:a16="http://schemas.microsoft.com/office/drawing/2014/main" val="1582051177"/>
                    </a:ext>
                  </a:extLst>
                </a:gridCol>
                <a:gridCol w="1017917">
                  <a:extLst>
                    <a:ext uri="{9D8B030D-6E8A-4147-A177-3AD203B41FA5}">
                      <a16:colId xmlns:a16="http://schemas.microsoft.com/office/drawing/2014/main" val="134558053"/>
                    </a:ext>
                  </a:extLst>
                </a:gridCol>
                <a:gridCol w="996688">
                  <a:extLst>
                    <a:ext uri="{9D8B030D-6E8A-4147-A177-3AD203B41FA5}">
                      <a16:colId xmlns:a16="http://schemas.microsoft.com/office/drawing/2014/main" val="2765880354"/>
                    </a:ext>
                  </a:extLst>
                </a:gridCol>
              </a:tblGrid>
              <a:tr h="399574">
                <a:tc>
                  <a:txBody>
                    <a:bodyPr/>
                    <a:lstStyle/>
                    <a:p>
                      <a:r>
                        <a:rPr lang="de-DE" sz="1400">
                          <a:solidFill>
                            <a:schemeClr val="bg1"/>
                          </a:solidFill>
                        </a:rPr>
                        <a:t>Column 1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67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>
                          <a:solidFill>
                            <a:schemeClr val="bg1"/>
                          </a:solidFill>
                        </a:rPr>
                        <a:t>Column 2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67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>
                          <a:solidFill>
                            <a:schemeClr val="bg1"/>
                          </a:solidFill>
                        </a:rPr>
                        <a:t>Column 3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67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>
                          <a:solidFill>
                            <a:schemeClr val="bg1"/>
                          </a:solidFill>
                        </a:rPr>
                        <a:t>Column 4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67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>
                          <a:solidFill>
                            <a:schemeClr val="bg1"/>
                          </a:solidFill>
                        </a:rPr>
                        <a:t>Column 5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67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9220890"/>
                  </a:ext>
                </a:extLst>
              </a:tr>
              <a:tr h="399574"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chemeClr val="tx1"/>
                          </a:solidFill>
                        </a:rPr>
                        <a:t>101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chemeClr val="tx1"/>
                          </a:solidFill>
                        </a:rPr>
                        <a:t>88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chemeClr val="tx1"/>
                          </a:solidFill>
                        </a:rPr>
                        <a:t>222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chemeClr val="tx1"/>
                          </a:solidFill>
                        </a:rPr>
                        <a:t>101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chemeClr val="tx1"/>
                          </a:solidFill>
                        </a:rPr>
                        <a:t>88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8058022"/>
                  </a:ext>
                </a:extLst>
              </a:tr>
              <a:tr h="399574"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chemeClr val="tx1"/>
                          </a:solidFill>
                        </a:rPr>
                        <a:t>103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chemeClr val="tx1"/>
                          </a:solidFill>
                        </a:rPr>
                        <a:t>94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chemeClr val="tx1"/>
                          </a:solidFill>
                        </a:rPr>
                        <a:t>1.554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chemeClr val="tx1"/>
                          </a:solidFill>
                        </a:rPr>
                        <a:t>103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chemeClr val="tx1"/>
                          </a:solidFill>
                        </a:rPr>
                        <a:t>94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6960506"/>
                  </a:ext>
                </a:extLst>
              </a:tr>
              <a:tr h="399574"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chemeClr val="tx1"/>
                          </a:solidFill>
                        </a:rPr>
                        <a:t>105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chemeClr val="tx1"/>
                          </a:solidFill>
                        </a:rPr>
                        <a:t>2.886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chemeClr val="tx1"/>
                          </a:solidFill>
                        </a:rPr>
                        <a:t>105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9354556"/>
                  </a:ext>
                </a:extLst>
              </a:tr>
              <a:tr h="399574"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chemeClr val="tx1"/>
                          </a:solidFill>
                        </a:rPr>
                        <a:t>107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chemeClr val="tx1"/>
                          </a:solidFill>
                        </a:rPr>
                        <a:t>106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chemeClr val="tx1"/>
                          </a:solidFill>
                        </a:rPr>
                        <a:t>4.218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chemeClr val="tx1"/>
                          </a:solidFill>
                        </a:rPr>
                        <a:t>107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chemeClr val="tx1"/>
                          </a:solidFill>
                        </a:rPr>
                        <a:t>106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8456632"/>
                  </a:ext>
                </a:extLst>
              </a:tr>
              <a:tr h="399574"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chemeClr val="tx1"/>
                          </a:solidFill>
                        </a:rPr>
                        <a:t>109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chemeClr val="tx1"/>
                          </a:solidFill>
                        </a:rPr>
                        <a:t>112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chemeClr val="tx1"/>
                          </a:solidFill>
                        </a:rPr>
                        <a:t>5.550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chemeClr val="tx1"/>
                          </a:solidFill>
                        </a:rPr>
                        <a:t>109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chemeClr val="tx1"/>
                          </a:solidFill>
                        </a:rPr>
                        <a:t>112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0622421"/>
                  </a:ext>
                </a:extLst>
              </a:tr>
              <a:tr h="399574"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chemeClr val="tx1"/>
                          </a:solidFill>
                        </a:rPr>
                        <a:t>111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chemeClr val="tx1"/>
                          </a:solidFill>
                        </a:rPr>
                        <a:t>118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chemeClr val="tx1"/>
                          </a:solidFill>
                        </a:rPr>
                        <a:t>6.882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chemeClr val="tx1"/>
                          </a:solidFill>
                        </a:rPr>
                        <a:t>111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chemeClr val="tx1"/>
                          </a:solidFill>
                        </a:rPr>
                        <a:t>118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0955677"/>
                  </a:ext>
                </a:extLst>
              </a:tr>
              <a:tr h="399574"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chemeClr val="tx1"/>
                          </a:solidFill>
                        </a:rPr>
                        <a:t>113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chemeClr val="tx1"/>
                          </a:solidFill>
                        </a:rPr>
                        <a:t>124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chemeClr val="tx1"/>
                          </a:solidFill>
                        </a:rPr>
                        <a:t>8.214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chemeClr val="tx1"/>
                          </a:solidFill>
                        </a:rPr>
                        <a:t>113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chemeClr val="tx1"/>
                          </a:solidFill>
                        </a:rPr>
                        <a:t>124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8968812"/>
                  </a:ext>
                </a:extLst>
              </a:tr>
              <a:tr h="399574"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chemeClr val="tx1"/>
                          </a:solidFill>
                        </a:rPr>
                        <a:t>115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chemeClr val="tx1"/>
                          </a:solidFill>
                        </a:rPr>
                        <a:t>130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chemeClr val="tx1"/>
                          </a:solidFill>
                        </a:rPr>
                        <a:t>9.546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chemeClr val="tx1"/>
                          </a:solidFill>
                        </a:rPr>
                        <a:t>115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chemeClr val="tx1"/>
                          </a:solidFill>
                        </a:rPr>
                        <a:t>130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5261159"/>
                  </a:ext>
                </a:extLst>
              </a:tr>
              <a:tr h="399574"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chemeClr val="tx1"/>
                          </a:solidFill>
                        </a:rPr>
                        <a:t>117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chemeClr val="tx1"/>
                          </a:solidFill>
                        </a:rPr>
                        <a:t>136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chemeClr val="tx1"/>
                          </a:solidFill>
                        </a:rPr>
                        <a:t>10.878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chemeClr val="tx1"/>
                          </a:solidFill>
                        </a:rPr>
                        <a:t>117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chemeClr val="tx1"/>
                          </a:solidFill>
                        </a:rPr>
                        <a:t>136</a:t>
                      </a:r>
                    </a:p>
                  </a:txBody>
                  <a:tcPr marL="126000" marR="126000" marT="79200" marB="792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3010258"/>
                  </a:ext>
                </a:extLst>
              </a:tr>
            </a:tbl>
          </a:graphicData>
        </a:graphic>
      </p:graphicFrame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E50DEF7F-3E40-1337-C446-1664762180D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err="1"/>
              <a:t>Iciur</a:t>
            </a:r>
            <a:r>
              <a:rPr lang="en-GB"/>
              <a:t>, </a:t>
            </a:r>
            <a:r>
              <a:rPr lang="en-GB" err="1"/>
              <a:t>simillante</a:t>
            </a:r>
            <a:r>
              <a:rPr lang="en-GB"/>
              <a:t> </a:t>
            </a:r>
            <a:r>
              <a:rPr lang="en-GB" err="1"/>
              <a:t>liquiae</a:t>
            </a:r>
            <a:r>
              <a:rPr lang="en-GB"/>
              <a:t> </a:t>
            </a:r>
            <a:r>
              <a:rPr lang="en-GB" err="1"/>
              <a:t>voluptur</a:t>
            </a:r>
            <a:r>
              <a:rPr lang="en-GB"/>
              <a:t>? Ovid maxima </a:t>
            </a:r>
            <a:r>
              <a:rPr lang="en-GB" err="1"/>
              <a:t>dolorrum</a:t>
            </a:r>
            <a:r>
              <a:rPr lang="en-GB"/>
              <a:t> </a:t>
            </a:r>
            <a:r>
              <a:rPr lang="en-GB" err="1"/>
              <a:t>nimoluptatur</a:t>
            </a:r>
            <a:r>
              <a:rPr lang="en-GB"/>
              <a:t> ad ma ped </a:t>
            </a:r>
            <a:r>
              <a:rPr lang="en-GB" err="1"/>
              <a:t>ut</a:t>
            </a:r>
            <a:r>
              <a:rPr lang="en-GB"/>
              <a:t> </a:t>
            </a:r>
            <a:r>
              <a:rPr lang="en-GB" err="1"/>
              <a:t>restiun</a:t>
            </a:r>
            <a:r>
              <a:rPr lang="en-GB"/>
              <a:t> </a:t>
            </a:r>
            <a:r>
              <a:rPr lang="en-GB" err="1"/>
              <a:t>ditiae</a:t>
            </a:r>
            <a:r>
              <a:rPr lang="en-GB"/>
              <a:t> pre </a:t>
            </a:r>
            <a:r>
              <a:rPr lang="en-GB" err="1"/>
              <a:t>santincto</a:t>
            </a:r>
            <a:r>
              <a:rPr lang="en-GB"/>
              <a:t> to </a:t>
            </a:r>
            <a:r>
              <a:rPr lang="en-GB" err="1"/>
              <a:t>dicitaturem</a:t>
            </a:r>
            <a:r>
              <a:rPr lang="en-GB"/>
              <a:t> et est.</a:t>
            </a:r>
          </a:p>
          <a:p>
            <a:r>
              <a:rPr lang="en-GB" err="1"/>
              <a:t>Magnatque</a:t>
            </a:r>
            <a:r>
              <a:rPr lang="en-GB"/>
              <a:t> </a:t>
            </a:r>
            <a:r>
              <a:rPr lang="en-GB" err="1"/>
              <a:t>nes</a:t>
            </a:r>
            <a:r>
              <a:rPr lang="en-GB"/>
              <a:t> </a:t>
            </a:r>
            <a:r>
              <a:rPr lang="en-GB" err="1"/>
              <a:t>ni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</a:t>
            </a:r>
            <a:r>
              <a:rPr lang="en-GB" err="1"/>
              <a:t>quidessit</a:t>
            </a:r>
            <a:r>
              <a:rPr lang="en-GB"/>
              <a:t> re </a:t>
            </a:r>
            <a:r>
              <a:rPr lang="en-GB" err="1"/>
              <a:t>doluptatis</a:t>
            </a:r>
            <a:r>
              <a:rPr lang="en-GB"/>
              <a:t> </a:t>
            </a:r>
            <a:r>
              <a:rPr lang="en-GB" err="1"/>
              <a:t>evenem</a:t>
            </a:r>
            <a:r>
              <a:rPr lang="en-GB"/>
              <a:t> </a:t>
            </a:r>
            <a:r>
              <a:rPr lang="en-GB" err="1"/>
              <a:t>atur</a:t>
            </a:r>
            <a:r>
              <a:rPr lang="en-GB"/>
              <a:t>, </a:t>
            </a:r>
            <a:r>
              <a:rPr lang="en-GB" err="1"/>
              <a:t>asincimus</a:t>
            </a:r>
            <a:r>
              <a:rPr lang="en-GB"/>
              <a:t> </a:t>
            </a:r>
            <a:r>
              <a:rPr lang="en-GB" err="1"/>
              <a:t>enet</a:t>
            </a:r>
            <a:r>
              <a:rPr lang="en-GB"/>
              <a:t> </a:t>
            </a:r>
            <a:r>
              <a:rPr lang="en-GB" err="1"/>
              <a:t>rercient</a:t>
            </a:r>
            <a:r>
              <a:rPr lang="en-GB"/>
              <a:t> </a:t>
            </a:r>
            <a:r>
              <a:rPr lang="en-GB" err="1"/>
              <a:t>quas</a:t>
            </a:r>
            <a:r>
              <a:rPr lang="en-GB"/>
              <a:t> </a:t>
            </a:r>
            <a:r>
              <a:rPr lang="en-GB" err="1"/>
              <a:t>atem</a:t>
            </a:r>
            <a:r>
              <a:rPr lang="en-GB"/>
              <a:t> </a:t>
            </a:r>
            <a:r>
              <a:rPr lang="en-GB" err="1"/>
              <a:t>dolorem</a:t>
            </a:r>
            <a:r>
              <a:rPr lang="en-GB"/>
              <a:t> </a:t>
            </a:r>
            <a:r>
              <a:rPr lang="en-GB" err="1"/>
              <a:t>oluptaquas</a:t>
            </a:r>
            <a:r>
              <a:rPr lang="en-GB"/>
              <a:t> </a:t>
            </a:r>
            <a:r>
              <a:rPr lang="en-GB" err="1"/>
              <a:t>sitatiati</a:t>
            </a:r>
            <a:r>
              <a:rPr lang="en-GB"/>
              <a:t> </a:t>
            </a:r>
            <a:r>
              <a:rPr lang="en-GB" err="1"/>
              <a:t>conet</a:t>
            </a:r>
            <a:r>
              <a:rPr lang="en-GB"/>
              <a:t> </a:t>
            </a:r>
            <a:r>
              <a:rPr lang="en-GB" err="1"/>
              <a:t>idunt</a:t>
            </a:r>
            <a:r>
              <a:rPr lang="en-GB"/>
              <a:t> qui. </a:t>
            </a:r>
          </a:p>
          <a:p>
            <a:r>
              <a:rPr lang="en-GB" err="1"/>
              <a:t>Agnissim</a:t>
            </a:r>
            <a:r>
              <a:rPr lang="en-GB"/>
              <a:t> </a:t>
            </a:r>
            <a:r>
              <a:rPr lang="en-GB" err="1"/>
              <a:t>porepel</a:t>
            </a:r>
            <a:r>
              <a:rPr lang="en-GB"/>
              <a:t> </a:t>
            </a:r>
            <a:r>
              <a:rPr lang="en-GB" err="1"/>
              <a:t>ignietur</a:t>
            </a:r>
            <a:r>
              <a:rPr lang="en-GB"/>
              <a:t>, </a:t>
            </a:r>
            <a:r>
              <a:rPr lang="en-GB" err="1"/>
              <a:t>invel</a:t>
            </a:r>
            <a:r>
              <a:rPr lang="en-GB"/>
              <a:t> </a:t>
            </a:r>
            <a:r>
              <a:rPr lang="en-GB" err="1"/>
              <a:t>molles</a:t>
            </a:r>
            <a:r>
              <a:rPr lang="en-GB"/>
              <a:t> </a:t>
            </a:r>
            <a:r>
              <a:rPr lang="en-GB" err="1"/>
              <a:t>aliciamus</a:t>
            </a:r>
            <a:r>
              <a:rPr lang="en-GB"/>
              <a:t> </a:t>
            </a:r>
            <a:r>
              <a:rPr lang="en-GB" err="1"/>
              <a:t>doluptatum</a:t>
            </a:r>
            <a:r>
              <a:rPr lang="en-GB"/>
              <a:t>, ape </a:t>
            </a:r>
            <a:r>
              <a:rPr lang="en-GB" err="1"/>
              <a:t>sape</a:t>
            </a:r>
            <a:r>
              <a:rPr lang="en-GB"/>
              <a:t> </a:t>
            </a:r>
            <a:r>
              <a:rPr lang="en-GB" err="1"/>
              <a:t>nonseque</a:t>
            </a:r>
            <a:r>
              <a:rPr lang="en-GB"/>
              <a:t> </a:t>
            </a:r>
            <a:r>
              <a:rPr lang="en-GB" err="1"/>
              <a:t>adi</a:t>
            </a:r>
            <a:r>
              <a:rPr lang="en-GB"/>
              <a:t> </a:t>
            </a:r>
            <a:r>
              <a:rPr lang="en-GB" err="1"/>
              <a:t>audae</a:t>
            </a:r>
            <a:r>
              <a:rPr lang="en-GB"/>
              <a:t> </a:t>
            </a:r>
            <a:r>
              <a:rPr lang="en-GB" err="1"/>
              <a:t>ni</a:t>
            </a:r>
            <a:r>
              <a:rPr lang="en-GB"/>
              <a:t> </a:t>
            </a:r>
            <a:r>
              <a:rPr lang="en-GB" err="1"/>
              <a:t>comnim</a:t>
            </a:r>
            <a:r>
              <a:rPr lang="en-GB"/>
              <a:t> </a:t>
            </a:r>
            <a:r>
              <a:rPr lang="en-GB" err="1"/>
              <a:t>volorio</a:t>
            </a:r>
            <a:r>
              <a:rPr lang="en-GB"/>
              <a:t> </a:t>
            </a:r>
            <a:r>
              <a:rPr lang="en-GB" err="1"/>
              <a:t>omniataque</a:t>
            </a:r>
            <a:r>
              <a:rPr lang="en-GB"/>
              <a:t> </a:t>
            </a:r>
            <a:r>
              <a:rPr lang="en-GB" err="1"/>
              <a:t>nostet</a:t>
            </a:r>
            <a:r>
              <a:rPr lang="en-GB"/>
              <a:t> </a:t>
            </a:r>
            <a:r>
              <a:rPr lang="en-GB" err="1"/>
              <a:t>quidis</a:t>
            </a:r>
            <a:r>
              <a:rPr lang="en-GB"/>
              <a:t> </a:t>
            </a:r>
            <a:r>
              <a:rPr lang="en-GB" err="1"/>
              <a:t>dolupis</a:t>
            </a:r>
            <a:r>
              <a:rPr lang="en-GB"/>
              <a:t> </a:t>
            </a:r>
            <a:r>
              <a:rPr lang="en-GB" err="1"/>
              <a:t>alis</a:t>
            </a:r>
            <a:r>
              <a:rPr lang="en-GB"/>
              <a:t> </a:t>
            </a:r>
            <a:r>
              <a:rPr lang="en-GB" err="1"/>
              <a:t>molestis</a:t>
            </a:r>
            <a:r>
              <a:rPr lang="en-GB"/>
              <a:t> </a:t>
            </a:r>
            <a:r>
              <a:rPr lang="en-GB" err="1"/>
              <a:t>dia</a:t>
            </a:r>
            <a:r>
              <a:rPr lang="en-GB"/>
              <a:t> </a:t>
            </a:r>
            <a:r>
              <a:rPr lang="en-GB" err="1"/>
              <a:t>dunt</a:t>
            </a:r>
            <a:r>
              <a:rPr lang="en-GB"/>
              <a:t> </a:t>
            </a:r>
            <a:r>
              <a:rPr lang="en-GB" err="1"/>
              <a:t>esequo</a:t>
            </a:r>
            <a:r>
              <a:rPr lang="en-GB"/>
              <a:t> mi. </a:t>
            </a:r>
          </a:p>
          <a:p>
            <a:r>
              <a:rPr lang="en-GB"/>
              <a:t>Nonet et </a:t>
            </a:r>
            <a:r>
              <a:rPr lang="en-GB" err="1"/>
              <a:t>ullam</a:t>
            </a:r>
            <a:r>
              <a:rPr lang="en-GB"/>
              <a:t>, </a:t>
            </a:r>
            <a:r>
              <a:rPr lang="en-GB" err="1"/>
              <a:t>torporupit</a:t>
            </a:r>
            <a:r>
              <a:rPr lang="en-GB"/>
              <a:t> </a:t>
            </a:r>
            <a:r>
              <a:rPr lang="en-GB" err="1"/>
              <a:t>maiorec</a:t>
            </a:r>
            <a:r>
              <a:rPr lang="en-GB"/>
              <a:t> </a:t>
            </a:r>
            <a:r>
              <a:rPr lang="en-GB" err="1"/>
              <a:t>torenti</a:t>
            </a:r>
            <a:r>
              <a:rPr lang="en-GB"/>
              <a:t> </a:t>
            </a:r>
            <a:r>
              <a:rPr lang="en-GB" err="1"/>
              <a:t>numque</a:t>
            </a:r>
            <a:r>
              <a:rPr lang="en-GB"/>
              <a:t> </a:t>
            </a:r>
            <a:r>
              <a:rPr lang="en-GB" err="1"/>
              <a:t>liqui</a:t>
            </a:r>
            <a:r>
              <a:rPr lang="en-GB"/>
              <a:t> </a:t>
            </a:r>
            <a:r>
              <a:rPr lang="en-GB" err="1"/>
              <a:t>occum</a:t>
            </a:r>
            <a:r>
              <a:rPr lang="en-GB"/>
              <a:t>, </a:t>
            </a:r>
            <a:r>
              <a:rPr lang="en-GB" err="1"/>
              <a:t>nonsect</a:t>
            </a:r>
            <a:r>
              <a:rPr lang="en-GB"/>
              <a:t> </a:t>
            </a:r>
            <a:r>
              <a:rPr lang="en-GB" err="1"/>
              <a:t>atustis</a:t>
            </a:r>
            <a:r>
              <a:rPr lang="en-GB"/>
              <a:t> </a:t>
            </a:r>
            <a:r>
              <a:rPr lang="en-GB" err="1"/>
              <a:t>nonsequame</a:t>
            </a:r>
            <a:r>
              <a:rPr lang="en-GB"/>
              <a:t>.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791AB5A0-7736-8831-203D-F083032BEC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/>
              <a:t>Subtitle (optional)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06A16FBF-E900-2CCD-0369-FAABC14FE42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en-GB" smtClean="0"/>
              <a:pPr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01035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0FE8cyf1X3SbwugRoCD1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tSJUgEwBPY4Dz5GRt7Dp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VIRUIZwiEkAK603p6AVt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59a0mQIN18TuB4pHthfi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EnbGVMgUZT5YcVoAyTj1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aqoOcPu6Drp1Rbi65GraQ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2o5_LvNFgKQKj7XTBZHD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zBynh742Fi5Hh8hOhdzV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9TKiV0NyxhEWSFMrWpme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Uv6zNErVfflaiTyRmBy_w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3W37yyF6I_RudFXSiOkTQ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4XUSDSJeYDsS3clh8Fg8g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F_g1YLxuKKPwR2B8PyfZQ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a_ODgvbiFtPzfhQQQMQoA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W7Awb4nSo4GkRuDm3nf0A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CWDllqVqo5doffW1rvjUg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1Z7VoiG_Y.xbjZMOPDhbA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CXwoNkAjw5Uy9aHHl3h6w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vvgh50CCqzNDK_Ib0wM1w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jRLHkLyuoUahqDnYApPXQ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3OnjEUoVPUvSqcV_M8PSw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QjlBFxKWaBsIL0nqm87ag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XhxU6RC9OeTkXxOkGk.SA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fPDDlrd_wKlhxPPcjed1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U6hay1SljmQ7_XNfK4g7w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2w2VL8PY16lr7tTMnO24w"/>
</p:tagLst>
</file>

<file path=ppt/theme/theme1.xml><?xml version="1.0" encoding="utf-8"?>
<a:theme xmlns:a="http://schemas.openxmlformats.org/drawingml/2006/main" name="Charite_potx_en">
  <a:themeElements>
    <a:clrScheme name="Charité 2023">
      <a:dk1>
        <a:srgbClr val="000000"/>
      </a:dk1>
      <a:lt1>
        <a:sysClr val="window" lastClr="FFFFFF"/>
      </a:lt1>
      <a:dk2>
        <a:srgbClr val="5E676C"/>
      </a:dk2>
      <a:lt2>
        <a:srgbClr val="EA5451"/>
      </a:lt2>
      <a:accent1>
        <a:srgbClr val="002552"/>
      </a:accent1>
      <a:accent2>
        <a:srgbClr val="004D9B"/>
      </a:accent2>
      <a:accent3>
        <a:srgbClr val="007BC3"/>
      </a:accent3>
      <a:accent4>
        <a:srgbClr val="5E676C"/>
      </a:accent4>
      <a:accent5>
        <a:srgbClr val="7E898F"/>
      </a:accent5>
      <a:accent6>
        <a:srgbClr val="CBCFD2"/>
      </a:accent6>
      <a:hlink>
        <a:srgbClr val="000000"/>
      </a:hlink>
      <a:folHlink>
        <a:srgbClr val="5E676C"/>
      </a:folHlink>
    </a:clrScheme>
    <a:fontScheme name="Charite Fonts">
      <a:majorFont>
        <a:latin typeface="Charité Headline Office"/>
        <a:ea typeface=""/>
        <a:cs typeface=""/>
      </a:majorFont>
      <a:minorFont>
        <a:latin typeface="Charité Text Offic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>
            <a:lumMod val="20000"/>
            <a:lumOff val="80000"/>
          </a:schemeClr>
        </a:solidFill>
        <a:ln>
          <a:noFill/>
        </a:ln>
      </a:spPr>
      <a:bodyPr lIns="126000" tIns="72000" rIns="126000" bIns="72000" rtlCol="0" anchor="t">
        <a:noAutofit/>
      </a:bodyPr>
      <a:lstStyle>
        <a:defPPr algn="l">
          <a:spcAft>
            <a:spcPts val="600"/>
          </a:spcAft>
          <a:defRPr sz="12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spcAft>
            <a:spcPts val="1200"/>
          </a:spcAft>
          <a:defRPr sz="1600" dirty="0" err="1" smtClean="0"/>
        </a:defPPr>
      </a:lstStyle>
    </a:txDef>
  </a:objectDefaults>
  <a:extraClrSchemeLst/>
  <a:custClrLst>
    <a:custClr name="FunktionsfarbeRot">
      <a:srgbClr val="D31D19"/>
    </a:custClr>
    <a:custClr name="FunktionsfarbeGruen">
      <a:srgbClr val="78AD6C"/>
    </a:custClr>
  </a:custClrLst>
  <a:extLst>
    <a:ext uri="{05A4C25C-085E-4340-85A3-A5531E510DB2}">
      <thm15:themeFamily xmlns:thm15="http://schemas.microsoft.com/office/thememl/2012/main" name="Presentation title_final" id="{EED96808-09C0-4EC0-AB60-A88EB4EF214F}" vid="{DEA410AF-8AA1-45F0-BCD7-A42110B41931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B9992E9E3849C4FBD8B532E8843740D" ma:contentTypeVersion="16" ma:contentTypeDescription="Create a new document." ma:contentTypeScope="" ma:versionID="6e915cf45d9e22558a2d1c4bb47af636">
  <xsd:schema xmlns:xsd="http://www.w3.org/2001/XMLSchema" xmlns:xs="http://www.w3.org/2001/XMLSchema" xmlns:p="http://schemas.microsoft.com/office/2006/metadata/properties" xmlns:ns2="6c28da70-8131-41f1-ae12-701ac2011675" xmlns:ns3="33671c99-40ab-4e56-9ec4-6c5cbd9d6632" targetNamespace="http://schemas.microsoft.com/office/2006/metadata/properties" ma:root="true" ma:fieldsID="3c71d61ea2279e10e4b0e68ecfb0715f" ns2:_="" ns3:_="">
    <xsd:import namespace="6c28da70-8131-41f1-ae12-701ac2011675"/>
    <xsd:import namespace="33671c99-40ab-4e56-9ec4-6c5cbd9d66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28da70-8131-41f1-ae12-701ac201167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2375ea7b-1eef-4e91-915e-32e4cb5a9c3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671c99-40ab-4e56-9ec4-6c5cbd9d663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6abb5841-32ca-482c-ba4a-b92701093602}" ma:internalName="TaxCatchAll" ma:showField="CatchAllData" ma:web="33671c99-40ab-4e56-9ec4-6c5cbd9d66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3671c99-40ab-4e56-9ec4-6c5cbd9d6632" xsi:nil="true"/>
    <lcf76f155ced4ddcb4097134ff3c332f xmlns="6c28da70-8131-41f1-ae12-701ac201167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C9572CA-75AB-4172-A7A8-15A64DA1B8F1}">
  <ds:schemaRefs>
    <ds:schemaRef ds:uri="33671c99-40ab-4e56-9ec4-6c5cbd9d6632"/>
    <ds:schemaRef ds:uri="6c28da70-8131-41f1-ae12-701ac201167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B90055D-5C61-4F16-BA5A-042EB5360D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A32CFD0-B564-4758-AD19-47A71718CBB9}">
  <ds:schemaRefs>
    <ds:schemaRef ds:uri="33671c99-40ab-4e56-9ec4-6c5cbd9d6632"/>
    <ds:schemaRef ds:uri="6c28da70-8131-41f1-ae12-701ac2011675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Charite-Praesentation_Vorlage_EN_updated</Template>
  <Application>Microsoft Office PowerPoint</Application>
  <PresentationFormat>Widescreen</PresentationFormat>
  <Slides>43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4" baseType="lpstr">
      <vt:lpstr>Charite_potx_en</vt:lpstr>
      <vt:lpstr>Presentation title  First Name Last Name | Month X, 20XX | Location</vt:lpstr>
      <vt:lpstr>Presentation title First Name Last Name | Month X, 20XX | Location</vt:lpstr>
      <vt:lpstr>Presentation title First Name Last Name |  Month X, 20XX | Location</vt:lpstr>
      <vt:lpstr>Presentation title  First Name Last Name |  Month X, 20XX | Location</vt:lpstr>
      <vt:lpstr>Presentation title  First Name Last Name |  Month X, 20XX | Location</vt:lpstr>
      <vt:lpstr>Agenda/Contents</vt:lpstr>
      <vt:lpstr>Headline/title of a section or passage</vt:lpstr>
      <vt:lpstr>Headline/title of a section or passage</vt:lpstr>
      <vt:lpstr>Headline/title of a section or passage</vt:lpstr>
      <vt:lpstr>Headline/title of a section or passage</vt:lpstr>
      <vt:lpstr>Headline/title of a passage or section</vt:lpstr>
      <vt:lpstr>Headline/title of a section or passage</vt:lpstr>
      <vt:lpstr>Headline of a plain text slide </vt:lpstr>
      <vt:lpstr>Text boxes </vt:lpstr>
      <vt:lpstr>Text slide with highlighting and callouts </vt:lpstr>
      <vt:lpstr>Project phases </vt:lpstr>
      <vt:lpstr>Project phases </vt:lpstr>
      <vt:lpstr>Illustrative timeline</vt:lpstr>
      <vt:lpstr>Slide with text and image on right side</vt:lpstr>
      <vt:lpstr>Slide with text and image on right side</vt:lpstr>
      <vt:lpstr>Slide with text and image on left side</vt:lpstr>
      <vt:lpstr>Slide with text and image on left side</vt:lpstr>
      <vt:lpstr>One topic/theme illustrated by two images</vt:lpstr>
      <vt:lpstr>One topic/theme illustrated by two images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Icons</vt:lpstr>
      <vt:lpstr>Color spectrum Icons</vt:lpstr>
      <vt:lpstr>Design main component </vt:lpstr>
      <vt:lpstr>Design main component </vt:lpstr>
      <vt:lpstr>Icons</vt:lpstr>
      <vt:lpstr>Icons</vt:lpstr>
      <vt:lpstr>Color spectrum</vt:lpstr>
      <vt:lpstr>Chart/diagram headline</vt:lpstr>
      <vt:lpstr>Headline of a slide with text modules and graphic (chart, etc.)</vt:lpstr>
      <vt:lpstr>Waterfall chart</vt:lpstr>
      <vt:lpstr>Table with numbers</vt:lpstr>
      <vt:lpstr>Table with text</vt:lpstr>
      <vt:lpstr>Headline of a slide with longer text and table on left side </vt:lpstr>
    </vt:vector>
  </TitlesOfParts>
  <Company>Charité - Universitätsmedizin Berlin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Demirpehlivan, Yagmur</dc:creator>
  <cp:revision>2</cp:revision>
  <dcterms:created xsi:type="dcterms:W3CDTF">2026-09-17T14:51:58Z</dcterms:created>
  <dcterms:modified xsi:type="dcterms:W3CDTF">2026-10-08T13:32:02Z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0x0101007B9992E9E3849C4FBD8B532E8843740D</vt:lpwstr>
  </property>
  <property fmtid="{D5CDD505-2E9C-101B-9397-08002B2CF9AE}" pid="3" name="MediaServiceImageTags">
    <vt:lpwstr/>
  </property>
</Properties>
</file>